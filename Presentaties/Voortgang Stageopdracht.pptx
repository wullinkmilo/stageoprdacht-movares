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81" r:id="rId5"/>
    <p:sldId id="282" r:id="rId6"/>
    <p:sldId id="303" r:id="rId7"/>
    <p:sldId id="294" r:id="rId8"/>
    <p:sldId id="321" r:id="rId9"/>
    <p:sldId id="315" r:id="rId10"/>
    <p:sldId id="320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252F7-EA58-4954-8A08-4731EEE6DDEC}" v="605" dt="2026-09-21T09:31:50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o Wullink" userId="f235af10-4c5c-4e37-a63c-85351c7f0473" providerId="ADAL" clId="{DD00DF34-956D-4349-AA63-EE407B11079E}"/>
    <pc:docChg chg="undo custSel addSld modSld">
      <pc:chgData name="Milo Wullink" userId="f235af10-4c5c-4e37-a63c-85351c7f0473" providerId="ADAL" clId="{DD00DF34-956D-4349-AA63-EE407B11079E}" dt="2026-09-21T14:13:28.344" v="689" actId="20577"/>
      <pc:docMkLst>
        <pc:docMk/>
      </pc:docMkLst>
      <pc:sldChg chg="add">
        <pc:chgData name="Milo Wullink" userId="f235af10-4c5c-4e37-a63c-85351c7f0473" providerId="ADAL" clId="{DD00DF34-956D-4349-AA63-EE407B11079E}" dt="2026-09-21T08:49:45.359" v="2"/>
        <pc:sldMkLst>
          <pc:docMk/>
          <pc:sldMk cId="3792284049" sldId="294"/>
        </pc:sldMkLst>
      </pc:sldChg>
      <pc:sldChg chg="add">
        <pc:chgData name="Milo Wullink" userId="f235af10-4c5c-4e37-a63c-85351c7f0473" providerId="ADAL" clId="{DD00DF34-956D-4349-AA63-EE407B11079E}" dt="2026-09-21T08:46:55.349" v="1"/>
        <pc:sldMkLst>
          <pc:docMk/>
          <pc:sldMk cId="976502653" sldId="303"/>
        </pc:sldMkLst>
      </pc:sldChg>
      <pc:sldChg chg="addSp modSp add mod modAnim">
        <pc:chgData name="Milo Wullink" userId="f235af10-4c5c-4e37-a63c-85351c7f0473" providerId="ADAL" clId="{DD00DF34-956D-4349-AA63-EE407B11079E}" dt="2026-09-21T14:13:28.344" v="689" actId="20577"/>
        <pc:sldMkLst>
          <pc:docMk/>
          <pc:sldMk cId="3753895119" sldId="315"/>
        </pc:sldMkLst>
        <pc:spChg chg="mod">
          <ac:chgData name="Milo Wullink" userId="f235af10-4c5c-4e37-a63c-85351c7f0473" providerId="ADAL" clId="{DD00DF34-956D-4349-AA63-EE407B11079E}" dt="2026-09-21T09:21:49.814" v="596" actId="6549"/>
          <ac:spMkLst>
            <pc:docMk/>
            <pc:sldMk cId="3753895119" sldId="315"/>
            <ac:spMk id="2" creationId="{75CDF2F0-40B6-EBEB-1E7B-C554C6D2E3E5}"/>
          </ac:spMkLst>
        </pc:spChg>
        <pc:spChg chg="mod">
          <ac:chgData name="Milo Wullink" userId="f235af10-4c5c-4e37-a63c-85351c7f0473" providerId="ADAL" clId="{DD00DF34-956D-4349-AA63-EE407B11079E}" dt="2026-09-21T09:21:43.638" v="594"/>
          <ac:spMkLst>
            <pc:docMk/>
            <pc:sldMk cId="3753895119" sldId="315"/>
            <ac:spMk id="5" creationId="{0799C0F3-D678-8E3E-9AC4-FB6154E87784}"/>
          </ac:spMkLst>
        </pc:spChg>
        <pc:spChg chg="mod">
          <ac:chgData name="Milo Wullink" userId="f235af10-4c5c-4e37-a63c-85351c7f0473" providerId="ADAL" clId="{DD00DF34-956D-4349-AA63-EE407B11079E}" dt="2026-09-21T14:13:28.344" v="689" actId="20577"/>
          <ac:spMkLst>
            <pc:docMk/>
            <pc:sldMk cId="3753895119" sldId="315"/>
            <ac:spMk id="10" creationId="{D0D2F05A-9A96-736E-075A-11326A48F742}"/>
          </ac:spMkLst>
        </pc:spChg>
        <pc:cxnChg chg="add mod">
          <ac:chgData name="Milo Wullink" userId="f235af10-4c5c-4e37-a63c-85351c7f0473" providerId="ADAL" clId="{DD00DF34-956D-4349-AA63-EE407B11079E}" dt="2026-09-21T09:30:34.049" v="597"/>
          <ac:cxnSpMkLst>
            <pc:docMk/>
            <pc:sldMk cId="3753895119" sldId="315"/>
            <ac:cxnSpMk id="20" creationId="{3B4AEFA8-70E3-2A7B-013B-417613FAA043}"/>
          </ac:cxnSpMkLst>
        </pc:cxnChg>
        <pc:cxnChg chg="add mod">
          <ac:chgData name="Milo Wullink" userId="f235af10-4c5c-4e37-a63c-85351c7f0473" providerId="ADAL" clId="{DD00DF34-956D-4349-AA63-EE407B11079E}" dt="2026-09-21T09:31:32.392" v="598"/>
          <ac:cxnSpMkLst>
            <pc:docMk/>
            <pc:sldMk cId="3753895119" sldId="315"/>
            <ac:cxnSpMk id="28" creationId="{F89DB437-E6FB-EB72-5AFE-12396F13BB4D}"/>
          </ac:cxnSpMkLst>
        </pc:cxnChg>
        <pc:cxnChg chg="add mod">
          <ac:chgData name="Milo Wullink" userId="f235af10-4c5c-4e37-a63c-85351c7f0473" providerId="ADAL" clId="{DD00DF34-956D-4349-AA63-EE407B11079E}" dt="2026-09-21T09:31:50.080" v="599"/>
          <ac:cxnSpMkLst>
            <pc:docMk/>
            <pc:sldMk cId="3753895119" sldId="315"/>
            <ac:cxnSpMk id="32" creationId="{CA396CBF-4D65-1463-FEBE-4247FD667CDB}"/>
          </ac:cxnSpMkLst>
        </pc:cxnChg>
        <pc:cxnChg chg="mod">
          <ac:chgData name="Milo Wullink" userId="f235af10-4c5c-4e37-a63c-85351c7f0473" providerId="ADAL" clId="{DD00DF34-956D-4349-AA63-EE407B11079E}" dt="2026-09-21T14:12:58.638" v="601" actId="1076"/>
          <ac:cxnSpMkLst>
            <pc:docMk/>
            <pc:sldMk cId="3753895119" sldId="315"/>
            <ac:cxnSpMk id="41" creationId="{910EE661-E2DC-33AE-D0E7-C86A9B2802C7}"/>
          </ac:cxnSpMkLst>
        </pc:cxnChg>
      </pc:sldChg>
      <pc:sldChg chg="add">
        <pc:chgData name="Milo Wullink" userId="f235af10-4c5c-4e37-a63c-85351c7f0473" providerId="ADAL" clId="{DD00DF34-956D-4349-AA63-EE407B11079E}" dt="2026-09-21T08:46:33.899" v="0"/>
        <pc:sldMkLst>
          <pc:docMk/>
          <pc:sldMk cId="2961866128" sldId="320"/>
        </pc:sldMkLst>
      </pc:sldChg>
      <pc:sldChg chg="addSp modSp add modAnim">
        <pc:chgData name="Milo Wullink" userId="f235af10-4c5c-4e37-a63c-85351c7f0473" providerId="ADAL" clId="{DD00DF34-956D-4349-AA63-EE407B11079E}" dt="2026-09-21T09:20:30.705" v="592" actId="20577"/>
        <pc:sldMkLst>
          <pc:docMk/>
          <pc:sldMk cId="828775417" sldId="321"/>
        </pc:sldMkLst>
        <pc:spChg chg="mod">
          <ac:chgData name="Milo Wullink" userId="f235af10-4c5c-4e37-a63c-85351c7f0473" providerId="ADAL" clId="{DD00DF34-956D-4349-AA63-EE407B11079E}" dt="2026-09-21T09:07:54.903" v="6"/>
          <ac:spMkLst>
            <pc:docMk/>
            <pc:sldMk cId="828775417" sldId="321"/>
            <ac:spMk id="3" creationId="{8AA6CAFD-2EE5-98B3-4428-490E73D35A9B}"/>
          </ac:spMkLst>
        </pc:spChg>
        <pc:spChg chg="add mod">
          <ac:chgData name="Milo Wullink" userId="f235af10-4c5c-4e37-a63c-85351c7f0473" providerId="ADAL" clId="{DD00DF34-956D-4349-AA63-EE407B11079E}" dt="2026-09-21T09:08:07.626" v="7"/>
          <ac:spMkLst>
            <pc:docMk/>
            <pc:sldMk cId="828775417" sldId="321"/>
            <ac:spMk id="6" creationId="{15BE6666-F837-F572-43F7-E262B2E7F361}"/>
          </ac:spMkLst>
        </pc:spChg>
        <pc:spChg chg="mod">
          <ac:chgData name="Milo Wullink" userId="f235af10-4c5c-4e37-a63c-85351c7f0473" providerId="ADAL" clId="{DD00DF34-956D-4349-AA63-EE407B11079E}" dt="2026-09-21T09:12:50.255" v="81" actId="20577"/>
          <ac:spMkLst>
            <pc:docMk/>
            <pc:sldMk cId="828775417" sldId="321"/>
            <ac:spMk id="34" creationId="{02F771AD-B904-1C68-8751-A227E3E77852}"/>
          </ac:spMkLst>
        </pc:spChg>
        <pc:spChg chg="mod">
          <ac:chgData name="Milo Wullink" userId="f235af10-4c5c-4e37-a63c-85351c7f0473" providerId="ADAL" clId="{DD00DF34-956D-4349-AA63-EE407B11079E}" dt="2026-09-21T09:18:18.075" v="293" actId="20577"/>
          <ac:spMkLst>
            <pc:docMk/>
            <pc:sldMk cId="828775417" sldId="321"/>
            <ac:spMk id="35" creationId="{DA7C79C2-68B7-7329-C466-0D3780953BDB}"/>
          </ac:spMkLst>
        </pc:spChg>
        <pc:spChg chg="mod">
          <ac:chgData name="Milo Wullink" userId="f235af10-4c5c-4e37-a63c-85351c7f0473" providerId="ADAL" clId="{DD00DF34-956D-4349-AA63-EE407B11079E}" dt="2026-09-21T09:19:25.381" v="450" actId="20577"/>
          <ac:spMkLst>
            <pc:docMk/>
            <pc:sldMk cId="828775417" sldId="321"/>
            <ac:spMk id="38" creationId="{EC385621-5B04-EEE3-5ACD-EA5526B5E5AC}"/>
          </ac:spMkLst>
        </pc:spChg>
        <pc:spChg chg="mod">
          <ac:chgData name="Milo Wullink" userId="f235af10-4c5c-4e37-a63c-85351c7f0473" providerId="ADAL" clId="{DD00DF34-956D-4349-AA63-EE407B11079E}" dt="2026-09-21T09:20:30.705" v="592" actId="20577"/>
          <ac:spMkLst>
            <pc:docMk/>
            <pc:sldMk cId="828775417" sldId="321"/>
            <ac:spMk id="39" creationId="{9808B265-905C-230C-1DDF-FC0D39EA522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2CF4C-EF9D-43CA-9DB3-923489A8800E}" type="datetimeFigureOut">
              <a:rPr lang="nl-NL" smtClean="0"/>
              <a:t>21-9-2026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D8DD7-7D49-45EE-8A64-726D3303077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243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98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C176B4-2F3E-4542-A88B-B482618D0CA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4471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sv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D3AA19E-3DC8-4556-BC42-05B65FEB6237}"/>
              </a:ext>
            </a:extLst>
          </p:cNvPr>
          <p:cNvSpPr/>
          <p:nvPr userDrawn="1"/>
        </p:nvSpPr>
        <p:spPr>
          <a:xfrm>
            <a:off x="0" y="-425941"/>
            <a:ext cx="655629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accent1"/>
                </a:solidFill>
                <a:latin typeface="+mj-lt"/>
              </a:rPr>
              <a:t>Titeldia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92802361-24B4-128D-9602-9136BE681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2" y="558801"/>
            <a:ext cx="4741181" cy="2470524"/>
          </a:xfrm>
        </p:spPr>
        <p:txBody>
          <a:bodyPr/>
          <a:lstStyle>
            <a:lvl1pPr>
              <a:lnSpc>
                <a:spcPts val="5700"/>
              </a:lnSpc>
              <a:tabLst>
                <a:tab pos="3321050" algn="l"/>
              </a:tabLst>
              <a:defRPr sz="5000" b="0">
                <a:solidFill>
                  <a:schemeClr val="accent1"/>
                </a:solidFill>
              </a:defRPr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15" name="Tijdelijke aanduiding voor tekst 13">
            <a:extLst>
              <a:ext uri="{FF2B5EF4-FFF2-40B4-BE49-F238E27FC236}">
                <a16:creationId xmlns:a16="http://schemas.microsoft.com/office/drawing/2014/main" id="{F930C324-0C4B-EE91-5BD9-6235BA247E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3450019"/>
            <a:ext cx="3921125" cy="345439"/>
          </a:xfrm>
        </p:spPr>
        <p:txBody>
          <a:bodyPr/>
          <a:lstStyle>
            <a:lvl1pPr marL="0" indent="0">
              <a:lnSpc>
                <a:spcPts val="3000"/>
              </a:lnSpc>
              <a:buNone/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fld id="{D892F363-7B40-4E03-8B84-137481AEC8E6}" type="datetime4">
              <a:rPr lang="nl-NL" smtClean="0"/>
              <a:t>28 oktober 2024</a:t>
            </a:fld>
            <a:endParaRPr lang="nl-NL" dirty="0"/>
          </a:p>
        </p:txBody>
      </p:sp>
      <p:sp>
        <p:nvSpPr>
          <p:cNvPr id="17" name="Tijdelijke aanduiding voor tekst 13">
            <a:extLst>
              <a:ext uri="{FF2B5EF4-FFF2-40B4-BE49-F238E27FC236}">
                <a16:creationId xmlns:a16="http://schemas.microsoft.com/office/drawing/2014/main" id="{178F1C08-3ADC-D06E-19D7-06992973B5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3828675"/>
            <a:ext cx="3921125" cy="345439"/>
          </a:xfrm>
        </p:spPr>
        <p:txBody>
          <a:bodyPr/>
          <a:lstStyle>
            <a:lvl1pPr marL="0" indent="0">
              <a:lnSpc>
                <a:spcPts val="3000"/>
              </a:lnSpc>
              <a:buNone/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Plaats</a:t>
            </a:r>
          </a:p>
        </p:txBody>
      </p:sp>
      <p:sp>
        <p:nvSpPr>
          <p:cNvPr id="20" name="Tijdelijke aanduiding voor tekst 13">
            <a:extLst>
              <a:ext uri="{FF2B5EF4-FFF2-40B4-BE49-F238E27FC236}">
                <a16:creationId xmlns:a16="http://schemas.microsoft.com/office/drawing/2014/main" id="{E8B1F89D-3EA1-1535-3C0C-39E804F044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4213920"/>
            <a:ext cx="3921125" cy="345439"/>
          </a:xfrm>
        </p:spPr>
        <p:txBody>
          <a:bodyPr/>
          <a:lstStyle>
            <a:lvl1pPr marL="0" indent="0">
              <a:lnSpc>
                <a:spcPts val="3000"/>
              </a:lnSpc>
              <a:buNone/>
              <a:defRPr sz="26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 dirty="0"/>
              <a:t>Naam van de spreker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6F94F487-F28D-56DE-661A-FCC17C33B2E8}"/>
              </a:ext>
            </a:extLst>
          </p:cNvPr>
          <p:cNvSpPr/>
          <p:nvPr userDrawn="1"/>
        </p:nvSpPr>
        <p:spPr>
          <a:xfrm>
            <a:off x="0" y="5049838"/>
            <a:ext cx="12192000" cy="18081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921C6E65-BFD3-1E86-287D-145BAA302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950" y="5721825"/>
            <a:ext cx="2952750" cy="531183"/>
          </a:xfrm>
          <a:prstGeom prst="rect">
            <a:avLst/>
          </a:prstGeom>
        </p:spPr>
      </p:pic>
      <p:sp>
        <p:nvSpPr>
          <p:cNvPr id="24" name="Tijdelijke aanduiding voor afbeelding 16">
            <a:extLst>
              <a:ext uri="{FF2B5EF4-FFF2-40B4-BE49-F238E27FC236}">
                <a16:creationId xmlns:a16="http://schemas.microsoft.com/office/drawing/2014/main" id="{13805081-BFCC-19CD-53A2-EFE4E89EC6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0" cy="6858000"/>
          </a:xfrm>
          <a:solidFill>
            <a:schemeClr val="bg1">
              <a:lumMod val="20000"/>
              <a:lumOff val="80000"/>
            </a:schemeClr>
          </a:solidFill>
        </p:spPr>
        <p:txBody>
          <a:bodyPr lIns="360000" tIns="0" rIns="36000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dit kader, ga naar ‘Slidebuilder’, </a:t>
            </a:r>
            <a:br>
              <a:rPr lang="nl-NL" dirty="0"/>
            </a:br>
            <a:r>
              <a:rPr lang="nl-NL" dirty="0"/>
              <a:t>klik op ‘Afbeeldingen’, selecteer een afbeelding en klik op ‘Invoegen’.</a:t>
            </a:r>
          </a:p>
        </p:txBody>
      </p:sp>
      <p:grpSp>
        <p:nvGrpSpPr>
          <p:cNvPr id="10" name="INSTRUCTIE">
            <a:extLst>
              <a:ext uri="{FF2B5EF4-FFF2-40B4-BE49-F238E27FC236}">
                <a16:creationId xmlns:a16="http://schemas.microsoft.com/office/drawing/2014/main" id="{535CCF22-4367-2D96-45C0-4003A220A6E7}"/>
              </a:ext>
            </a:extLst>
          </p:cNvPr>
          <p:cNvGrpSpPr/>
          <p:nvPr userDrawn="1"/>
        </p:nvGrpSpPr>
        <p:grpSpPr>
          <a:xfrm>
            <a:off x="12377595" y="0"/>
            <a:ext cx="3693113" cy="5247148"/>
            <a:chOff x="-3786164" y="0"/>
            <a:chExt cx="3693113" cy="5247148"/>
          </a:xfrm>
        </p:grpSpPr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10688580-CD73-0661-A3D9-25DD099E7AE9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6AFFFFE-0ABE-FFB8-58C2-B13EE84DF2AE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16" name="Ovaal 15">
              <a:extLst>
                <a:ext uri="{FF2B5EF4-FFF2-40B4-BE49-F238E27FC236}">
                  <a16:creationId xmlns:a16="http://schemas.microsoft.com/office/drawing/2014/main" id="{D5724887-6F48-9168-8B4C-B2C1ACE2E36C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D87D786F-16B0-6D24-6B7B-3B0FE6AAA12B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BBD2364B-51AC-6E8A-0B59-752C54F79CB6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2" name="Rechthoek 21">
              <a:extLst>
                <a:ext uri="{FF2B5EF4-FFF2-40B4-BE49-F238E27FC236}">
                  <a16:creationId xmlns:a16="http://schemas.microsoft.com/office/drawing/2014/main" id="{97BF573D-797C-5B4A-AF27-FE0530CE3C7A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A21874A2-9BA6-D127-9D9D-9A54A55B2606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26" name="Ovaal 25">
              <a:extLst>
                <a:ext uri="{FF2B5EF4-FFF2-40B4-BE49-F238E27FC236}">
                  <a16:creationId xmlns:a16="http://schemas.microsoft.com/office/drawing/2014/main" id="{58EBC7EC-92B9-2DEA-AE5D-038EAB653D37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F75CD16C-285B-D5B6-598A-F94F92CCADF6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29" name="Groep 28">
              <a:extLst>
                <a:ext uri="{FF2B5EF4-FFF2-40B4-BE49-F238E27FC236}">
                  <a16:creationId xmlns:a16="http://schemas.microsoft.com/office/drawing/2014/main" id="{33040EEE-2466-1957-7401-6D1FCDD4DC49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46" name="Groep 45">
                <a:extLst>
                  <a:ext uri="{FF2B5EF4-FFF2-40B4-BE49-F238E27FC236}">
                    <a16:creationId xmlns:a16="http://schemas.microsoft.com/office/drawing/2014/main" id="{4CF6BC6B-049A-CE64-3DA4-C3332F5F8F77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49" name="Groep 48">
                  <a:extLst>
                    <a:ext uri="{FF2B5EF4-FFF2-40B4-BE49-F238E27FC236}">
                      <a16:creationId xmlns:a16="http://schemas.microsoft.com/office/drawing/2014/main" id="{897BFCC1-C9A4-7D09-F1A6-0DBDE35E4037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56" name="Groep 55">
                    <a:extLst>
                      <a:ext uri="{FF2B5EF4-FFF2-40B4-BE49-F238E27FC236}">
                        <a16:creationId xmlns:a16="http://schemas.microsoft.com/office/drawing/2014/main" id="{C4B0E20C-1B3B-0DFA-9A1B-00D7A08F0A9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59" name="Rechthoek 58">
                      <a:extLst>
                        <a:ext uri="{FF2B5EF4-FFF2-40B4-BE49-F238E27FC236}">
                          <a16:creationId xmlns:a16="http://schemas.microsoft.com/office/drawing/2014/main" id="{3BCAC225-B2FD-90A0-AB54-3245002C35CE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0" name="Rechthoek 59">
                      <a:extLst>
                        <a:ext uri="{FF2B5EF4-FFF2-40B4-BE49-F238E27FC236}">
                          <a16:creationId xmlns:a16="http://schemas.microsoft.com/office/drawing/2014/main" id="{1B46A7F4-F809-B1A9-5821-E023D7F0E2E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61" name="Ovaal 60">
                      <a:extLst>
                        <a:ext uri="{FF2B5EF4-FFF2-40B4-BE49-F238E27FC236}">
                          <a16:creationId xmlns:a16="http://schemas.microsoft.com/office/drawing/2014/main" id="{13944548-47DA-8FC5-5DD3-E57E6A4B9EB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7" name="Afbeelding 56">
                    <a:extLst>
                      <a:ext uri="{FF2B5EF4-FFF2-40B4-BE49-F238E27FC236}">
                        <a16:creationId xmlns:a16="http://schemas.microsoft.com/office/drawing/2014/main" id="{615CBC30-2FC5-804B-AFD1-433868AF6CF9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58" name="Afbeelding 57">
                    <a:extLst>
                      <a:ext uri="{FF2B5EF4-FFF2-40B4-BE49-F238E27FC236}">
                        <a16:creationId xmlns:a16="http://schemas.microsoft.com/office/drawing/2014/main" id="{E408368A-6583-6F37-F227-24A27388C17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0" name="Groep 49">
                  <a:extLst>
                    <a:ext uri="{FF2B5EF4-FFF2-40B4-BE49-F238E27FC236}">
                      <a16:creationId xmlns:a16="http://schemas.microsoft.com/office/drawing/2014/main" id="{AE3FB679-CCCC-99F5-7A2B-FD06AC60E7B1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4" name="Rechthoek 53">
                    <a:extLst>
                      <a:ext uri="{FF2B5EF4-FFF2-40B4-BE49-F238E27FC236}">
                        <a16:creationId xmlns:a16="http://schemas.microsoft.com/office/drawing/2014/main" id="{578AC1B3-7C59-E71D-FD03-2F209C47376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5" name="Rechthoek 54">
                    <a:extLst>
                      <a:ext uri="{FF2B5EF4-FFF2-40B4-BE49-F238E27FC236}">
                        <a16:creationId xmlns:a16="http://schemas.microsoft.com/office/drawing/2014/main" id="{9A5EEF23-E645-8C3C-B181-96BC6753C54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51" name="Groep 50">
                  <a:extLst>
                    <a:ext uri="{FF2B5EF4-FFF2-40B4-BE49-F238E27FC236}">
                      <a16:creationId xmlns:a16="http://schemas.microsoft.com/office/drawing/2014/main" id="{5076DAB2-BA7A-9C32-3E75-5293DDA78C66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52" name="Rechthoek 51">
                    <a:extLst>
                      <a:ext uri="{FF2B5EF4-FFF2-40B4-BE49-F238E27FC236}">
                        <a16:creationId xmlns:a16="http://schemas.microsoft.com/office/drawing/2014/main" id="{6ECF4D24-9D4C-8B3D-9E2C-68C0C47506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53" name="Rechthoek 52">
                    <a:extLst>
                      <a:ext uri="{FF2B5EF4-FFF2-40B4-BE49-F238E27FC236}">
                        <a16:creationId xmlns:a16="http://schemas.microsoft.com/office/drawing/2014/main" id="{94EFB562-F0D7-4FEB-84EB-4777FC785D95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430FC728-1ADD-79C3-8E48-4169ED35E106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48" name="Gelijkbenige driehoek 47">
                <a:extLst>
                  <a:ext uri="{FF2B5EF4-FFF2-40B4-BE49-F238E27FC236}">
                    <a16:creationId xmlns:a16="http://schemas.microsoft.com/office/drawing/2014/main" id="{4E5BEDB9-D685-487C-3B1F-55922C150E9E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0" name="ICOON_info">
              <a:extLst>
                <a:ext uri="{FF2B5EF4-FFF2-40B4-BE49-F238E27FC236}">
                  <a16:creationId xmlns:a16="http://schemas.microsoft.com/office/drawing/2014/main" id="{711F5D94-7E30-FFDA-4490-CA6CBB439A70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44" name="Ovaal 43">
                <a:extLst>
                  <a:ext uri="{FF2B5EF4-FFF2-40B4-BE49-F238E27FC236}">
                    <a16:creationId xmlns:a16="http://schemas.microsoft.com/office/drawing/2014/main" id="{C25ACC93-4F18-B261-B3B0-EFD191A4832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" name="Graphic 163" descr="Informatie">
                <a:extLst>
                  <a:ext uri="{FF2B5EF4-FFF2-40B4-BE49-F238E27FC236}">
                    <a16:creationId xmlns:a16="http://schemas.microsoft.com/office/drawing/2014/main" id="{B7A22CE1-241D-5053-6853-8174E3AC2CFE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1" name="Groep 30">
              <a:extLst>
                <a:ext uri="{FF2B5EF4-FFF2-40B4-BE49-F238E27FC236}">
                  <a16:creationId xmlns:a16="http://schemas.microsoft.com/office/drawing/2014/main" id="{FE114144-2E7C-320E-2C9B-B0EBF5259264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39" name="Inspireren">
                <a:extLst>
                  <a:ext uri="{FF2B5EF4-FFF2-40B4-BE49-F238E27FC236}">
                    <a16:creationId xmlns:a16="http://schemas.microsoft.com/office/drawing/2014/main" id="{23B24524-92F1-F04E-6802-C717D883710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0D596401-910A-0BB8-35A5-1D76E8031F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42" name="Freeform 13">
                  <a:extLst>
                    <a:ext uri="{FF2B5EF4-FFF2-40B4-BE49-F238E27FC236}">
                      <a16:creationId xmlns:a16="http://schemas.microsoft.com/office/drawing/2014/main" id="{4B933DB0-0F0C-5CB9-2433-47538D97D3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43" name="Freeform 14">
                  <a:extLst>
                    <a:ext uri="{FF2B5EF4-FFF2-40B4-BE49-F238E27FC236}">
                      <a16:creationId xmlns:a16="http://schemas.microsoft.com/office/drawing/2014/main" id="{A11E49E1-8BAA-2175-B644-95C2B69C092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40" name="Tekstvak 39">
                <a:extLst>
                  <a:ext uri="{FF2B5EF4-FFF2-40B4-BE49-F238E27FC236}">
                    <a16:creationId xmlns:a16="http://schemas.microsoft.com/office/drawing/2014/main" id="{FC27C2D8-883D-146A-9C6F-FC29FF6E864E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32" name="Groep 31">
              <a:extLst>
                <a:ext uri="{FF2B5EF4-FFF2-40B4-BE49-F238E27FC236}">
                  <a16:creationId xmlns:a16="http://schemas.microsoft.com/office/drawing/2014/main" id="{291B3369-EF13-A30D-FD57-9CF87F67E11F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33" name="Groep 32">
                <a:extLst>
                  <a:ext uri="{FF2B5EF4-FFF2-40B4-BE49-F238E27FC236}">
                    <a16:creationId xmlns:a16="http://schemas.microsoft.com/office/drawing/2014/main" id="{497C935E-D138-760D-8290-4F1FB4AA2C33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35" name="Vrije vorm: vorm 34">
                  <a:extLst>
                    <a:ext uri="{FF2B5EF4-FFF2-40B4-BE49-F238E27FC236}">
                      <a16:creationId xmlns:a16="http://schemas.microsoft.com/office/drawing/2014/main" id="{1492689F-078B-6280-9039-EB567005D2FB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36" name="Groep 35">
                  <a:extLst>
                    <a:ext uri="{FF2B5EF4-FFF2-40B4-BE49-F238E27FC236}">
                      <a16:creationId xmlns:a16="http://schemas.microsoft.com/office/drawing/2014/main" id="{C011084A-2800-A76E-685F-0518D35E9FDB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37" name="Vrije vorm: vorm 36">
                    <a:extLst>
                      <a:ext uri="{FF2B5EF4-FFF2-40B4-BE49-F238E27FC236}">
                        <a16:creationId xmlns:a16="http://schemas.microsoft.com/office/drawing/2014/main" id="{0589B7F6-AA2C-336F-AA87-42A25FA5AAF0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38" name="Vrije vorm: vorm 37">
                    <a:extLst>
                      <a:ext uri="{FF2B5EF4-FFF2-40B4-BE49-F238E27FC236}">
                        <a16:creationId xmlns:a16="http://schemas.microsoft.com/office/drawing/2014/main" id="{16165633-7AE2-7AA5-57A8-FB59B8753711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34" name="Tekstvak 33">
                <a:extLst>
                  <a:ext uri="{FF2B5EF4-FFF2-40B4-BE49-F238E27FC236}">
                    <a16:creationId xmlns:a16="http://schemas.microsoft.com/office/drawing/2014/main" id="{972E71A8-2AED-9969-1794-8DC62C468CFA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482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08333E-7 0.03889 L 2.08333E-7 -7.40741E-7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>
        <p:tmplLst>
          <p:tmpl>
            <p:tnLst>
              <p:par>
                <p:cTn presetID="10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300"/>
                  </p:stCondLst>
                  <p:childTnLst>
                    <p:animMotion origin="layout" path="M 2.08333E-7 0.03889 L 2.08333E-7 -7.40741E-7 " pathEditMode="relative" rAng="0" ptsTypes="AA">
                      <p:cBhvr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17" grpId="0">
        <p:tmplLst>
          <p:tmpl>
            <p:tnLst>
              <p:par>
                <p:cTn presetID="10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300"/>
                  </p:stCondLst>
                  <p:childTnLst>
                    <p:animMotion origin="layout" path="M 2.08333E-7 0.03889 L 2.08333E-7 -7.40741E-7 " pathEditMode="relative" rAng="0" ptsTypes="AA">
                      <p:cBhvr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300"/>
                  </p:stCondLst>
                  <p:childTnLst>
                    <p:animMotion origin="layout" path="M 2.08333E-7 0.03889 L 2.08333E-7 -7.40741E-7 " pathEditMode="relative" rAng="0" ptsTypes="AA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0" y="-1944"/>
                    </p:animMotion>
                  </p:childTnLst>
                </p:cTn>
              </p:par>
            </p:tnLst>
          </p:tmpl>
        </p:tmplLst>
      </p:bldP>
      <p:bldP spid="21" grpId="0" animBg="1"/>
      <p:bldP spid="24" grpId="0" animBg="1"/>
    </p:bldLst>
  </p:timing>
  <p:extLst>
    <p:ext uri="{DCECCB84-F9BA-43D5-87BE-67443E8EF086}">
      <p15:sldGuideLst xmlns:p15="http://schemas.microsoft.com/office/powerpoint/2012/main">
        <p15:guide id="2" orient="horz" pos="31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1D978FE5-0088-E56E-62C5-1FF55A7A8B24}"/>
              </a:ext>
            </a:extLst>
          </p:cNvPr>
          <p:cNvSpPr/>
          <p:nvPr userDrawn="1"/>
        </p:nvSpPr>
        <p:spPr>
          <a:xfrm>
            <a:off x="0" y="6129338"/>
            <a:ext cx="1219200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8778B65F-BF88-4C17-8B7E-1110F69AEE26}"/>
              </a:ext>
            </a:extLst>
          </p:cNvPr>
          <p:cNvSpPr/>
          <p:nvPr userDrawn="1"/>
        </p:nvSpPr>
        <p:spPr>
          <a:xfrm>
            <a:off x="0" y="-425941"/>
            <a:ext cx="45172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accent1"/>
                </a:solidFill>
                <a:latin typeface="+mj-lt"/>
              </a:rPr>
              <a:t>Tekst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7C32B2A-67AA-E6D6-AE57-0F98725B06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425" y="1449389"/>
            <a:ext cx="8316232" cy="3995736"/>
          </a:xfrm>
        </p:spPr>
        <p:txBody>
          <a:bodyPr/>
          <a:lstStyle>
            <a:lvl1pPr>
              <a:defRPr sz="2400"/>
            </a:lvl1pPr>
            <a:lvl4pPr>
              <a:defRPr sz="2400"/>
            </a:lvl4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64E6C774-A8E3-3BAD-E121-6B21E5397E8B}"/>
              </a:ext>
            </a:extLst>
          </p:cNvPr>
          <p:cNvSpPr/>
          <p:nvPr userDrawn="1"/>
        </p:nvSpPr>
        <p:spPr>
          <a:xfrm>
            <a:off x="9779000" y="0"/>
            <a:ext cx="2413000" cy="6129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pic>
        <p:nvPicPr>
          <p:cNvPr id="12" name="Logo sky blue">
            <a:extLst>
              <a:ext uri="{FF2B5EF4-FFF2-40B4-BE49-F238E27FC236}">
                <a16:creationId xmlns:a16="http://schemas.microsoft.com/office/drawing/2014/main" id="{36AFA65C-ACB1-E57B-CAE9-A5D9A25E1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842" y="6387054"/>
            <a:ext cx="1391277" cy="250283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E485F3AB-F737-A404-9DCA-8FE7A73883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8476" y="623174"/>
            <a:ext cx="8297181" cy="465851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Plaats hier je titel</a:t>
            </a:r>
          </a:p>
        </p:txBody>
      </p:sp>
      <p:grpSp>
        <p:nvGrpSpPr>
          <p:cNvPr id="9" name="INSTRUCTIE">
            <a:extLst>
              <a:ext uri="{FF2B5EF4-FFF2-40B4-BE49-F238E27FC236}">
                <a16:creationId xmlns:a16="http://schemas.microsoft.com/office/drawing/2014/main" id="{AA85C36B-A105-1530-EA66-D4D7658EF54B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966C3D38-AF3C-E338-6FA8-D65213E0F972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1" name="Ovaal 10">
              <a:extLst>
                <a:ext uri="{FF2B5EF4-FFF2-40B4-BE49-F238E27FC236}">
                  <a16:creationId xmlns:a16="http://schemas.microsoft.com/office/drawing/2014/main" id="{470BB1E0-C4C1-B93A-3EA2-F3B7A1AB7461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A5F29355-7F3A-E271-CB77-25ADEA7A27D1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4" name="Ovaal 13">
              <a:extLst>
                <a:ext uri="{FF2B5EF4-FFF2-40B4-BE49-F238E27FC236}">
                  <a16:creationId xmlns:a16="http://schemas.microsoft.com/office/drawing/2014/main" id="{B525B130-B87E-2ED2-2D62-B5497176C360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1315D3C5-D6E2-6EFE-DD02-8D830371AB2F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0464BC6-FCA8-9BCD-A20B-FC50067DAEE9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8B78A740-A239-635E-4D15-F7429F5A012C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7CC46F89-FB9B-E683-D6E5-99CA0966F74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29" name="Ovaal 28">
              <a:extLst>
                <a:ext uri="{FF2B5EF4-FFF2-40B4-BE49-F238E27FC236}">
                  <a16:creationId xmlns:a16="http://schemas.microsoft.com/office/drawing/2014/main" id="{064664A9-3F83-EA68-1182-A5EFB91E5A33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30" name="Rechthoek 29">
              <a:extLst>
                <a:ext uri="{FF2B5EF4-FFF2-40B4-BE49-F238E27FC236}">
                  <a16:creationId xmlns:a16="http://schemas.microsoft.com/office/drawing/2014/main" id="{D8769CE5-6A7B-543D-3DEF-860A8538CE09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9F93FCFB-76B9-99BB-82D0-A765E9F0A835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2" name="Rechthoek 31">
              <a:extLst>
                <a:ext uri="{FF2B5EF4-FFF2-40B4-BE49-F238E27FC236}">
                  <a16:creationId xmlns:a16="http://schemas.microsoft.com/office/drawing/2014/main" id="{C8CA08C2-A0D8-2AFC-95C3-37087136AF40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Subtitel #1</a:t>
              </a:r>
            </a:p>
          </p:txBody>
        </p:sp>
        <p:sp>
          <p:nvSpPr>
            <p:cNvPr id="33" name="Ovaal 32">
              <a:extLst>
                <a:ext uri="{FF2B5EF4-FFF2-40B4-BE49-F238E27FC236}">
                  <a16:creationId xmlns:a16="http://schemas.microsoft.com/office/drawing/2014/main" id="{BAE3F905-FCD6-494C-FDF2-37FE1F311483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4" name="Rechthoek 33">
              <a:extLst>
                <a:ext uri="{FF2B5EF4-FFF2-40B4-BE49-F238E27FC236}">
                  <a16:creationId xmlns:a16="http://schemas.microsoft.com/office/drawing/2014/main" id="{68BADD85-4413-A9C5-2EDC-FBBB94587710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5" name="Ovaal 34">
              <a:extLst>
                <a:ext uri="{FF2B5EF4-FFF2-40B4-BE49-F238E27FC236}">
                  <a16:creationId xmlns:a16="http://schemas.microsoft.com/office/drawing/2014/main" id="{4DEFEE8B-2FD5-D17F-A355-6B54BC28C3D1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223D5525-83D6-DF89-4CBA-054615CF8B12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7" name="Ovaal 36">
              <a:extLst>
                <a:ext uri="{FF2B5EF4-FFF2-40B4-BE49-F238E27FC236}">
                  <a16:creationId xmlns:a16="http://schemas.microsoft.com/office/drawing/2014/main" id="{07EFB126-142C-F014-5EF1-6AB016881E1C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8" name="Ovaal 37">
              <a:extLst>
                <a:ext uri="{FF2B5EF4-FFF2-40B4-BE49-F238E27FC236}">
                  <a16:creationId xmlns:a16="http://schemas.microsoft.com/office/drawing/2014/main" id="{2D22B27F-BBAA-464A-3627-3A66D6AA64E1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7E288F-69F0-9F4E-0133-E5126399B17B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Subtitel #2</a:t>
              </a:r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9D9D4FE-800D-C669-B022-4DFB4E3D28B7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41" name="ICOON_info">
              <a:extLst>
                <a:ext uri="{FF2B5EF4-FFF2-40B4-BE49-F238E27FC236}">
                  <a16:creationId xmlns:a16="http://schemas.microsoft.com/office/drawing/2014/main" id="{317BB227-979A-CA68-AC31-48265BB3DB24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90" name="Ovaal 89">
                <a:extLst>
                  <a:ext uri="{FF2B5EF4-FFF2-40B4-BE49-F238E27FC236}">
                    <a16:creationId xmlns:a16="http://schemas.microsoft.com/office/drawing/2014/main" id="{89800884-CF1F-75E0-A6CC-8FC075450E24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1" name="Graphic 163" descr="Informatie">
                <a:extLst>
                  <a:ext uri="{FF2B5EF4-FFF2-40B4-BE49-F238E27FC236}">
                    <a16:creationId xmlns:a16="http://schemas.microsoft.com/office/drawing/2014/main" id="{25B486B3-EDBD-A03D-93E9-2CC52C44D54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2" name="VOORBEELD">
              <a:extLst>
                <a:ext uri="{FF2B5EF4-FFF2-40B4-BE49-F238E27FC236}">
                  <a16:creationId xmlns:a16="http://schemas.microsoft.com/office/drawing/2014/main" id="{879C7B37-1B3E-6303-A888-6C6573547E9D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B395A977-C82A-8B93-E474-09BB01553E3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51" name="Rechthoek 50">
                <a:extLst>
                  <a:ext uri="{FF2B5EF4-FFF2-40B4-BE49-F238E27FC236}">
                    <a16:creationId xmlns:a16="http://schemas.microsoft.com/office/drawing/2014/main" id="{7FDAF425-A0AD-4DF7-4ABA-93C997EF1DF3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2" name="Groep 51">
                <a:extLst>
                  <a:ext uri="{FF2B5EF4-FFF2-40B4-BE49-F238E27FC236}">
                    <a16:creationId xmlns:a16="http://schemas.microsoft.com/office/drawing/2014/main" id="{304EE7F9-51AB-8748-45F8-CACB0D7A1D47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83" name="Groep 82">
                  <a:extLst>
                    <a:ext uri="{FF2B5EF4-FFF2-40B4-BE49-F238E27FC236}">
                      <a16:creationId xmlns:a16="http://schemas.microsoft.com/office/drawing/2014/main" id="{E541AE05-E292-E576-87D8-42695B9DC76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85" name="Rechte verbindingslijn 84">
                    <a:extLst>
                      <a:ext uri="{FF2B5EF4-FFF2-40B4-BE49-F238E27FC236}">
                        <a16:creationId xmlns:a16="http://schemas.microsoft.com/office/drawing/2014/main" id="{25B4CB9E-EB64-267A-02BC-CAFBB0062A8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6" name="Rechte verbindingslijn 85">
                    <a:extLst>
                      <a:ext uri="{FF2B5EF4-FFF2-40B4-BE49-F238E27FC236}">
                        <a16:creationId xmlns:a16="http://schemas.microsoft.com/office/drawing/2014/main" id="{85E090A8-6293-ADED-5A6B-2CEB7B859C8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7" name="Rechte verbindingslijn 86">
                    <a:extLst>
                      <a:ext uri="{FF2B5EF4-FFF2-40B4-BE49-F238E27FC236}">
                        <a16:creationId xmlns:a16="http://schemas.microsoft.com/office/drawing/2014/main" id="{1BB7A0B4-C1FD-C906-CAFA-005B5C2163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8" name="Rechte verbindingslijn 87">
                    <a:extLst>
                      <a:ext uri="{FF2B5EF4-FFF2-40B4-BE49-F238E27FC236}">
                        <a16:creationId xmlns:a16="http://schemas.microsoft.com/office/drawing/2014/main" id="{08E5AF8E-0EB1-AC82-34C0-C3D74E803B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9" name="Rechte verbindingslijn 88">
                    <a:extLst>
                      <a:ext uri="{FF2B5EF4-FFF2-40B4-BE49-F238E27FC236}">
                        <a16:creationId xmlns:a16="http://schemas.microsoft.com/office/drawing/2014/main" id="{9C3DFC2F-4AA9-8959-A417-7A93379CC42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84" name="Pijl: rechts 83">
                  <a:extLst>
                    <a:ext uri="{FF2B5EF4-FFF2-40B4-BE49-F238E27FC236}">
                      <a16:creationId xmlns:a16="http://schemas.microsoft.com/office/drawing/2014/main" id="{C2E000C0-A2C7-0F7C-13FB-C16381FAB496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3" name="Groep 52">
                <a:extLst>
                  <a:ext uri="{FF2B5EF4-FFF2-40B4-BE49-F238E27FC236}">
                    <a16:creationId xmlns:a16="http://schemas.microsoft.com/office/drawing/2014/main" id="{ABCD0F47-7EBB-2F77-A201-97F09D88822C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76" name="Groep 75">
                  <a:extLst>
                    <a:ext uri="{FF2B5EF4-FFF2-40B4-BE49-F238E27FC236}">
                      <a16:creationId xmlns:a16="http://schemas.microsoft.com/office/drawing/2014/main" id="{574F220F-3019-E5C2-A76E-0E1C253D704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78" name="Rechte verbindingslijn 77">
                    <a:extLst>
                      <a:ext uri="{FF2B5EF4-FFF2-40B4-BE49-F238E27FC236}">
                        <a16:creationId xmlns:a16="http://schemas.microsoft.com/office/drawing/2014/main" id="{9C433441-FA86-19F0-8F11-A949DCC3FF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9" name="Rechte verbindingslijn 78">
                    <a:extLst>
                      <a:ext uri="{FF2B5EF4-FFF2-40B4-BE49-F238E27FC236}">
                        <a16:creationId xmlns:a16="http://schemas.microsoft.com/office/drawing/2014/main" id="{7E3A3355-0836-684B-1B66-6D43D1E287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0" name="Rechte verbindingslijn 79">
                    <a:extLst>
                      <a:ext uri="{FF2B5EF4-FFF2-40B4-BE49-F238E27FC236}">
                        <a16:creationId xmlns:a16="http://schemas.microsoft.com/office/drawing/2014/main" id="{BBB976B3-9752-9A32-31AD-74516B124BC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1" name="Rechte verbindingslijn 80">
                    <a:extLst>
                      <a:ext uri="{FF2B5EF4-FFF2-40B4-BE49-F238E27FC236}">
                        <a16:creationId xmlns:a16="http://schemas.microsoft.com/office/drawing/2014/main" id="{E4516FD0-688B-F88E-421F-551F5946E7C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82" name="Rechte verbindingslijn 81">
                    <a:extLst>
                      <a:ext uri="{FF2B5EF4-FFF2-40B4-BE49-F238E27FC236}">
                        <a16:creationId xmlns:a16="http://schemas.microsoft.com/office/drawing/2014/main" id="{6EA32CA4-DD34-7C96-8A83-C83E217DF31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7" name="Pijl: rechts 76">
                  <a:extLst>
                    <a:ext uri="{FF2B5EF4-FFF2-40B4-BE49-F238E27FC236}">
                      <a16:creationId xmlns:a16="http://schemas.microsoft.com/office/drawing/2014/main" id="{80CE2F2F-BBF9-EA85-520C-A0BEFFEFBF4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54" name="Rechte verbindingslijn 53">
                <a:extLst>
                  <a:ext uri="{FF2B5EF4-FFF2-40B4-BE49-F238E27FC236}">
                    <a16:creationId xmlns:a16="http://schemas.microsoft.com/office/drawing/2014/main" id="{B49DBE4E-83F1-F9EC-E634-3363E91DC3B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55" name="Rechte verbindingslijn 54">
                <a:extLst>
                  <a:ext uri="{FF2B5EF4-FFF2-40B4-BE49-F238E27FC236}">
                    <a16:creationId xmlns:a16="http://schemas.microsoft.com/office/drawing/2014/main" id="{A7520F66-E881-C976-A418-988157250E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56" name="Rechthoek 55">
                <a:extLst>
                  <a:ext uri="{FF2B5EF4-FFF2-40B4-BE49-F238E27FC236}">
                    <a16:creationId xmlns:a16="http://schemas.microsoft.com/office/drawing/2014/main" id="{4579DCAB-BA5E-70C2-B406-89C3B6D08791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57" name="Rechthoek 56">
                <a:extLst>
                  <a:ext uri="{FF2B5EF4-FFF2-40B4-BE49-F238E27FC236}">
                    <a16:creationId xmlns:a16="http://schemas.microsoft.com/office/drawing/2014/main" id="{9F55D403-3925-026C-C4B0-2A2C8DBE3C60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58" name="Groep 57">
                <a:extLst>
                  <a:ext uri="{FF2B5EF4-FFF2-40B4-BE49-F238E27FC236}">
                    <a16:creationId xmlns:a16="http://schemas.microsoft.com/office/drawing/2014/main" id="{5286DFE4-7B17-856F-D252-DB259A94FCC7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68" name="Rechthoek 67">
                  <a:extLst>
                    <a:ext uri="{FF2B5EF4-FFF2-40B4-BE49-F238E27FC236}">
                      <a16:creationId xmlns:a16="http://schemas.microsoft.com/office/drawing/2014/main" id="{A3BD9085-6436-36BA-075C-C73081CFA316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9" name="Groep 68">
                  <a:extLst>
                    <a:ext uri="{FF2B5EF4-FFF2-40B4-BE49-F238E27FC236}">
                      <a16:creationId xmlns:a16="http://schemas.microsoft.com/office/drawing/2014/main" id="{365D0FBE-4299-AF05-A2C2-2D1FE568152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71" name="Rechte verbindingslijn 70">
                    <a:extLst>
                      <a:ext uri="{FF2B5EF4-FFF2-40B4-BE49-F238E27FC236}">
                        <a16:creationId xmlns:a16="http://schemas.microsoft.com/office/drawing/2014/main" id="{F797AFBF-4D61-0E1A-06EF-E4E494AE7BF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2" name="Rechte verbindingslijn 71">
                    <a:extLst>
                      <a:ext uri="{FF2B5EF4-FFF2-40B4-BE49-F238E27FC236}">
                        <a16:creationId xmlns:a16="http://schemas.microsoft.com/office/drawing/2014/main" id="{3AC9DAC8-E025-909A-9AAC-2B9C96B2474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3" name="Rechte verbindingslijn 72">
                    <a:extLst>
                      <a:ext uri="{FF2B5EF4-FFF2-40B4-BE49-F238E27FC236}">
                        <a16:creationId xmlns:a16="http://schemas.microsoft.com/office/drawing/2014/main" id="{A651162E-5F99-BAA8-E197-F7B7428C32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4" name="Rechte verbindingslijn 73">
                    <a:extLst>
                      <a:ext uri="{FF2B5EF4-FFF2-40B4-BE49-F238E27FC236}">
                        <a16:creationId xmlns:a16="http://schemas.microsoft.com/office/drawing/2014/main" id="{8D8A8A95-9E17-AFA4-512D-1D067DA7CDE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75" name="Rechte verbindingslijn 74">
                    <a:extLst>
                      <a:ext uri="{FF2B5EF4-FFF2-40B4-BE49-F238E27FC236}">
                        <a16:creationId xmlns:a16="http://schemas.microsoft.com/office/drawing/2014/main" id="{0AC7ABA4-1750-6217-D670-077EEF2527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70" name="Pijl: rechts 69">
                  <a:extLst>
                    <a:ext uri="{FF2B5EF4-FFF2-40B4-BE49-F238E27FC236}">
                      <a16:creationId xmlns:a16="http://schemas.microsoft.com/office/drawing/2014/main" id="{87DF29FD-880B-BC33-0499-6AAA80AECA47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59" name="Groep 58">
                <a:extLst>
                  <a:ext uri="{FF2B5EF4-FFF2-40B4-BE49-F238E27FC236}">
                    <a16:creationId xmlns:a16="http://schemas.microsoft.com/office/drawing/2014/main" id="{2C5FFCF2-05D3-7A59-A66E-E6E1806D8FB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60" name="Rechthoek 59">
                  <a:extLst>
                    <a:ext uri="{FF2B5EF4-FFF2-40B4-BE49-F238E27FC236}">
                      <a16:creationId xmlns:a16="http://schemas.microsoft.com/office/drawing/2014/main" id="{EC052ECA-C80E-576C-FAC4-EBCE1EFBECDF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61" name="Groep 60">
                  <a:extLst>
                    <a:ext uri="{FF2B5EF4-FFF2-40B4-BE49-F238E27FC236}">
                      <a16:creationId xmlns:a16="http://schemas.microsoft.com/office/drawing/2014/main" id="{0F9476C0-A40C-EFA6-A1A5-A9BC1CE634D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63" name="Rechte verbindingslijn 62">
                    <a:extLst>
                      <a:ext uri="{FF2B5EF4-FFF2-40B4-BE49-F238E27FC236}">
                        <a16:creationId xmlns:a16="http://schemas.microsoft.com/office/drawing/2014/main" id="{75D379AC-B6F2-8AFA-AEB2-C14DFC2092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4" name="Rechte verbindingslijn 63">
                    <a:extLst>
                      <a:ext uri="{FF2B5EF4-FFF2-40B4-BE49-F238E27FC236}">
                        <a16:creationId xmlns:a16="http://schemas.microsoft.com/office/drawing/2014/main" id="{918C3A14-BC07-3CD2-9E61-0820300F123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Rechte verbindingslijn 64">
                    <a:extLst>
                      <a:ext uri="{FF2B5EF4-FFF2-40B4-BE49-F238E27FC236}">
                        <a16:creationId xmlns:a16="http://schemas.microsoft.com/office/drawing/2014/main" id="{71C2C942-1363-F95D-1B41-9D2F4630DD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Rechte verbindingslijn 65">
                    <a:extLst>
                      <a:ext uri="{FF2B5EF4-FFF2-40B4-BE49-F238E27FC236}">
                        <a16:creationId xmlns:a16="http://schemas.microsoft.com/office/drawing/2014/main" id="{011CA59C-DEDF-28C4-60C8-61522932615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Rechte verbindingslijn 66">
                    <a:extLst>
                      <a:ext uri="{FF2B5EF4-FFF2-40B4-BE49-F238E27FC236}">
                        <a16:creationId xmlns:a16="http://schemas.microsoft.com/office/drawing/2014/main" id="{B7677DE0-1872-41CA-013D-8C825F1B4E5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62" name="Pijl: rechts 61">
                  <a:extLst>
                    <a:ext uri="{FF2B5EF4-FFF2-40B4-BE49-F238E27FC236}">
                      <a16:creationId xmlns:a16="http://schemas.microsoft.com/office/drawing/2014/main" id="{B933C25C-9A4E-35EE-68E0-62EDEA8EB5B1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3" name="Groep 42">
              <a:extLst>
                <a:ext uri="{FF2B5EF4-FFF2-40B4-BE49-F238E27FC236}">
                  <a16:creationId xmlns:a16="http://schemas.microsoft.com/office/drawing/2014/main" id="{9726558E-41B3-58D0-55B1-DE919FD9ABDE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45" name="Inspireren">
                <a:extLst>
                  <a:ext uri="{FF2B5EF4-FFF2-40B4-BE49-F238E27FC236}">
                    <a16:creationId xmlns:a16="http://schemas.microsoft.com/office/drawing/2014/main" id="{0D560E83-A575-39D6-E765-275D20BBFAF9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47" name="Freeform 12">
                  <a:extLst>
                    <a:ext uri="{FF2B5EF4-FFF2-40B4-BE49-F238E27FC236}">
                      <a16:creationId xmlns:a16="http://schemas.microsoft.com/office/drawing/2014/main" id="{CA428C49-4875-6A33-AB7B-7D0CBD67FE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48" name="Freeform 13">
                  <a:extLst>
                    <a:ext uri="{FF2B5EF4-FFF2-40B4-BE49-F238E27FC236}">
                      <a16:creationId xmlns:a16="http://schemas.microsoft.com/office/drawing/2014/main" id="{35A4132C-2075-FA85-091D-B929616244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49" name="Freeform 14">
                  <a:extLst>
                    <a:ext uri="{FF2B5EF4-FFF2-40B4-BE49-F238E27FC236}">
                      <a16:creationId xmlns:a16="http://schemas.microsoft.com/office/drawing/2014/main" id="{4110F1B3-FAFD-DD20-3BBA-EE9C4C678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46" name="Tekstvak 45">
                <a:extLst>
                  <a:ext uri="{FF2B5EF4-FFF2-40B4-BE49-F238E27FC236}">
                    <a16:creationId xmlns:a16="http://schemas.microsoft.com/office/drawing/2014/main" id="{13A4F174-CE63-49EF-7901-54E04BABCB54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4A304639-032D-D96F-B36F-C684E8ADC932}"/>
                </a:ext>
              </a:extLst>
            </p:cNvPr>
            <p:cNvSpPr/>
            <p:nvPr userDrawn="1"/>
          </p:nvSpPr>
          <p:spPr>
            <a:xfrm>
              <a:off x="-3319415" y="4166566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Bronvermelding</a:t>
              </a:r>
            </a:p>
          </p:txBody>
        </p:sp>
      </p:grpSp>
      <p:grpSp>
        <p:nvGrpSpPr>
          <p:cNvPr id="2" name="beeldmerk">
            <a:extLst>
              <a:ext uri="{FF2B5EF4-FFF2-40B4-BE49-F238E27FC236}">
                <a16:creationId xmlns:a16="http://schemas.microsoft.com/office/drawing/2014/main" id="{D7E197BD-968E-38F2-88D1-FF69C5885768}"/>
              </a:ext>
            </a:extLst>
          </p:cNvPr>
          <p:cNvGrpSpPr/>
          <p:nvPr userDrawn="1"/>
        </p:nvGrpSpPr>
        <p:grpSpPr>
          <a:xfrm>
            <a:off x="9371521" y="1326580"/>
            <a:ext cx="1855175" cy="3438525"/>
            <a:chOff x="5843587" y="2957512"/>
            <a:chExt cx="508348" cy="942212"/>
          </a:xfrm>
          <a:solidFill>
            <a:schemeClr val="tx2"/>
          </a:solidFill>
        </p:grpSpPr>
        <p:sp>
          <p:nvSpPr>
            <p:cNvPr id="3" name="Vrije vorm: vorm 2">
              <a:extLst>
                <a:ext uri="{FF2B5EF4-FFF2-40B4-BE49-F238E27FC236}">
                  <a16:creationId xmlns:a16="http://schemas.microsoft.com/office/drawing/2014/main" id="{D5718AFA-305A-6CCB-A0B8-7E32AEEC6550}"/>
                </a:ext>
              </a:extLst>
            </p:cNvPr>
            <p:cNvSpPr/>
            <p:nvPr/>
          </p:nvSpPr>
          <p:spPr>
            <a:xfrm>
              <a:off x="6169913" y="3271170"/>
              <a:ext cx="181927" cy="126491"/>
            </a:xfrm>
            <a:custGeom>
              <a:avLst/>
              <a:gdLst>
                <a:gd name="connsiteX0" fmla="*/ 18764 w 181927"/>
                <a:gd name="connsiteY0" fmla="*/ 0 h 126491"/>
                <a:gd name="connsiteX1" fmla="*/ 102965 w 181927"/>
                <a:gd name="connsiteY1" fmla="*/ 42577 h 126491"/>
                <a:gd name="connsiteX2" fmla="*/ 181928 w 181927"/>
                <a:gd name="connsiteY2" fmla="*/ 94202 h 126491"/>
                <a:gd name="connsiteX3" fmla="*/ 163259 w 181927"/>
                <a:gd name="connsiteY3" fmla="*/ 126492 h 126491"/>
                <a:gd name="connsiteX4" fmla="*/ 79058 w 181927"/>
                <a:gd name="connsiteY4" fmla="*/ 83915 h 126491"/>
                <a:gd name="connsiteX5" fmla="*/ 0 w 181927"/>
                <a:gd name="connsiteY5" fmla="*/ 32290 h 126491"/>
                <a:gd name="connsiteX6" fmla="*/ 18669 w 181927"/>
                <a:gd name="connsiteY6" fmla="*/ 0 h 126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27" h="126491">
                  <a:moveTo>
                    <a:pt x="18764" y="0"/>
                  </a:moveTo>
                  <a:cubicBezTo>
                    <a:pt x="18764" y="0"/>
                    <a:pt x="58865" y="17145"/>
                    <a:pt x="102965" y="42577"/>
                  </a:cubicBezTo>
                  <a:cubicBezTo>
                    <a:pt x="147066" y="68008"/>
                    <a:pt x="181928" y="94202"/>
                    <a:pt x="181928" y="94202"/>
                  </a:cubicBezTo>
                  <a:lnTo>
                    <a:pt x="163259" y="126492"/>
                  </a:lnTo>
                  <a:cubicBezTo>
                    <a:pt x="163259" y="126492"/>
                    <a:pt x="123158" y="109347"/>
                    <a:pt x="79058" y="83915"/>
                  </a:cubicBezTo>
                  <a:cubicBezTo>
                    <a:pt x="34957" y="58483"/>
                    <a:pt x="0" y="32290"/>
                    <a:pt x="0" y="32290"/>
                  </a:cubicBezTo>
                  <a:lnTo>
                    <a:pt x="18669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grpSp>
          <p:nvGrpSpPr>
            <p:cNvPr id="5" name="Graphic 14">
              <a:extLst>
                <a:ext uri="{FF2B5EF4-FFF2-40B4-BE49-F238E27FC236}">
                  <a16:creationId xmlns:a16="http://schemas.microsoft.com/office/drawing/2014/main" id="{089358B8-F501-C561-8CC8-5EA7DCB410BB}"/>
                </a:ext>
              </a:extLst>
            </p:cNvPr>
            <p:cNvGrpSpPr/>
            <p:nvPr/>
          </p:nvGrpSpPr>
          <p:grpSpPr>
            <a:xfrm>
              <a:off x="5843587" y="3459574"/>
              <a:ext cx="181927" cy="315087"/>
              <a:chOff x="5843587" y="3459574"/>
              <a:chExt cx="181927" cy="315087"/>
            </a:xfrm>
            <a:grpFill/>
          </p:grpSpPr>
          <p:sp>
            <p:nvSpPr>
              <p:cNvPr id="96" name="Vrije vorm: vorm 95">
                <a:extLst>
                  <a:ext uri="{FF2B5EF4-FFF2-40B4-BE49-F238E27FC236}">
                    <a16:creationId xmlns:a16="http://schemas.microsoft.com/office/drawing/2014/main" id="{942079A3-E4D7-A1B3-0FFF-20E2D2F80E8F}"/>
                  </a:ext>
                </a:extLst>
              </p:cNvPr>
              <p:cNvSpPr/>
              <p:nvPr/>
            </p:nvSpPr>
            <p:spPr>
              <a:xfrm>
                <a:off x="5843587" y="3459574"/>
                <a:ext cx="181832" cy="126491"/>
              </a:xfrm>
              <a:custGeom>
                <a:avLst/>
                <a:gdLst>
                  <a:gd name="connsiteX0" fmla="*/ 18669 w 181832"/>
                  <a:gd name="connsiteY0" fmla="*/ 0 h 126491"/>
                  <a:gd name="connsiteX1" fmla="*/ 102870 w 181832"/>
                  <a:gd name="connsiteY1" fmla="*/ 42577 h 126491"/>
                  <a:gd name="connsiteX2" fmla="*/ 181832 w 181832"/>
                  <a:gd name="connsiteY2" fmla="*/ 94202 h 126491"/>
                  <a:gd name="connsiteX3" fmla="*/ 163163 w 181832"/>
                  <a:gd name="connsiteY3" fmla="*/ 126492 h 126491"/>
                  <a:gd name="connsiteX4" fmla="*/ 78962 w 181832"/>
                  <a:gd name="connsiteY4" fmla="*/ 83915 h 126491"/>
                  <a:gd name="connsiteX5" fmla="*/ 0 w 181832"/>
                  <a:gd name="connsiteY5" fmla="*/ 32290 h 126491"/>
                  <a:gd name="connsiteX6" fmla="*/ 18669 w 181832"/>
                  <a:gd name="connsiteY6" fmla="*/ 0 h 126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1832" h="126491">
                    <a:moveTo>
                      <a:pt x="18669" y="0"/>
                    </a:moveTo>
                    <a:cubicBezTo>
                      <a:pt x="18669" y="0"/>
                      <a:pt x="58769" y="17145"/>
                      <a:pt x="102870" y="42577"/>
                    </a:cubicBezTo>
                    <a:cubicBezTo>
                      <a:pt x="146971" y="68008"/>
                      <a:pt x="181832" y="94202"/>
                      <a:pt x="181832" y="94202"/>
                    </a:cubicBezTo>
                    <a:lnTo>
                      <a:pt x="163163" y="126492"/>
                    </a:lnTo>
                    <a:cubicBezTo>
                      <a:pt x="163163" y="126492"/>
                      <a:pt x="123063" y="109347"/>
                      <a:pt x="78962" y="83915"/>
                    </a:cubicBezTo>
                    <a:cubicBezTo>
                      <a:pt x="34957" y="58483"/>
                      <a:pt x="0" y="32290"/>
                      <a:pt x="0" y="32290"/>
                    </a:cubicBezTo>
                    <a:lnTo>
                      <a:pt x="1866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97" name="Vrije vorm: vorm 96">
                <a:extLst>
                  <a:ext uri="{FF2B5EF4-FFF2-40B4-BE49-F238E27FC236}">
                    <a16:creationId xmlns:a16="http://schemas.microsoft.com/office/drawing/2014/main" id="{B458C1CA-2F93-3C8F-092A-4539E4CDD2A2}"/>
                  </a:ext>
                </a:extLst>
              </p:cNvPr>
              <p:cNvSpPr/>
              <p:nvPr/>
            </p:nvSpPr>
            <p:spPr>
              <a:xfrm>
                <a:off x="5843587" y="3648074"/>
                <a:ext cx="181927" cy="126587"/>
              </a:xfrm>
              <a:custGeom>
                <a:avLst/>
                <a:gdLst>
                  <a:gd name="connsiteX0" fmla="*/ 0 w 181927"/>
                  <a:gd name="connsiteY0" fmla="*/ 94202 h 126587"/>
                  <a:gd name="connsiteX1" fmla="*/ 79058 w 181927"/>
                  <a:gd name="connsiteY1" fmla="*/ 42577 h 126587"/>
                  <a:gd name="connsiteX2" fmla="*/ 163259 w 181927"/>
                  <a:gd name="connsiteY2" fmla="*/ 0 h 126587"/>
                  <a:gd name="connsiteX3" fmla="*/ 181928 w 181927"/>
                  <a:gd name="connsiteY3" fmla="*/ 32290 h 126587"/>
                  <a:gd name="connsiteX4" fmla="*/ 102965 w 181927"/>
                  <a:gd name="connsiteY4" fmla="*/ 83915 h 126587"/>
                  <a:gd name="connsiteX5" fmla="*/ 18764 w 181927"/>
                  <a:gd name="connsiteY5" fmla="*/ 126587 h 126587"/>
                  <a:gd name="connsiteX6" fmla="*/ 95 w 181927"/>
                  <a:gd name="connsiteY6" fmla="*/ 94298 h 126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1927" h="126587">
                    <a:moveTo>
                      <a:pt x="0" y="94202"/>
                    </a:moveTo>
                    <a:cubicBezTo>
                      <a:pt x="0" y="94202"/>
                      <a:pt x="34957" y="68008"/>
                      <a:pt x="79058" y="42577"/>
                    </a:cubicBezTo>
                    <a:cubicBezTo>
                      <a:pt x="123158" y="17145"/>
                      <a:pt x="163259" y="0"/>
                      <a:pt x="163259" y="0"/>
                    </a:cubicBezTo>
                    <a:lnTo>
                      <a:pt x="181928" y="32290"/>
                    </a:lnTo>
                    <a:cubicBezTo>
                      <a:pt x="181928" y="32290"/>
                      <a:pt x="146971" y="58483"/>
                      <a:pt x="102965" y="83915"/>
                    </a:cubicBezTo>
                    <a:cubicBezTo>
                      <a:pt x="58865" y="109347"/>
                      <a:pt x="18764" y="126587"/>
                      <a:pt x="18764" y="126587"/>
                    </a:cubicBezTo>
                    <a:lnTo>
                      <a:pt x="95" y="9429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  <p:sp>
          <p:nvSpPr>
            <p:cNvPr id="92" name="Vrije vorm: vorm 91">
              <a:extLst>
                <a:ext uri="{FF2B5EF4-FFF2-40B4-BE49-F238E27FC236}">
                  <a16:creationId xmlns:a16="http://schemas.microsoft.com/office/drawing/2014/main" id="{35BF09BF-9ABA-06B0-890A-D89F7BFCC63A}"/>
                </a:ext>
              </a:extLst>
            </p:cNvPr>
            <p:cNvSpPr/>
            <p:nvPr/>
          </p:nvSpPr>
          <p:spPr>
            <a:xfrm>
              <a:off x="6170008" y="3082670"/>
              <a:ext cx="181927" cy="126587"/>
            </a:xfrm>
            <a:custGeom>
              <a:avLst/>
              <a:gdLst>
                <a:gd name="connsiteX0" fmla="*/ 0 w 181927"/>
                <a:gd name="connsiteY0" fmla="*/ 94202 h 126587"/>
                <a:gd name="connsiteX1" fmla="*/ 79057 w 181927"/>
                <a:gd name="connsiteY1" fmla="*/ 42577 h 126587"/>
                <a:gd name="connsiteX2" fmla="*/ 163259 w 181927"/>
                <a:gd name="connsiteY2" fmla="*/ 0 h 126587"/>
                <a:gd name="connsiteX3" fmla="*/ 181927 w 181927"/>
                <a:gd name="connsiteY3" fmla="*/ 32290 h 126587"/>
                <a:gd name="connsiteX4" fmla="*/ 102965 w 181927"/>
                <a:gd name="connsiteY4" fmla="*/ 83915 h 126587"/>
                <a:gd name="connsiteX5" fmla="*/ 18764 w 181927"/>
                <a:gd name="connsiteY5" fmla="*/ 126587 h 126587"/>
                <a:gd name="connsiteX6" fmla="*/ 95 w 181927"/>
                <a:gd name="connsiteY6" fmla="*/ 94298 h 126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927" h="126587">
                  <a:moveTo>
                    <a:pt x="0" y="94202"/>
                  </a:moveTo>
                  <a:cubicBezTo>
                    <a:pt x="0" y="94202"/>
                    <a:pt x="34957" y="68009"/>
                    <a:pt x="79057" y="42577"/>
                  </a:cubicBezTo>
                  <a:cubicBezTo>
                    <a:pt x="123158" y="17145"/>
                    <a:pt x="163259" y="0"/>
                    <a:pt x="163259" y="0"/>
                  </a:cubicBezTo>
                  <a:lnTo>
                    <a:pt x="181927" y="32290"/>
                  </a:lnTo>
                  <a:cubicBezTo>
                    <a:pt x="181927" y="32290"/>
                    <a:pt x="146971" y="58484"/>
                    <a:pt x="102965" y="83915"/>
                  </a:cubicBezTo>
                  <a:cubicBezTo>
                    <a:pt x="58960" y="109347"/>
                    <a:pt x="18764" y="126587"/>
                    <a:pt x="18764" y="126587"/>
                  </a:cubicBezTo>
                  <a:lnTo>
                    <a:pt x="95" y="942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57373766-BAF1-5945-EBF5-551DE4DDD8BA}"/>
                </a:ext>
              </a:extLst>
            </p:cNvPr>
            <p:cNvSpPr/>
            <p:nvPr/>
          </p:nvSpPr>
          <p:spPr>
            <a:xfrm>
              <a:off x="6073901" y="2957512"/>
              <a:ext cx="47625" cy="188404"/>
            </a:xfrm>
            <a:custGeom>
              <a:avLst/>
              <a:gdLst>
                <a:gd name="connsiteX0" fmla="*/ 42481 w 47625"/>
                <a:gd name="connsiteY0" fmla="*/ 0 h 188404"/>
                <a:gd name="connsiteX1" fmla="*/ 47625 w 47625"/>
                <a:gd name="connsiteY1" fmla="*/ 94202 h 188404"/>
                <a:gd name="connsiteX2" fmla="*/ 42481 w 47625"/>
                <a:gd name="connsiteY2" fmla="*/ 188405 h 188404"/>
                <a:gd name="connsiteX3" fmla="*/ 5143 w 47625"/>
                <a:gd name="connsiteY3" fmla="*/ 188405 h 188404"/>
                <a:gd name="connsiteX4" fmla="*/ 0 w 47625"/>
                <a:gd name="connsiteY4" fmla="*/ 94202 h 188404"/>
                <a:gd name="connsiteX5" fmla="*/ 5143 w 47625"/>
                <a:gd name="connsiteY5" fmla="*/ 0 h 188404"/>
                <a:gd name="connsiteX6" fmla="*/ 42481 w 47625"/>
                <a:gd name="connsiteY6" fmla="*/ 0 h 18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188404">
                  <a:moveTo>
                    <a:pt x="42481" y="0"/>
                  </a:moveTo>
                  <a:cubicBezTo>
                    <a:pt x="42481" y="0"/>
                    <a:pt x="47625" y="43339"/>
                    <a:pt x="47625" y="94202"/>
                  </a:cubicBezTo>
                  <a:cubicBezTo>
                    <a:pt x="47625" y="145066"/>
                    <a:pt x="42481" y="188405"/>
                    <a:pt x="42481" y="188405"/>
                  </a:cubicBezTo>
                  <a:lnTo>
                    <a:pt x="5143" y="188405"/>
                  </a:lnTo>
                  <a:cubicBezTo>
                    <a:pt x="5143" y="188405"/>
                    <a:pt x="0" y="145066"/>
                    <a:pt x="0" y="94202"/>
                  </a:cubicBezTo>
                  <a:cubicBezTo>
                    <a:pt x="0" y="43339"/>
                    <a:pt x="5143" y="0"/>
                    <a:pt x="5143" y="0"/>
                  </a:cubicBezTo>
                  <a:lnTo>
                    <a:pt x="42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F3E488CA-D634-D30D-9F98-9A19415212DC}"/>
                </a:ext>
              </a:extLst>
            </p:cNvPr>
            <p:cNvSpPr/>
            <p:nvPr/>
          </p:nvSpPr>
          <p:spPr>
            <a:xfrm>
              <a:off x="6073901" y="3334416"/>
              <a:ext cx="47625" cy="188404"/>
            </a:xfrm>
            <a:custGeom>
              <a:avLst/>
              <a:gdLst>
                <a:gd name="connsiteX0" fmla="*/ 42481 w 47625"/>
                <a:gd name="connsiteY0" fmla="*/ 0 h 188404"/>
                <a:gd name="connsiteX1" fmla="*/ 47625 w 47625"/>
                <a:gd name="connsiteY1" fmla="*/ 94202 h 188404"/>
                <a:gd name="connsiteX2" fmla="*/ 42481 w 47625"/>
                <a:gd name="connsiteY2" fmla="*/ 188404 h 188404"/>
                <a:gd name="connsiteX3" fmla="*/ 5143 w 47625"/>
                <a:gd name="connsiteY3" fmla="*/ 188404 h 188404"/>
                <a:gd name="connsiteX4" fmla="*/ 0 w 47625"/>
                <a:gd name="connsiteY4" fmla="*/ 94202 h 188404"/>
                <a:gd name="connsiteX5" fmla="*/ 5143 w 47625"/>
                <a:gd name="connsiteY5" fmla="*/ 0 h 188404"/>
                <a:gd name="connsiteX6" fmla="*/ 42481 w 47625"/>
                <a:gd name="connsiteY6" fmla="*/ 0 h 18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188404">
                  <a:moveTo>
                    <a:pt x="42481" y="0"/>
                  </a:moveTo>
                  <a:cubicBezTo>
                    <a:pt x="42481" y="0"/>
                    <a:pt x="47625" y="43339"/>
                    <a:pt x="47625" y="94202"/>
                  </a:cubicBezTo>
                  <a:cubicBezTo>
                    <a:pt x="47625" y="145066"/>
                    <a:pt x="42481" y="188404"/>
                    <a:pt x="42481" y="188404"/>
                  </a:cubicBezTo>
                  <a:lnTo>
                    <a:pt x="5143" y="188404"/>
                  </a:lnTo>
                  <a:cubicBezTo>
                    <a:pt x="5143" y="188404"/>
                    <a:pt x="0" y="145066"/>
                    <a:pt x="0" y="94202"/>
                  </a:cubicBezTo>
                  <a:cubicBezTo>
                    <a:pt x="0" y="43339"/>
                    <a:pt x="5143" y="0"/>
                    <a:pt x="5143" y="0"/>
                  </a:cubicBezTo>
                  <a:lnTo>
                    <a:pt x="42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D65246F7-6990-E94E-6714-8613E3EE2AF9}"/>
                </a:ext>
              </a:extLst>
            </p:cNvPr>
            <p:cNvSpPr/>
            <p:nvPr/>
          </p:nvSpPr>
          <p:spPr>
            <a:xfrm>
              <a:off x="6073901" y="3711320"/>
              <a:ext cx="47625" cy="188404"/>
            </a:xfrm>
            <a:custGeom>
              <a:avLst/>
              <a:gdLst>
                <a:gd name="connsiteX0" fmla="*/ 42481 w 47625"/>
                <a:gd name="connsiteY0" fmla="*/ 0 h 188404"/>
                <a:gd name="connsiteX1" fmla="*/ 47625 w 47625"/>
                <a:gd name="connsiteY1" fmla="*/ 94202 h 188404"/>
                <a:gd name="connsiteX2" fmla="*/ 42481 w 47625"/>
                <a:gd name="connsiteY2" fmla="*/ 188404 h 188404"/>
                <a:gd name="connsiteX3" fmla="*/ 5143 w 47625"/>
                <a:gd name="connsiteY3" fmla="*/ 188404 h 188404"/>
                <a:gd name="connsiteX4" fmla="*/ 0 w 47625"/>
                <a:gd name="connsiteY4" fmla="*/ 94202 h 188404"/>
                <a:gd name="connsiteX5" fmla="*/ 5143 w 47625"/>
                <a:gd name="connsiteY5" fmla="*/ 0 h 188404"/>
                <a:gd name="connsiteX6" fmla="*/ 42481 w 47625"/>
                <a:gd name="connsiteY6" fmla="*/ 0 h 18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188404">
                  <a:moveTo>
                    <a:pt x="42481" y="0"/>
                  </a:moveTo>
                  <a:cubicBezTo>
                    <a:pt x="42481" y="0"/>
                    <a:pt x="47625" y="43339"/>
                    <a:pt x="47625" y="94202"/>
                  </a:cubicBezTo>
                  <a:cubicBezTo>
                    <a:pt x="47625" y="145066"/>
                    <a:pt x="42481" y="188404"/>
                    <a:pt x="42481" y="188404"/>
                  </a:cubicBezTo>
                  <a:lnTo>
                    <a:pt x="5143" y="188404"/>
                  </a:lnTo>
                  <a:cubicBezTo>
                    <a:pt x="5143" y="188404"/>
                    <a:pt x="0" y="145066"/>
                    <a:pt x="0" y="94202"/>
                  </a:cubicBezTo>
                  <a:cubicBezTo>
                    <a:pt x="0" y="43339"/>
                    <a:pt x="5143" y="0"/>
                    <a:pt x="5143" y="0"/>
                  </a:cubicBezTo>
                  <a:lnTo>
                    <a:pt x="42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sp>
        <p:nvSpPr>
          <p:cNvPr id="17" name="Tijdelijke aanduiding voor dianummer 3">
            <a:extLst>
              <a:ext uri="{FF2B5EF4-FFF2-40B4-BE49-F238E27FC236}">
                <a16:creationId xmlns:a16="http://schemas.microsoft.com/office/drawing/2014/main" id="{CF98B7CF-7F0F-AD8D-0E2A-5CD5872EE6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12575" y="6381750"/>
            <a:ext cx="252413" cy="250825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1802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angepaste indel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2D298AFC-EBB6-E09C-75A6-BC1C9C8F4344}"/>
              </a:ext>
            </a:extLst>
          </p:cNvPr>
          <p:cNvSpPr/>
          <p:nvPr userDrawn="1"/>
        </p:nvSpPr>
        <p:spPr>
          <a:xfrm>
            <a:off x="0" y="5049997"/>
            <a:ext cx="12192000" cy="18081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grpSp>
        <p:nvGrpSpPr>
          <p:cNvPr id="69" name="Groep 68">
            <a:extLst>
              <a:ext uri="{FF2B5EF4-FFF2-40B4-BE49-F238E27FC236}">
                <a16:creationId xmlns:a16="http://schemas.microsoft.com/office/drawing/2014/main" id="{9253008D-CC38-3571-B0CD-B840120B8E01}"/>
              </a:ext>
            </a:extLst>
          </p:cNvPr>
          <p:cNvGrpSpPr/>
          <p:nvPr userDrawn="1"/>
        </p:nvGrpSpPr>
        <p:grpSpPr>
          <a:xfrm>
            <a:off x="4063471" y="2524869"/>
            <a:ext cx="2088136" cy="284300"/>
            <a:chOff x="4063471" y="2524869"/>
            <a:chExt cx="2088136" cy="284300"/>
          </a:xfrm>
          <a:solidFill>
            <a:schemeClr val="accent1"/>
          </a:solidFill>
        </p:grpSpPr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0D07DDD6-4E01-2027-7D79-94E864F9282B}"/>
                </a:ext>
              </a:extLst>
            </p:cNvPr>
            <p:cNvSpPr/>
            <p:nvPr/>
          </p:nvSpPr>
          <p:spPr>
            <a:xfrm>
              <a:off x="4063471" y="2524869"/>
              <a:ext cx="404810" cy="277436"/>
            </a:xfrm>
            <a:custGeom>
              <a:avLst/>
              <a:gdLst>
                <a:gd name="connsiteX0" fmla="*/ 0 w 404810"/>
                <a:gd name="connsiteY0" fmla="*/ 6864 h 277436"/>
                <a:gd name="connsiteX1" fmla="*/ 52669 w 404810"/>
                <a:gd name="connsiteY1" fmla="*/ 6864 h 277436"/>
                <a:gd name="connsiteX2" fmla="*/ 52669 w 404810"/>
                <a:gd name="connsiteY2" fmla="*/ 55270 h 277436"/>
                <a:gd name="connsiteX3" fmla="*/ 63218 w 404810"/>
                <a:gd name="connsiteY3" fmla="*/ 55270 h 277436"/>
                <a:gd name="connsiteX4" fmla="*/ 139007 w 404810"/>
                <a:gd name="connsiteY4" fmla="*/ 0 h 277436"/>
                <a:gd name="connsiteX5" fmla="*/ 222165 w 404810"/>
                <a:gd name="connsiteY5" fmla="*/ 55270 h 277436"/>
                <a:gd name="connsiteX6" fmla="*/ 233725 w 404810"/>
                <a:gd name="connsiteY6" fmla="*/ 55270 h 277436"/>
                <a:gd name="connsiteX7" fmla="*/ 310598 w 404810"/>
                <a:gd name="connsiteY7" fmla="*/ 0 h 277436"/>
                <a:gd name="connsiteX8" fmla="*/ 404811 w 404810"/>
                <a:gd name="connsiteY8" fmla="*/ 98403 h 277436"/>
                <a:gd name="connsiteX9" fmla="*/ 404811 w 404810"/>
                <a:gd name="connsiteY9" fmla="*/ 277364 h 277436"/>
                <a:gd name="connsiteX10" fmla="*/ 352141 w 404810"/>
                <a:gd name="connsiteY10" fmla="*/ 277364 h 277436"/>
                <a:gd name="connsiteX11" fmla="*/ 352141 w 404810"/>
                <a:gd name="connsiteY11" fmla="*/ 113648 h 277436"/>
                <a:gd name="connsiteX12" fmla="*/ 291597 w 404810"/>
                <a:gd name="connsiteY12" fmla="*/ 49924 h 277436"/>
                <a:gd name="connsiteX13" fmla="*/ 228957 w 404810"/>
                <a:gd name="connsiteY13" fmla="*/ 119428 h 277436"/>
                <a:gd name="connsiteX14" fmla="*/ 228957 w 404810"/>
                <a:gd name="connsiteY14" fmla="*/ 277364 h 277436"/>
                <a:gd name="connsiteX15" fmla="*/ 176287 w 404810"/>
                <a:gd name="connsiteY15" fmla="*/ 277364 h 277436"/>
                <a:gd name="connsiteX16" fmla="*/ 176287 w 404810"/>
                <a:gd name="connsiteY16" fmla="*/ 113142 h 277436"/>
                <a:gd name="connsiteX17" fmla="*/ 114731 w 404810"/>
                <a:gd name="connsiteY17" fmla="*/ 49996 h 277436"/>
                <a:gd name="connsiteX18" fmla="*/ 52597 w 404810"/>
                <a:gd name="connsiteY18" fmla="*/ 119500 h 277436"/>
                <a:gd name="connsiteX19" fmla="*/ 52597 w 404810"/>
                <a:gd name="connsiteY19" fmla="*/ 277436 h 277436"/>
                <a:gd name="connsiteX20" fmla="*/ 0 w 404810"/>
                <a:gd name="connsiteY20" fmla="*/ 277436 h 277436"/>
                <a:gd name="connsiteX21" fmla="*/ 0 w 404810"/>
                <a:gd name="connsiteY21" fmla="*/ 6864 h 27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4810" h="277436">
                  <a:moveTo>
                    <a:pt x="0" y="6864"/>
                  </a:moveTo>
                  <a:lnTo>
                    <a:pt x="52669" y="6864"/>
                  </a:lnTo>
                  <a:lnTo>
                    <a:pt x="52669" y="55270"/>
                  </a:lnTo>
                  <a:lnTo>
                    <a:pt x="63218" y="55270"/>
                  </a:lnTo>
                  <a:cubicBezTo>
                    <a:pt x="71093" y="26299"/>
                    <a:pt x="97464" y="0"/>
                    <a:pt x="139007" y="0"/>
                  </a:cubicBezTo>
                  <a:cubicBezTo>
                    <a:pt x="183729" y="0"/>
                    <a:pt x="211617" y="25287"/>
                    <a:pt x="222165" y="55270"/>
                  </a:cubicBezTo>
                  <a:lnTo>
                    <a:pt x="233725" y="55270"/>
                  </a:lnTo>
                  <a:cubicBezTo>
                    <a:pt x="243696" y="25793"/>
                    <a:pt x="268983" y="0"/>
                    <a:pt x="310598" y="0"/>
                  </a:cubicBezTo>
                  <a:cubicBezTo>
                    <a:pt x="371143" y="0"/>
                    <a:pt x="404811" y="45806"/>
                    <a:pt x="404811" y="98403"/>
                  </a:cubicBezTo>
                  <a:lnTo>
                    <a:pt x="404811" y="277364"/>
                  </a:lnTo>
                  <a:lnTo>
                    <a:pt x="352141" y="277364"/>
                  </a:lnTo>
                  <a:lnTo>
                    <a:pt x="352141" y="113648"/>
                  </a:lnTo>
                  <a:cubicBezTo>
                    <a:pt x="352141" y="74705"/>
                    <a:pt x="328443" y="49924"/>
                    <a:pt x="291597" y="49924"/>
                  </a:cubicBezTo>
                  <a:cubicBezTo>
                    <a:pt x="254750" y="49924"/>
                    <a:pt x="228957" y="75211"/>
                    <a:pt x="228957" y="119428"/>
                  </a:cubicBezTo>
                  <a:lnTo>
                    <a:pt x="228957" y="277364"/>
                  </a:lnTo>
                  <a:lnTo>
                    <a:pt x="176287" y="277364"/>
                  </a:lnTo>
                  <a:lnTo>
                    <a:pt x="176287" y="113142"/>
                  </a:lnTo>
                  <a:cubicBezTo>
                    <a:pt x="176287" y="74705"/>
                    <a:pt x="149989" y="49996"/>
                    <a:pt x="114731" y="49996"/>
                  </a:cubicBezTo>
                  <a:cubicBezTo>
                    <a:pt x="79474" y="49996"/>
                    <a:pt x="52597" y="78968"/>
                    <a:pt x="52597" y="119500"/>
                  </a:cubicBezTo>
                  <a:lnTo>
                    <a:pt x="52597" y="277436"/>
                  </a:lnTo>
                  <a:lnTo>
                    <a:pt x="0" y="277436"/>
                  </a:lnTo>
                  <a:lnTo>
                    <a:pt x="0" y="6864"/>
                  </a:lnTo>
                  <a:close/>
                </a:path>
              </a:pathLst>
            </a:custGeom>
            <a:grpFill/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4DEB7F83-D0EC-005C-A2A7-CF469E6801D5}"/>
                </a:ext>
              </a:extLst>
            </p:cNvPr>
            <p:cNvSpPr/>
            <p:nvPr/>
          </p:nvSpPr>
          <p:spPr>
            <a:xfrm>
              <a:off x="4520878" y="2524869"/>
              <a:ext cx="285238" cy="284227"/>
            </a:xfrm>
            <a:custGeom>
              <a:avLst/>
              <a:gdLst>
                <a:gd name="connsiteX0" fmla="*/ 0 w 285238"/>
                <a:gd name="connsiteY0" fmla="*/ 142114 h 284227"/>
                <a:gd name="connsiteX1" fmla="*/ 142619 w 285238"/>
                <a:gd name="connsiteY1" fmla="*/ 0 h 284227"/>
                <a:gd name="connsiteX2" fmla="*/ 285239 w 285238"/>
                <a:gd name="connsiteY2" fmla="*/ 142114 h 284227"/>
                <a:gd name="connsiteX3" fmla="*/ 142619 w 285238"/>
                <a:gd name="connsiteY3" fmla="*/ 284228 h 284227"/>
                <a:gd name="connsiteX4" fmla="*/ 0 w 285238"/>
                <a:gd name="connsiteY4" fmla="*/ 142114 h 284227"/>
                <a:gd name="connsiteX5" fmla="*/ 142692 w 285238"/>
                <a:gd name="connsiteY5" fmla="*/ 236327 h 284227"/>
                <a:gd name="connsiteX6" fmla="*/ 231630 w 285238"/>
                <a:gd name="connsiteY6" fmla="*/ 142114 h 284227"/>
                <a:gd name="connsiteX7" fmla="*/ 142692 w 285238"/>
                <a:gd name="connsiteY7" fmla="*/ 47901 h 284227"/>
                <a:gd name="connsiteX8" fmla="*/ 53753 w 285238"/>
                <a:gd name="connsiteY8" fmla="*/ 142114 h 284227"/>
                <a:gd name="connsiteX9" fmla="*/ 142692 w 285238"/>
                <a:gd name="connsiteY9" fmla="*/ 236327 h 28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238" h="284227">
                  <a:moveTo>
                    <a:pt x="0" y="142114"/>
                  </a:moveTo>
                  <a:cubicBezTo>
                    <a:pt x="0" y="59461"/>
                    <a:pt x="60039" y="0"/>
                    <a:pt x="142619" y="0"/>
                  </a:cubicBezTo>
                  <a:cubicBezTo>
                    <a:pt x="225200" y="0"/>
                    <a:pt x="285239" y="59461"/>
                    <a:pt x="285239" y="142114"/>
                  </a:cubicBezTo>
                  <a:cubicBezTo>
                    <a:pt x="285239" y="224767"/>
                    <a:pt x="223683" y="284228"/>
                    <a:pt x="142619" y="284228"/>
                  </a:cubicBezTo>
                  <a:cubicBezTo>
                    <a:pt x="61556" y="284228"/>
                    <a:pt x="0" y="225272"/>
                    <a:pt x="0" y="142114"/>
                  </a:cubicBezTo>
                  <a:close/>
                  <a:moveTo>
                    <a:pt x="142692" y="236327"/>
                  </a:moveTo>
                  <a:cubicBezTo>
                    <a:pt x="193771" y="236327"/>
                    <a:pt x="231630" y="198974"/>
                    <a:pt x="231630" y="142114"/>
                  </a:cubicBezTo>
                  <a:cubicBezTo>
                    <a:pt x="231630" y="85254"/>
                    <a:pt x="193699" y="47901"/>
                    <a:pt x="142692" y="47901"/>
                  </a:cubicBezTo>
                  <a:cubicBezTo>
                    <a:pt x="91684" y="47901"/>
                    <a:pt x="53753" y="86843"/>
                    <a:pt x="53753" y="142114"/>
                  </a:cubicBezTo>
                  <a:cubicBezTo>
                    <a:pt x="53753" y="197384"/>
                    <a:pt x="91684" y="236327"/>
                    <a:pt x="142692" y="236327"/>
                  </a:cubicBezTo>
                  <a:close/>
                </a:path>
              </a:pathLst>
            </a:custGeom>
            <a:grpFill/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CE57D5BE-DE9F-8D47-567E-0EDA4ADD4FB3}"/>
                </a:ext>
              </a:extLst>
            </p:cNvPr>
            <p:cNvSpPr/>
            <p:nvPr/>
          </p:nvSpPr>
          <p:spPr>
            <a:xfrm>
              <a:off x="4829814" y="2531661"/>
              <a:ext cx="269560" cy="270572"/>
            </a:xfrm>
            <a:custGeom>
              <a:avLst/>
              <a:gdLst>
                <a:gd name="connsiteX0" fmla="*/ 72 w 269560"/>
                <a:gd name="connsiteY0" fmla="*/ 6864 h 270572"/>
                <a:gd name="connsiteX1" fmla="*/ 72 w 269560"/>
                <a:gd name="connsiteY1" fmla="*/ 0 h 270572"/>
                <a:gd name="connsiteX2" fmla="*/ 54259 w 269560"/>
                <a:gd name="connsiteY2" fmla="*/ 0 h 270572"/>
                <a:gd name="connsiteX3" fmla="*/ 130048 w 269560"/>
                <a:gd name="connsiteY3" fmla="*/ 224261 h 270572"/>
                <a:gd name="connsiteX4" fmla="*/ 141102 w 269560"/>
                <a:gd name="connsiteY4" fmla="*/ 224261 h 270572"/>
                <a:gd name="connsiteX5" fmla="*/ 214290 w 269560"/>
                <a:gd name="connsiteY5" fmla="*/ 0 h 270572"/>
                <a:gd name="connsiteX6" fmla="*/ 269561 w 269560"/>
                <a:gd name="connsiteY6" fmla="*/ 0 h 270572"/>
                <a:gd name="connsiteX7" fmla="*/ 269561 w 269560"/>
                <a:gd name="connsiteY7" fmla="*/ 6864 h 270572"/>
                <a:gd name="connsiteX8" fmla="*/ 177949 w 269560"/>
                <a:gd name="connsiteY8" fmla="*/ 270573 h 270572"/>
                <a:gd name="connsiteX9" fmla="*/ 91612 w 269560"/>
                <a:gd name="connsiteY9" fmla="*/ 270573 h 270572"/>
                <a:gd name="connsiteX10" fmla="*/ 0 w 269560"/>
                <a:gd name="connsiteY10" fmla="*/ 6864 h 270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9560" h="270572">
                  <a:moveTo>
                    <a:pt x="72" y="6864"/>
                  </a:moveTo>
                  <a:lnTo>
                    <a:pt x="72" y="0"/>
                  </a:lnTo>
                  <a:lnTo>
                    <a:pt x="54259" y="0"/>
                  </a:lnTo>
                  <a:lnTo>
                    <a:pt x="130048" y="224261"/>
                  </a:lnTo>
                  <a:lnTo>
                    <a:pt x="141102" y="224261"/>
                  </a:lnTo>
                  <a:lnTo>
                    <a:pt x="214290" y="0"/>
                  </a:lnTo>
                  <a:lnTo>
                    <a:pt x="269561" y="0"/>
                  </a:lnTo>
                  <a:lnTo>
                    <a:pt x="269561" y="6864"/>
                  </a:lnTo>
                  <a:lnTo>
                    <a:pt x="177949" y="270573"/>
                  </a:lnTo>
                  <a:lnTo>
                    <a:pt x="91612" y="270573"/>
                  </a:lnTo>
                  <a:lnTo>
                    <a:pt x="0" y="6864"/>
                  </a:lnTo>
                  <a:close/>
                </a:path>
              </a:pathLst>
            </a:custGeom>
            <a:grpFill/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560ED7FA-67FB-4295-A247-7A4AE90827F6}"/>
                </a:ext>
              </a:extLst>
            </p:cNvPr>
            <p:cNvSpPr/>
            <p:nvPr/>
          </p:nvSpPr>
          <p:spPr>
            <a:xfrm>
              <a:off x="5130442" y="2524869"/>
              <a:ext cx="257495" cy="284227"/>
            </a:xfrm>
            <a:custGeom>
              <a:avLst/>
              <a:gdLst>
                <a:gd name="connsiteX0" fmla="*/ 0 w 257495"/>
                <a:gd name="connsiteY0" fmla="*/ 197384 h 284227"/>
                <a:gd name="connsiteX1" fmla="*/ 98981 w 257495"/>
                <a:gd name="connsiteY1" fmla="*/ 112636 h 284227"/>
                <a:gd name="connsiteX2" fmla="*/ 183729 w 257495"/>
                <a:gd name="connsiteY2" fmla="*/ 112636 h 284227"/>
                <a:gd name="connsiteX3" fmla="*/ 183729 w 257495"/>
                <a:gd name="connsiteY3" fmla="*/ 105267 h 284227"/>
                <a:gd name="connsiteX4" fmla="*/ 120005 w 257495"/>
                <a:gd name="connsiteY4" fmla="*/ 45806 h 284227"/>
                <a:gd name="connsiteX5" fmla="*/ 58449 w 257495"/>
                <a:gd name="connsiteY5" fmla="*/ 91612 h 284227"/>
                <a:gd name="connsiteX6" fmla="*/ 11632 w 257495"/>
                <a:gd name="connsiteY6" fmla="*/ 78462 h 284227"/>
                <a:gd name="connsiteX7" fmla="*/ 120078 w 257495"/>
                <a:gd name="connsiteY7" fmla="*/ 0 h 284227"/>
                <a:gd name="connsiteX8" fmla="*/ 235387 w 257495"/>
                <a:gd name="connsiteY8" fmla="*/ 105267 h 284227"/>
                <a:gd name="connsiteX9" fmla="*/ 235387 w 257495"/>
                <a:gd name="connsiteY9" fmla="*/ 221588 h 284227"/>
                <a:gd name="connsiteX10" fmla="*/ 249042 w 257495"/>
                <a:gd name="connsiteY10" fmla="*/ 234231 h 284227"/>
                <a:gd name="connsiteX11" fmla="*/ 257495 w 257495"/>
                <a:gd name="connsiteY11" fmla="*/ 234231 h 284227"/>
                <a:gd name="connsiteX12" fmla="*/ 257495 w 257495"/>
                <a:gd name="connsiteY12" fmla="*/ 277364 h 284227"/>
                <a:gd name="connsiteX13" fmla="*/ 231196 w 257495"/>
                <a:gd name="connsiteY13" fmla="*/ 277364 h 284227"/>
                <a:gd name="connsiteX14" fmla="*/ 189075 w 257495"/>
                <a:gd name="connsiteY14" fmla="*/ 237916 h 284227"/>
                <a:gd name="connsiteX15" fmla="*/ 189075 w 257495"/>
                <a:gd name="connsiteY15" fmla="*/ 226862 h 284227"/>
                <a:gd name="connsiteX16" fmla="*/ 178527 w 257495"/>
                <a:gd name="connsiteY16" fmla="*/ 226862 h 284227"/>
                <a:gd name="connsiteX17" fmla="*/ 96958 w 257495"/>
                <a:gd name="connsiteY17" fmla="*/ 284228 h 284227"/>
                <a:gd name="connsiteX18" fmla="*/ 72 w 257495"/>
                <a:gd name="connsiteY18" fmla="*/ 197384 h 284227"/>
                <a:gd name="connsiteX19" fmla="*/ 106856 w 257495"/>
                <a:gd name="connsiteY19" fmla="*/ 240011 h 284227"/>
                <a:gd name="connsiteX20" fmla="*/ 183729 w 257495"/>
                <a:gd name="connsiteY20" fmla="*/ 161549 h 284227"/>
                <a:gd name="connsiteX21" fmla="*/ 183729 w 257495"/>
                <a:gd name="connsiteY21" fmla="*/ 154179 h 284227"/>
                <a:gd name="connsiteX22" fmla="*/ 104761 w 257495"/>
                <a:gd name="connsiteY22" fmla="*/ 154179 h 284227"/>
                <a:gd name="connsiteX23" fmla="*/ 53175 w 257495"/>
                <a:gd name="connsiteY23" fmla="*/ 196301 h 284227"/>
                <a:gd name="connsiteX24" fmla="*/ 106856 w 257495"/>
                <a:gd name="connsiteY24" fmla="*/ 240011 h 28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7495" h="284227">
                  <a:moveTo>
                    <a:pt x="0" y="197384"/>
                  </a:moveTo>
                  <a:cubicBezTo>
                    <a:pt x="0" y="146882"/>
                    <a:pt x="39448" y="112636"/>
                    <a:pt x="98981" y="112636"/>
                  </a:cubicBezTo>
                  <a:lnTo>
                    <a:pt x="183729" y="112636"/>
                  </a:lnTo>
                  <a:lnTo>
                    <a:pt x="183729" y="105267"/>
                  </a:lnTo>
                  <a:cubicBezTo>
                    <a:pt x="183729" y="72105"/>
                    <a:pt x="160031" y="45806"/>
                    <a:pt x="120005" y="45806"/>
                  </a:cubicBezTo>
                  <a:cubicBezTo>
                    <a:pt x="79980" y="45806"/>
                    <a:pt x="62134" y="69504"/>
                    <a:pt x="58449" y="91612"/>
                  </a:cubicBezTo>
                  <a:lnTo>
                    <a:pt x="11632" y="78462"/>
                  </a:lnTo>
                  <a:cubicBezTo>
                    <a:pt x="23192" y="30561"/>
                    <a:pt x="63724" y="0"/>
                    <a:pt x="120078" y="0"/>
                  </a:cubicBezTo>
                  <a:cubicBezTo>
                    <a:pt x="196373" y="0"/>
                    <a:pt x="235387" y="51080"/>
                    <a:pt x="235387" y="105267"/>
                  </a:cubicBezTo>
                  <a:lnTo>
                    <a:pt x="235387" y="221588"/>
                  </a:lnTo>
                  <a:cubicBezTo>
                    <a:pt x="235387" y="231052"/>
                    <a:pt x="240661" y="234231"/>
                    <a:pt x="249042" y="234231"/>
                  </a:cubicBezTo>
                  <a:lnTo>
                    <a:pt x="257495" y="234231"/>
                  </a:lnTo>
                  <a:lnTo>
                    <a:pt x="257495" y="277364"/>
                  </a:lnTo>
                  <a:lnTo>
                    <a:pt x="231196" y="277364"/>
                  </a:lnTo>
                  <a:cubicBezTo>
                    <a:pt x="203308" y="277364"/>
                    <a:pt x="189075" y="260530"/>
                    <a:pt x="189075" y="237916"/>
                  </a:cubicBezTo>
                  <a:lnTo>
                    <a:pt x="189075" y="226862"/>
                  </a:lnTo>
                  <a:lnTo>
                    <a:pt x="178527" y="226862"/>
                  </a:lnTo>
                  <a:cubicBezTo>
                    <a:pt x="171158" y="261614"/>
                    <a:pt x="141174" y="284228"/>
                    <a:pt x="96958" y="284228"/>
                  </a:cubicBezTo>
                  <a:cubicBezTo>
                    <a:pt x="40098" y="284228"/>
                    <a:pt x="72" y="248970"/>
                    <a:pt x="72" y="197384"/>
                  </a:cubicBezTo>
                  <a:close/>
                  <a:moveTo>
                    <a:pt x="106856" y="240011"/>
                  </a:moveTo>
                  <a:cubicBezTo>
                    <a:pt x="162127" y="240011"/>
                    <a:pt x="183729" y="199985"/>
                    <a:pt x="183729" y="161549"/>
                  </a:cubicBezTo>
                  <a:lnTo>
                    <a:pt x="183729" y="154179"/>
                  </a:lnTo>
                  <a:lnTo>
                    <a:pt x="104761" y="154179"/>
                  </a:lnTo>
                  <a:cubicBezTo>
                    <a:pt x="71599" y="154179"/>
                    <a:pt x="53175" y="171013"/>
                    <a:pt x="53175" y="196301"/>
                  </a:cubicBezTo>
                  <a:cubicBezTo>
                    <a:pt x="53175" y="223683"/>
                    <a:pt x="77379" y="240011"/>
                    <a:pt x="106856" y="240011"/>
                  </a:cubicBezTo>
                  <a:close/>
                </a:path>
              </a:pathLst>
            </a:custGeom>
            <a:grpFill/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C26FC665-9B44-991E-7EF0-D2BB6EF2C150}"/>
                </a:ext>
              </a:extLst>
            </p:cNvPr>
            <p:cNvSpPr/>
            <p:nvPr/>
          </p:nvSpPr>
          <p:spPr>
            <a:xfrm>
              <a:off x="5440462" y="2526965"/>
              <a:ext cx="151144" cy="275341"/>
            </a:xfrm>
            <a:custGeom>
              <a:avLst/>
              <a:gdLst>
                <a:gd name="connsiteX0" fmla="*/ 72 w 151144"/>
                <a:gd name="connsiteY0" fmla="*/ 4768 h 275341"/>
                <a:gd name="connsiteX1" fmla="*/ 52164 w 151144"/>
                <a:gd name="connsiteY1" fmla="*/ 4768 h 275341"/>
                <a:gd name="connsiteX2" fmla="*/ 52164 w 151144"/>
                <a:gd name="connsiteY2" fmla="*/ 62134 h 275341"/>
                <a:gd name="connsiteX3" fmla="*/ 63218 w 151144"/>
                <a:gd name="connsiteY3" fmla="*/ 62134 h 275341"/>
                <a:gd name="connsiteX4" fmla="*/ 151145 w 151144"/>
                <a:gd name="connsiteY4" fmla="*/ 0 h 275341"/>
                <a:gd name="connsiteX5" fmla="*/ 151145 w 151144"/>
                <a:gd name="connsiteY5" fmla="*/ 56354 h 275341"/>
                <a:gd name="connsiteX6" fmla="*/ 133227 w 151144"/>
                <a:gd name="connsiteY6" fmla="*/ 56354 h 275341"/>
                <a:gd name="connsiteX7" fmla="*/ 52670 w 151144"/>
                <a:gd name="connsiteY7" fmla="*/ 139007 h 275341"/>
                <a:gd name="connsiteX8" fmla="*/ 52670 w 151144"/>
                <a:gd name="connsiteY8" fmla="*/ 275341 h 275341"/>
                <a:gd name="connsiteX9" fmla="*/ 0 w 151144"/>
                <a:gd name="connsiteY9" fmla="*/ 275341 h 275341"/>
                <a:gd name="connsiteX10" fmla="*/ 0 w 151144"/>
                <a:gd name="connsiteY10" fmla="*/ 4768 h 275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1144" h="275341">
                  <a:moveTo>
                    <a:pt x="72" y="4768"/>
                  </a:moveTo>
                  <a:lnTo>
                    <a:pt x="52164" y="4768"/>
                  </a:lnTo>
                  <a:lnTo>
                    <a:pt x="52164" y="62134"/>
                  </a:lnTo>
                  <a:lnTo>
                    <a:pt x="63218" y="62134"/>
                  </a:lnTo>
                  <a:cubicBezTo>
                    <a:pt x="71093" y="35836"/>
                    <a:pt x="96380" y="0"/>
                    <a:pt x="151145" y="0"/>
                  </a:cubicBezTo>
                  <a:lnTo>
                    <a:pt x="151145" y="56354"/>
                  </a:lnTo>
                  <a:lnTo>
                    <a:pt x="133227" y="56354"/>
                  </a:lnTo>
                  <a:cubicBezTo>
                    <a:pt x="78462" y="56354"/>
                    <a:pt x="52670" y="95296"/>
                    <a:pt x="52670" y="139007"/>
                  </a:cubicBezTo>
                  <a:lnTo>
                    <a:pt x="52670" y="275341"/>
                  </a:lnTo>
                  <a:lnTo>
                    <a:pt x="0" y="275341"/>
                  </a:lnTo>
                  <a:lnTo>
                    <a:pt x="0" y="4768"/>
                  </a:lnTo>
                  <a:close/>
                </a:path>
              </a:pathLst>
            </a:custGeom>
            <a:grpFill/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6E7D700C-059A-5FBB-7125-ED47702D624D}"/>
                </a:ext>
              </a:extLst>
            </p:cNvPr>
            <p:cNvSpPr/>
            <p:nvPr/>
          </p:nvSpPr>
          <p:spPr>
            <a:xfrm>
              <a:off x="5619423" y="2524869"/>
              <a:ext cx="263307" cy="284299"/>
            </a:xfrm>
            <a:custGeom>
              <a:avLst/>
              <a:gdLst>
                <a:gd name="connsiteX0" fmla="*/ 72 w 263307"/>
                <a:gd name="connsiteY0" fmla="*/ 140524 h 284299"/>
                <a:gd name="connsiteX1" fmla="*/ 135322 w 263307"/>
                <a:gd name="connsiteY1" fmla="*/ 0 h 284299"/>
                <a:gd name="connsiteX2" fmla="*/ 263203 w 263307"/>
                <a:gd name="connsiteY2" fmla="*/ 134239 h 284299"/>
                <a:gd name="connsiteX3" fmla="*/ 262119 w 263307"/>
                <a:gd name="connsiteY3" fmla="*/ 159526 h 284299"/>
                <a:gd name="connsiteX4" fmla="*/ 52091 w 263307"/>
                <a:gd name="connsiteY4" fmla="*/ 159526 h 284299"/>
                <a:gd name="connsiteX5" fmla="*/ 136334 w 263307"/>
                <a:gd name="connsiteY5" fmla="*/ 237988 h 284299"/>
                <a:gd name="connsiteX6" fmla="*/ 212123 w 263307"/>
                <a:gd name="connsiteY6" fmla="*/ 197962 h 284299"/>
                <a:gd name="connsiteX7" fmla="*/ 251065 w 263307"/>
                <a:gd name="connsiteY7" fmla="*/ 223249 h 284299"/>
                <a:gd name="connsiteX8" fmla="*/ 136334 w 263307"/>
                <a:gd name="connsiteY8" fmla="*/ 284300 h 284299"/>
                <a:gd name="connsiteX9" fmla="*/ 0 w 263307"/>
                <a:gd name="connsiteY9" fmla="*/ 140597 h 284299"/>
                <a:gd name="connsiteX10" fmla="*/ 212195 w 263307"/>
                <a:gd name="connsiteY10" fmla="*/ 115237 h 284299"/>
                <a:gd name="connsiteX11" fmla="*/ 135322 w 263307"/>
                <a:gd name="connsiteY11" fmla="*/ 44722 h 284299"/>
                <a:gd name="connsiteX12" fmla="*/ 53175 w 263307"/>
                <a:gd name="connsiteY12" fmla="*/ 115237 h 284299"/>
                <a:gd name="connsiteX13" fmla="*/ 212123 w 263307"/>
                <a:gd name="connsiteY13" fmla="*/ 115237 h 28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3307" h="284299">
                  <a:moveTo>
                    <a:pt x="72" y="140524"/>
                  </a:moveTo>
                  <a:cubicBezTo>
                    <a:pt x="72" y="55776"/>
                    <a:pt x="59533" y="0"/>
                    <a:pt x="135322" y="0"/>
                  </a:cubicBezTo>
                  <a:cubicBezTo>
                    <a:pt x="217469" y="0"/>
                    <a:pt x="265876" y="62640"/>
                    <a:pt x="263203" y="134239"/>
                  </a:cubicBezTo>
                  <a:lnTo>
                    <a:pt x="262119" y="159526"/>
                  </a:lnTo>
                  <a:lnTo>
                    <a:pt x="52091" y="159526"/>
                  </a:lnTo>
                  <a:cubicBezTo>
                    <a:pt x="58377" y="207427"/>
                    <a:pt x="87855" y="237988"/>
                    <a:pt x="136334" y="237988"/>
                  </a:cubicBezTo>
                  <a:cubicBezTo>
                    <a:pt x="169496" y="237988"/>
                    <a:pt x="196372" y="222744"/>
                    <a:pt x="212123" y="197962"/>
                  </a:cubicBezTo>
                  <a:lnTo>
                    <a:pt x="251065" y="223249"/>
                  </a:lnTo>
                  <a:cubicBezTo>
                    <a:pt x="229462" y="259591"/>
                    <a:pt x="189509" y="284300"/>
                    <a:pt x="136334" y="284300"/>
                  </a:cubicBezTo>
                  <a:cubicBezTo>
                    <a:pt x="55270" y="284300"/>
                    <a:pt x="0" y="224839"/>
                    <a:pt x="0" y="140597"/>
                  </a:cubicBezTo>
                  <a:close/>
                  <a:moveTo>
                    <a:pt x="212195" y="115237"/>
                  </a:moveTo>
                  <a:cubicBezTo>
                    <a:pt x="211111" y="76295"/>
                    <a:pt x="179539" y="44722"/>
                    <a:pt x="135322" y="44722"/>
                  </a:cubicBezTo>
                  <a:cubicBezTo>
                    <a:pt x="91106" y="44722"/>
                    <a:pt x="61628" y="73694"/>
                    <a:pt x="53175" y="115237"/>
                  </a:cubicBezTo>
                  <a:lnTo>
                    <a:pt x="212123" y="115237"/>
                  </a:lnTo>
                  <a:close/>
                </a:path>
              </a:pathLst>
            </a:custGeom>
            <a:grpFill/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" name="Vrije vorm: vorm 35">
              <a:extLst>
                <a:ext uri="{FF2B5EF4-FFF2-40B4-BE49-F238E27FC236}">
                  <a16:creationId xmlns:a16="http://schemas.microsoft.com/office/drawing/2014/main" id="{069517C0-E238-DA02-8EC5-6C98C32704DD}"/>
                </a:ext>
              </a:extLst>
            </p:cNvPr>
            <p:cNvSpPr/>
            <p:nvPr/>
          </p:nvSpPr>
          <p:spPr>
            <a:xfrm>
              <a:off x="5923735" y="2524942"/>
              <a:ext cx="227872" cy="284227"/>
            </a:xfrm>
            <a:custGeom>
              <a:avLst/>
              <a:gdLst>
                <a:gd name="connsiteX0" fmla="*/ 0 w 227872"/>
                <a:gd name="connsiteY0" fmla="*/ 202081 h 284227"/>
                <a:gd name="connsiteX1" fmla="*/ 47901 w 227872"/>
                <a:gd name="connsiteY1" fmla="*/ 189437 h 284227"/>
                <a:gd name="connsiteX2" fmla="*/ 116321 w 227872"/>
                <a:gd name="connsiteY2" fmla="*/ 238422 h 284227"/>
                <a:gd name="connsiteX3" fmla="*/ 176865 w 227872"/>
                <a:gd name="connsiteY3" fmla="*/ 201069 h 284227"/>
                <a:gd name="connsiteX4" fmla="*/ 138429 w 227872"/>
                <a:gd name="connsiteY4" fmla="*/ 166317 h 284227"/>
                <a:gd name="connsiteX5" fmla="*/ 91612 w 227872"/>
                <a:gd name="connsiteY5" fmla="*/ 156347 h 284227"/>
                <a:gd name="connsiteX6" fmla="*/ 16834 w 227872"/>
                <a:gd name="connsiteY6" fmla="*/ 78968 h 284227"/>
                <a:gd name="connsiteX7" fmla="*/ 120005 w 227872"/>
                <a:gd name="connsiteY7" fmla="*/ 0 h 284227"/>
                <a:gd name="connsiteX8" fmla="*/ 227367 w 227872"/>
                <a:gd name="connsiteY8" fmla="*/ 77884 h 284227"/>
                <a:gd name="connsiteX9" fmla="*/ 180550 w 227872"/>
                <a:gd name="connsiteY9" fmla="*/ 90528 h 284227"/>
                <a:gd name="connsiteX10" fmla="*/ 120005 w 227872"/>
                <a:gd name="connsiteY10" fmla="*/ 44722 h 284227"/>
                <a:gd name="connsiteX11" fmla="*/ 67336 w 227872"/>
                <a:gd name="connsiteY11" fmla="*/ 78968 h 284227"/>
                <a:gd name="connsiteX12" fmla="*/ 105772 w 227872"/>
                <a:gd name="connsiteY12" fmla="*/ 112130 h 284227"/>
                <a:gd name="connsiteX13" fmla="*/ 151578 w 227872"/>
                <a:gd name="connsiteY13" fmla="*/ 122101 h 284227"/>
                <a:gd name="connsiteX14" fmla="*/ 227873 w 227872"/>
                <a:gd name="connsiteY14" fmla="*/ 201069 h 284227"/>
                <a:gd name="connsiteX15" fmla="*/ 114731 w 227872"/>
                <a:gd name="connsiteY15" fmla="*/ 284228 h 284227"/>
                <a:gd name="connsiteX16" fmla="*/ 0 w 227872"/>
                <a:gd name="connsiteY16" fmla="*/ 202081 h 28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7872" h="284227">
                  <a:moveTo>
                    <a:pt x="0" y="202081"/>
                  </a:moveTo>
                  <a:lnTo>
                    <a:pt x="47901" y="189437"/>
                  </a:lnTo>
                  <a:cubicBezTo>
                    <a:pt x="55270" y="222599"/>
                    <a:pt x="83158" y="238422"/>
                    <a:pt x="116321" y="238422"/>
                  </a:cubicBezTo>
                  <a:cubicBezTo>
                    <a:pt x="156346" y="238422"/>
                    <a:pt x="176865" y="222094"/>
                    <a:pt x="176865" y="201069"/>
                  </a:cubicBezTo>
                  <a:cubicBezTo>
                    <a:pt x="176865" y="183151"/>
                    <a:pt x="164727" y="172097"/>
                    <a:pt x="138429" y="166317"/>
                  </a:cubicBezTo>
                  <a:lnTo>
                    <a:pt x="91612" y="156347"/>
                  </a:lnTo>
                  <a:cubicBezTo>
                    <a:pt x="52669" y="147894"/>
                    <a:pt x="16834" y="127953"/>
                    <a:pt x="16834" y="78968"/>
                  </a:cubicBezTo>
                  <a:cubicBezTo>
                    <a:pt x="16834" y="35258"/>
                    <a:pt x="55776" y="0"/>
                    <a:pt x="120005" y="0"/>
                  </a:cubicBezTo>
                  <a:cubicBezTo>
                    <a:pt x="175276" y="0"/>
                    <a:pt x="216891" y="29983"/>
                    <a:pt x="227367" y="77884"/>
                  </a:cubicBezTo>
                  <a:lnTo>
                    <a:pt x="180550" y="90528"/>
                  </a:lnTo>
                  <a:cubicBezTo>
                    <a:pt x="175781" y="63146"/>
                    <a:pt x="152156" y="44722"/>
                    <a:pt x="120005" y="44722"/>
                  </a:cubicBezTo>
                  <a:cubicBezTo>
                    <a:pt x="87855" y="44722"/>
                    <a:pt x="67336" y="59967"/>
                    <a:pt x="67336" y="78968"/>
                  </a:cubicBezTo>
                  <a:cubicBezTo>
                    <a:pt x="67336" y="96886"/>
                    <a:pt x="80485" y="106856"/>
                    <a:pt x="105772" y="112130"/>
                  </a:cubicBezTo>
                  <a:lnTo>
                    <a:pt x="151578" y="122101"/>
                  </a:lnTo>
                  <a:cubicBezTo>
                    <a:pt x="197890" y="132071"/>
                    <a:pt x="227873" y="156347"/>
                    <a:pt x="227873" y="201069"/>
                  </a:cubicBezTo>
                  <a:cubicBezTo>
                    <a:pt x="227873" y="251065"/>
                    <a:pt x="183657" y="284228"/>
                    <a:pt x="114731" y="284228"/>
                  </a:cubicBezTo>
                  <a:cubicBezTo>
                    <a:pt x="52091" y="284228"/>
                    <a:pt x="11560" y="251065"/>
                    <a:pt x="0" y="202081"/>
                  </a:cubicBezTo>
                  <a:close/>
                </a:path>
              </a:pathLst>
            </a:custGeom>
            <a:grpFill/>
            <a:ln w="72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</p:grpSp>
      <p:grpSp>
        <p:nvGrpSpPr>
          <p:cNvPr id="71" name="Groep 70">
            <a:extLst>
              <a:ext uri="{FF2B5EF4-FFF2-40B4-BE49-F238E27FC236}">
                <a16:creationId xmlns:a16="http://schemas.microsoft.com/office/drawing/2014/main" id="{CF4D0EDE-9D8C-E16B-6C4B-9E145F90ACE3}"/>
              </a:ext>
            </a:extLst>
          </p:cNvPr>
          <p:cNvGrpSpPr/>
          <p:nvPr userDrawn="1"/>
        </p:nvGrpSpPr>
        <p:grpSpPr>
          <a:xfrm>
            <a:off x="6929801" y="2309640"/>
            <a:ext cx="1229748" cy="738890"/>
            <a:chOff x="6929801" y="2309640"/>
            <a:chExt cx="1229748" cy="738890"/>
          </a:xfrm>
          <a:solidFill>
            <a:schemeClr val="accent1"/>
          </a:solidFill>
        </p:grpSpPr>
        <p:grpSp>
          <p:nvGrpSpPr>
            <p:cNvPr id="37" name="Graphic 3">
              <a:extLst>
                <a:ext uri="{FF2B5EF4-FFF2-40B4-BE49-F238E27FC236}">
                  <a16:creationId xmlns:a16="http://schemas.microsoft.com/office/drawing/2014/main" id="{F8874548-8969-FAB2-3D54-5A80F331E5D1}"/>
                </a:ext>
              </a:extLst>
            </p:cNvPr>
            <p:cNvGrpSpPr/>
            <p:nvPr/>
          </p:nvGrpSpPr>
          <p:grpSpPr>
            <a:xfrm>
              <a:off x="6929873" y="2309640"/>
              <a:ext cx="617583" cy="145870"/>
              <a:chOff x="6929873" y="2309640"/>
              <a:chExt cx="617583" cy="145870"/>
            </a:xfrm>
            <a:grpFill/>
          </p:grpSpPr>
          <p:sp>
            <p:nvSpPr>
              <p:cNvPr id="38" name="Vrije vorm: vorm 37">
                <a:extLst>
                  <a:ext uri="{FF2B5EF4-FFF2-40B4-BE49-F238E27FC236}">
                    <a16:creationId xmlns:a16="http://schemas.microsoft.com/office/drawing/2014/main" id="{C5365199-CE85-25BC-35E2-E3D2F7E5F14E}"/>
                  </a:ext>
                </a:extLst>
              </p:cNvPr>
              <p:cNvSpPr/>
              <p:nvPr/>
            </p:nvSpPr>
            <p:spPr>
              <a:xfrm>
                <a:off x="6929873" y="2332976"/>
                <a:ext cx="98258" cy="122534"/>
              </a:xfrm>
              <a:custGeom>
                <a:avLst/>
                <a:gdLst>
                  <a:gd name="connsiteX0" fmla="*/ 0 w 98258"/>
                  <a:gd name="connsiteY0" fmla="*/ 87132 h 122534"/>
                  <a:gd name="connsiteX1" fmla="*/ 20663 w 98258"/>
                  <a:gd name="connsiteY1" fmla="*/ 81714 h 122534"/>
                  <a:gd name="connsiteX2" fmla="*/ 50141 w 98258"/>
                  <a:gd name="connsiteY2" fmla="*/ 102810 h 122534"/>
                  <a:gd name="connsiteX3" fmla="*/ 76223 w 98258"/>
                  <a:gd name="connsiteY3" fmla="*/ 86699 h 122534"/>
                  <a:gd name="connsiteX4" fmla="*/ 59678 w 98258"/>
                  <a:gd name="connsiteY4" fmla="*/ 71743 h 122534"/>
                  <a:gd name="connsiteX5" fmla="*/ 39520 w 98258"/>
                  <a:gd name="connsiteY5" fmla="*/ 67408 h 122534"/>
                  <a:gd name="connsiteX6" fmla="*/ 7297 w 98258"/>
                  <a:gd name="connsiteY6" fmla="*/ 34029 h 122534"/>
                  <a:gd name="connsiteX7" fmla="*/ 51730 w 98258"/>
                  <a:gd name="connsiteY7" fmla="*/ 0 h 122534"/>
                  <a:gd name="connsiteX8" fmla="*/ 98042 w 98258"/>
                  <a:gd name="connsiteY8" fmla="*/ 33596 h 122534"/>
                  <a:gd name="connsiteX9" fmla="*/ 77884 w 98258"/>
                  <a:gd name="connsiteY9" fmla="*/ 39014 h 122534"/>
                  <a:gd name="connsiteX10" fmla="*/ 51803 w 98258"/>
                  <a:gd name="connsiteY10" fmla="*/ 19290 h 122534"/>
                  <a:gd name="connsiteX11" fmla="*/ 29116 w 98258"/>
                  <a:gd name="connsiteY11" fmla="*/ 34029 h 122534"/>
                  <a:gd name="connsiteX12" fmla="*/ 45661 w 98258"/>
                  <a:gd name="connsiteY12" fmla="*/ 48335 h 122534"/>
                  <a:gd name="connsiteX13" fmla="*/ 65385 w 98258"/>
                  <a:gd name="connsiteY13" fmla="*/ 52670 h 122534"/>
                  <a:gd name="connsiteX14" fmla="*/ 98259 w 98258"/>
                  <a:gd name="connsiteY14" fmla="*/ 86699 h 122534"/>
                  <a:gd name="connsiteX15" fmla="*/ 49491 w 98258"/>
                  <a:gd name="connsiteY15" fmla="*/ 122534 h 122534"/>
                  <a:gd name="connsiteX16" fmla="*/ 0 w 98258"/>
                  <a:gd name="connsiteY16" fmla="*/ 87132 h 122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8258" h="122534">
                    <a:moveTo>
                      <a:pt x="0" y="87132"/>
                    </a:moveTo>
                    <a:lnTo>
                      <a:pt x="20663" y="81714"/>
                    </a:lnTo>
                    <a:cubicBezTo>
                      <a:pt x="23842" y="96019"/>
                      <a:pt x="35836" y="102810"/>
                      <a:pt x="50141" y="102810"/>
                    </a:cubicBezTo>
                    <a:cubicBezTo>
                      <a:pt x="67408" y="102810"/>
                      <a:pt x="76223" y="95802"/>
                      <a:pt x="76223" y="86699"/>
                    </a:cubicBezTo>
                    <a:cubicBezTo>
                      <a:pt x="76223" y="78968"/>
                      <a:pt x="71021" y="74200"/>
                      <a:pt x="59678" y="71743"/>
                    </a:cubicBezTo>
                    <a:lnTo>
                      <a:pt x="39520" y="67408"/>
                    </a:lnTo>
                    <a:cubicBezTo>
                      <a:pt x="22759" y="63796"/>
                      <a:pt x="7297" y="55126"/>
                      <a:pt x="7297" y="34029"/>
                    </a:cubicBezTo>
                    <a:cubicBezTo>
                      <a:pt x="7297" y="15172"/>
                      <a:pt x="24059" y="0"/>
                      <a:pt x="51730" y="0"/>
                    </a:cubicBezTo>
                    <a:cubicBezTo>
                      <a:pt x="75573" y="0"/>
                      <a:pt x="93490" y="12933"/>
                      <a:pt x="98042" y="33596"/>
                    </a:cubicBezTo>
                    <a:lnTo>
                      <a:pt x="77884" y="39014"/>
                    </a:lnTo>
                    <a:cubicBezTo>
                      <a:pt x="75861" y="27238"/>
                      <a:pt x="65602" y="19290"/>
                      <a:pt x="51803" y="19290"/>
                    </a:cubicBezTo>
                    <a:cubicBezTo>
                      <a:pt x="38003" y="19290"/>
                      <a:pt x="29116" y="25865"/>
                      <a:pt x="29116" y="34029"/>
                    </a:cubicBezTo>
                    <a:cubicBezTo>
                      <a:pt x="29116" y="41760"/>
                      <a:pt x="34824" y="46023"/>
                      <a:pt x="45661" y="48335"/>
                    </a:cubicBezTo>
                    <a:lnTo>
                      <a:pt x="65385" y="52670"/>
                    </a:lnTo>
                    <a:cubicBezTo>
                      <a:pt x="85326" y="57004"/>
                      <a:pt x="98259" y="67408"/>
                      <a:pt x="98259" y="86699"/>
                    </a:cubicBezTo>
                    <a:cubicBezTo>
                      <a:pt x="98259" y="108229"/>
                      <a:pt x="79185" y="122534"/>
                      <a:pt x="49491" y="122534"/>
                    </a:cubicBezTo>
                    <a:cubicBezTo>
                      <a:pt x="22470" y="122534"/>
                      <a:pt x="5058" y="108229"/>
                      <a:pt x="0" y="87132"/>
                    </a:cubicBez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39" name="Vrije vorm: vorm 38">
                <a:extLst>
                  <a:ext uri="{FF2B5EF4-FFF2-40B4-BE49-F238E27FC236}">
                    <a16:creationId xmlns:a16="http://schemas.microsoft.com/office/drawing/2014/main" id="{3784F7D0-5C0F-B7CB-E614-E0B4007253B3}"/>
                  </a:ext>
                </a:extLst>
              </p:cNvPr>
              <p:cNvSpPr/>
              <p:nvPr/>
            </p:nvSpPr>
            <p:spPr>
              <a:xfrm>
                <a:off x="7057537" y="2332976"/>
                <a:ext cx="174481" cy="119572"/>
              </a:xfrm>
              <a:custGeom>
                <a:avLst/>
                <a:gdLst>
                  <a:gd name="connsiteX0" fmla="*/ 72 w 174481"/>
                  <a:gd name="connsiteY0" fmla="*/ 2962 h 119572"/>
                  <a:gd name="connsiteX1" fmla="*/ 22758 w 174481"/>
                  <a:gd name="connsiteY1" fmla="*/ 2962 h 119572"/>
                  <a:gd name="connsiteX2" fmla="*/ 22758 w 174481"/>
                  <a:gd name="connsiteY2" fmla="*/ 23842 h 119572"/>
                  <a:gd name="connsiteX3" fmla="*/ 27310 w 174481"/>
                  <a:gd name="connsiteY3" fmla="*/ 23842 h 119572"/>
                  <a:gd name="connsiteX4" fmla="*/ 59966 w 174481"/>
                  <a:gd name="connsiteY4" fmla="*/ 0 h 119572"/>
                  <a:gd name="connsiteX5" fmla="*/ 95802 w 174481"/>
                  <a:gd name="connsiteY5" fmla="*/ 23842 h 119572"/>
                  <a:gd name="connsiteX6" fmla="*/ 100787 w 174481"/>
                  <a:gd name="connsiteY6" fmla="*/ 23842 h 119572"/>
                  <a:gd name="connsiteX7" fmla="*/ 133877 w 174481"/>
                  <a:gd name="connsiteY7" fmla="*/ 0 h 119572"/>
                  <a:gd name="connsiteX8" fmla="*/ 174481 w 174481"/>
                  <a:gd name="connsiteY8" fmla="*/ 42410 h 119572"/>
                  <a:gd name="connsiteX9" fmla="*/ 174481 w 174481"/>
                  <a:gd name="connsiteY9" fmla="*/ 119572 h 119572"/>
                  <a:gd name="connsiteX10" fmla="*/ 151795 w 174481"/>
                  <a:gd name="connsiteY10" fmla="*/ 119572 h 119572"/>
                  <a:gd name="connsiteX11" fmla="*/ 151795 w 174481"/>
                  <a:gd name="connsiteY11" fmla="*/ 48985 h 119572"/>
                  <a:gd name="connsiteX12" fmla="*/ 125713 w 174481"/>
                  <a:gd name="connsiteY12" fmla="*/ 21530 h 119572"/>
                  <a:gd name="connsiteX13" fmla="*/ 98692 w 174481"/>
                  <a:gd name="connsiteY13" fmla="*/ 51441 h 119572"/>
                  <a:gd name="connsiteX14" fmla="*/ 98692 w 174481"/>
                  <a:gd name="connsiteY14" fmla="*/ 119500 h 119572"/>
                  <a:gd name="connsiteX15" fmla="*/ 76006 w 174481"/>
                  <a:gd name="connsiteY15" fmla="*/ 119500 h 119572"/>
                  <a:gd name="connsiteX16" fmla="*/ 76006 w 174481"/>
                  <a:gd name="connsiteY16" fmla="*/ 48696 h 119572"/>
                  <a:gd name="connsiteX17" fmla="*/ 49491 w 174481"/>
                  <a:gd name="connsiteY17" fmla="*/ 21458 h 119572"/>
                  <a:gd name="connsiteX18" fmla="*/ 22686 w 174481"/>
                  <a:gd name="connsiteY18" fmla="*/ 51369 h 119572"/>
                  <a:gd name="connsiteX19" fmla="*/ 22686 w 174481"/>
                  <a:gd name="connsiteY19" fmla="*/ 119428 h 119572"/>
                  <a:gd name="connsiteX20" fmla="*/ 0 w 174481"/>
                  <a:gd name="connsiteY20" fmla="*/ 119428 h 119572"/>
                  <a:gd name="connsiteX21" fmla="*/ 0 w 174481"/>
                  <a:gd name="connsiteY21" fmla="*/ 2962 h 119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74481" h="119572">
                    <a:moveTo>
                      <a:pt x="72" y="2962"/>
                    </a:moveTo>
                    <a:lnTo>
                      <a:pt x="22758" y="2962"/>
                    </a:lnTo>
                    <a:lnTo>
                      <a:pt x="22758" y="23842"/>
                    </a:lnTo>
                    <a:lnTo>
                      <a:pt x="27310" y="23842"/>
                    </a:lnTo>
                    <a:cubicBezTo>
                      <a:pt x="30706" y="11343"/>
                      <a:pt x="42049" y="0"/>
                      <a:pt x="59966" y="0"/>
                    </a:cubicBezTo>
                    <a:cubicBezTo>
                      <a:pt x="79257" y="0"/>
                      <a:pt x="91250" y="10910"/>
                      <a:pt x="95802" y="23842"/>
                    </a:cubicBezTo>
                    <a:lnTo>
                      <a:pt x="100787" y="23842"/>
                    </a:lnTo>
                    <a:cubicBezTo>
                      <a:pt x="105122" y="11126"/>
                      <a:pt x="115959" y="0"/>
                      <a:pt x="133877" y="0"/>
                    </a:cubicBezTo>
                    <a:cubicBezTo>
                      <a:pt x="159959" y="0"/>
                      <a:pt x="174481" y="19724"/>
                      <a:pt x="174481" y="42410"/>
                    </a:cubicBezTo>
                    <a:lnTo>
                      <a:pt x="174481" y="119572"/>
                    </a:lnTo>
                    <a:lnTo>
                      <a:pt x="151795" y="119572"/>
                    </a:lnTo>
                    <a:lnTo>
                      <a:pt x="151795" y="48985"/>
                    </a:lnTo>
                    <a:cubicBezTo>
                      <a:pt x="151795" y="32223"/>
                      <a:pt x="141608" y="21530"/>
                      <a:pt x="125713" y="21530"/>
                    </a:cubicBezTo>
                    <a:cubicBezTo>
                      <a:pt x="109818" y="21530"/>
                      <a:pt x="98692" y="32440"/>
                      <a:pt x="98692" y="51441"/>
                    </a:cubicBezTo>
                    <a:lnTo>
                      <a:pt x="98692" y="119500"/>
                    </a:lnTo>
                    <a:lnTo>
                      <a:pt x="76006" y="119500"/>
                    </a:lnTo>
                    <a:lnTo>
                      <a:pt x="76006" y="48696"/>
                    </a:lnTo>
                    <a:cubicBezTo>
                      <a:pt x="76006" y="32151"/>
                      <a:pt x="64663" y="21458"/>
                      <a:pt x="49491" y="21458"/>
                    </a:cubicBezTo>
                    <a:cubicBezTo>
                      <a:pt x="34318" y="21458"/>
                      <a:pt x="22686" y="33957"/>
                      <a:pt x="22686" y="51369"/>
                    </a:cubicBezTo>
                    <a:lnTo>
                      <a:pt x="22686" y="119428"/>
                    </a:lnTo>
                    <a:lnTo>
                      <a:pt x="0" y="119428"/>
                    </a:lnTo>
                    <a:lnTo>
                      <a:pt x="0" y="2962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0" name="Vrije vorm: vorm 39">
                <a:extLst>
                  <a:ext uri="{FF2B5EF4-FFF2-40B4-BE49-F238E27FC236}">
                    <a16:creationId xmlns:a16="http://schemas.microsoft.com/office/drawing/2014/main" id="{EFBC9E7C-DB6E-DE77-39C4-7F169FA86857}"/>
                  </a:ext>
                </a:extLst>
              </p:cNvPr>
              <p:cNvSpPr/>
              <p:nvPr/>
            </p:nvSpPr>
            <p:spPr>
              <a:xfrm>
                <a:off x="7258244" y="2332904"/>
                <a:ext cx="111046" cy="122534"/>
              </a:xfrm>
              <a:custGeom>
                <a:avLst/>
                <a:gdLst>
                  <a:gd name="connsiteX0" fmla="*/ 0 w 111046"/>
                  <a:gd name="connsiteY0" fmla="*/ 85182 h 122534"/>
                  <a:gd name="connsiteX1" fmla="*/ 42627 w 111046"/>
                  <a:gd name="connsiteY1" fmla="*/ 48624 h 122534"/>
                  <a:gd name="connsiteX2" fmla="*/ 79185 w 111046"/>
                  <a:gd name="connsiteY2" fmla="*/ 48624 h 122534"/>
                  <a:gd name="connsiteX3" fmla="*/ 79185 w 111046"/>
                  <a:gd name="connsiteY3" fmla="*/ 45445 h 122534"/>
                  <a:gd name="connsiteX4" fmla="*/ 51730 w 111046"/>
                  <a:gd name="connsiteY4" fmla="*/ 19796 h 122534"/>
                  <a:gd name="connsiteX5" fmla="*/ 25215 w 111046"/>
                  <a:gd name="connsiteY5" fmla="*/ 39520 h 122534"/>
                  <a:gd name="connsiteX6" fmla="*/ 5058 w 111046"/>
                  <a:gd name="connsiteY6" fmla="*/ 33813 h 122534"/>
                  <a:gd name="connsiteX7" fmla="*/ 51802 w 111046"/>
                  <a:gd name="connsiteY7" fmla="*/ 0 h 122534"/>
                  <a:gd name="connsiteX8" fmla="*/ 101510 w 111046"/>
                  <a:gd name="connsiteY8" fmla="*/ 45372 h 122534"/>
                  <a:gd name="connsiteX9" fmla="*/ 101510 w 111046"/>
                  <a:gd name="connsiteY9" fmla="*/ 95513 h 122534"/>
                  <a:gd name="connsiteX10" fmla="*/ 107434 w 111046"/>
                  <a:gd name="connsiteY10" fmla="*/ 100932 h 122534"/>
                  <a:gd name="connsiteX11" fmla="*/ 111047 w 111046"/>
                  <a:gd name="connsiteY11" fmla="*/ 100932 h 122534"/>
                  <a:gd name="connsiteX12" fmla="*/ 111047 w 111046"/>
                  <a:gd name="connsiteY12" fmla="*/ 119572 h 122534"/>
                  <a:gd name="connsiteX13" fmla="*/ 99703 w 111046"/>
                  <a:gd name="connsiteY13" fmla="*/ 119572 h 122534"/>
                  <a:gd name="connsiteX14" fmla="*/ 81569 w 111046"/>
                  <a:gd name="connsiteY14" fmla="*/ 102594 h 122534"/>
                  <a:gd name="connsiteX15" fmla="*/ 81569 w 111046"/>
                  <a:gd name="connsiteY15" fmla="*/ 97825 h 122534"/>
                  <a:gd name="connsiteX16" fmla="*/ 77017 w 111046"/>
                  <a:gd name="connsiteY16" fmla="*/ 97825 h 122534"/>
                  <a:gd name="connsiteX17" fmla="*/ 41832 w 111046"/>
                  <a:gd name="connsiteY17" fmla="*/ 122534 h 122534"/>
                  <a:gd name="connsiteX18" fmla="*/ 72 w 111046"/>
                  <a:gd name="connsiteY18" fmla="*/ 85109 h 122534"/>
                  <a:gd name="connsiteX19" fmla="*/ 46023 w 111046"/>
                  <a:gd name="connsiteY19" fmla="*/ 103533 h 122534"/>
                  <a:gd name="connsiteX20" fmla="*/ 79113 w 111046"/>
                  <a:gd name="connsiteY20" fmla="*/ 69720 h 122534"/>
                  <a:gd name="connsiteX21" fmla="*/ 79113 w 111046"/>
                  <a:gd name="connsiteY21" fmla="*/ 66541 h 122534"/>
                  <a:gd name="connsiteX22" fmla="*/ 45083 w 111046"/>
                  <a:gd name="connsiteY22" fmla="*/ 66541 h 122534"/>
                  <a:gd name="connsiteX23" fmla="*/ 22831 w 111046"/>
                  <a:gd name="connsiteY23" fmla="*/ 84676 h 122534"/>
                  <a:gd name="connsiteX24" fmla="*/ 45950 w 111046"/>
                  <a:gd name="connsiteY24" fmla="*/ 103533 h 122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1046" h="122534">
                    <a:moveTo>
                      <a:pt x="0" y="85182"/>
                    </a:moveTo>
                    <a:cubicBezTo>
                      <a:pt x="0" y="63435"/>
                      <a:pt x="17051" y="48624"/>
                      <a:pt x="42627" y="48624"/>
                    </a:cubicBezTo>
                    <a:lnTo>
                      <a:pt x="79185" y="48624"/>
                    </a:lnTo>
                    <a:lnTo>
                      <a:pt x="79185" y="45445"/>
                    </a:lnTo>
                    <a:cubicBezTo>
                      <a:pt x="79185" y="31139"/>
                      <a:pt x="68998" y="19796"/>
                      <a:pt x="51730" y="19796"/>
                    </a:cubicBezTo>
                    <a:cubicBezTo>
                      <a:pt x="34463" y="19796"/>
                      <a:pt x="26804" y="29983"/>
                      <a:pt x="25215" y="39520"/>
                    </a:cubicBezTo>
                    <a:lnTo>
                      <a:pt x="5058" y="33813"/>
                    </a:lnTo>
                    <a:cubicBezTo>
                      <a:pt x="10042" y="13149"/>
                      <a:pt x="27527" y="0"/>
                      <a:pt x="51802" y="0"/>
                    </a:cubicBezTo>
                    <a:cubicBezTo>
                      <a:pt x="84676" y="0"/>
                      <a:pt x="101510" y="22036"/>
                      <a:pt x="101510" y="45372"/>
                    </a:cubicBezTo>
                    <a:lnTo>
                      <a:pt x="101510" y="95513"/>
                    </a:lnTo>
                    <a:cubicBezTo>
                      <a:pt x="101510" y="99559"/>
                      <a:pt x="103749" y="100932"/>
                      <a:pt x="107434" y="100932"/>
                    </a:cubicBezTo>
                    <a:lnTo>
                      <a:pt x="111047" y="100932"/>
                    </a:lnTo>
                    <a:lnTo>
                      <a:pt x="111047" y="119572"/>
                    </a:lnTo>
                    <a:lnTo>
                      <a:pt x="99703" y="119572"/>
                    </a:lnTo>
                    <a:cubicBezTo>
                      <a:pt x="87710" y="119572"/>
                      <a:pt x="81569" y="112347"/>
                      <a:pt x="81569" y="102594"/>
                    </a:cubicBezTo>
                    <a:lnTo>
                      <a:pt x="81569" y="97825"/>
                    </a:lnTo>
                    <a:lnTo>
                      <a:pt x="77017" y="97825"/>
                    </a:lnTo>
                    <a:cubicBezTo>
                      <a:pt x="73838" y="112781"/>
                      <a:pt x="60906" y="122534"/>
                      <a:pt x="41832" y="122534"/>
                    </a:cubicBezTo>
                    <a:cubicBezTo>
                      <a:pt x="17340" y="122534"/>
                      <a:pt x="72" y="107362"/>
                      <a:pt x="72" y="85109"/>
                    </a:cubicBezTo>
                    <a:close/>
                    <a:moveTo>
                      <a:pt x="46023" y="103533"/>
                    </a:moveTo>
                    <a:cubicBezTo>
                      <a:pt x="69865" y="103533"/>
                      <a:pt x="79113" y="86265"/>
                      <a:pt x="79113" y="69720"/>
                    </a:cubicBezTo>
                    <a:lnTo>
                      <a:pt x="79113" y="66541"/>
                    </a:lnTo>
                    <a:lnTo>
                      <a:pt x="45083" y="66541"/>
                    </a:lnTo>
                    <a:cubicBezTo>
                      <a:pt x="30778" y="66541"/>
                      <a:pt x="22831" y="73766"/>
                      <a:pt x="22831" y="84676"/>
                    </a:cubicBezTo>
                    <a:cubicBezTo>
                      <a:pt x="22831" y="96452"/>
                      <a:pt x="33235" y="103533"/>
                      <a:pt x="45950" y="103533"/>
                    </a:cubicBez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1" name="Vrije vorm: vorm 40">
                <a:extLst>
                  <a:ext uri="{FF2B5EF4-FFF2-40B4-BE49-F238E27FC236}">
                    <a16:creationId xmlns:a16="http://schemas.microsoft.com/office/drawing/2014/main" id="{902665B2-C61C-D78B-84B2-7D4651E271DA}"/>
                  </a:ext>
                </a:extLst>
              </p:cNvPr>
              <p:cNvSpPr/>
              <p:nvPr/>
            </p:nvSpPr>
            <p:spPr>
              <a:xfrm>
                <a:off x="7391832" y="2333915"/>
                <a:ext cx="65096" cy="118632"/>
              </a:xfrm>
              <a:custGeom>
                <a:avLst/>
                <a:gdLst>
                  <a:gd name="connsiteX0" fmla="*/ 0 w 65096"/>
                  <a:gd name="connsiteY0" fmla="*/ 2023 h 118632"/>
                  <a:gd name="connsiteX1" fmla="*/ 22470 w 65096"/>
                  <a:gd name="connsiteY1" fmla="*/ 2023 h 118632"/>
                  <a:gd name="connsiteX2" fmla="*/ 22470 w 65096"/>
                  <a:gd name="connsiteY2" fmla="*/ 26732 h 118632"/>
                  <a:gd name="connsiteX3" fmla="*/ 27238 w 65096"/>
                  <a:gd name="connsiteY3" fmla="*/ 26732 h 118632"/>
                  <a:gd name="connsiteX4" fmla="*/ 65096 w 65096"/>
                  <a:gd name="connsiteY4" fmla="*/ 0 h 118632"/>
                  <a:gd name="connsiteX5" fmla="*/ 65096 w 65096"/>
                  <a:gd name="connsiteY5" fmla="*/ 24276 h 118632"/>
                  <a:gd name="connsiteX6" fmla="*/ 57366 w 65096"/>
                  <a:gd name="connsiteY6" fmla="*/ 24276 h 118632"/>
                  <a:gd name="connsiteX7" fmla="*/ 22686 w 65096"/>
                  <a:gd name="connsiteY7" fmla="*/ 59894 h 118632"/>
                  <a:gd name="connsiteX8" fmla="*/ 22686 w 65096"/>
                  <a:gd name="connsiteY8" fmla="*/ 118633 h 118632"/>
                  <a:gd name="connsiteX9" fmla="*/ 0 w 65096"/>
                  <a:gd name="connsiteY9" fmla="*/ 118633 h 118632"/>
                  <a:gd name="connsiteX10" fmla="*/ 0 w 65096"/>
                  <a:gd name="connsiteY10" fmla="*/ 2023 h 118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5096" h="118632">
                    <a:moveTo>
                      <a:pt x="0" y="2023"/>
                    </a:moveTo>
                    <a:lnTo>
                      <a:pt x="22470" y="2023"/>
                    </a:lnTo>
                    <a:lnTo>
                      <a:pt x="22470" y="26732"/>
                    </a:lnTo>
                    <a:lnTo>
                      <a:pt x="27238" y="26732"/>
                    </a:lnTo>
                    <a:cubicBezTo>
                      <a:pt x="30634" y="15389"/>
                      <a:pt x="41543" y="0"/>
                      <a:pt x="65096" y="0"/>
                    </a:cubicBezTo>
                    <a:lnTo>
                      <a:pt x="65096" y="24276"/>
                    </a:lnTo>
                    <a:lnTo>
                      <a:pt x="57366" y="24276"/>
                    </a:lnTo>
                    <a:cubicBezTo>
                      <a:pt x="33740" y="24276"/>
                      <a:pt x="22686" y="41037"/>
                      <a:pt x="22686" y="59894"/>
                    </a:cubicBezTo>
                    <a:lnTo>
                      <a:pt x="22686" y="118633"/>
                    </a:lnTo>
                    <a:lnTo>
                      <a:pt x="0" y="118633"/>
                    </a:lnTo>
                    <a:lnTo>
                      <a:pt x="0" y="2023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2" name="Vrije vorm: vorm 41">
                <a:extLst>
                  <a:ext uri="{FF2B5EF4-FFF2-40B4-BE49-F238E27FC236}">
                    <a16:creationId xmlns:a16="http://schemas.microsoft.com/office/drawing/2014/main" id="{F9961195-DA03-0DB0-4F4B-72F5D12B8E5F}"/>
                  </a:ext>
                </a:extLst>
              </p:cNvPr>
              <p:cNvSpPr/>
              <p:nvPr/>
            </p:nvSpPr>
            <p:spPr>
              <a:xfrm>
                <a:off x="7469644" y="2309640"/>
                <a:ext cx="77811" cy="142908"/>
              </a:xfrm>
              <a:custGeom>
                <a:avLst/>
                <a:gdLst>
                  <a:gd name="connsiteX0" fmla="*/ 20446 w 77811"/>
                  <a:gd name="connsiteY0" fmla="*/ 111408 h 142908"/>
                  <a:gd name="connsiteX1" fmla="*/ 20446 w 77811"/>
                  <a:gd name="connsiteY1" fmla="*/ 45589 h 142908"/>
                  <a:gd name="connsiteX2" fmla="*/ 0 w 77811"/>
                  <a:gd name="connsiteY2" fmla="*/ 45589 h 142908"/>
                  <a:gd name="connsiteX3" fmla="*/ 0 w 77811"/>
                  <a:gd name="connsiteY3" fmla="*/ 26299 h 142908"/>
                  <a:gd name="connsiteX4" fmla="*/ 20880 w 77811"/>
                  <a:gd name="connsiteY4" fmla="*/ 26299 h 142908"/>
                  <a:gd name="connsiteX5" fmla="*/ 20880 w 77811"/>
                  <a:gd name="connsiteY5" fmla="*/ 0 h 142908"/>
                  <a:gd name="connsiteX6" fmla="*/ 43133 w 77811"/>
                  <a:gd name="connsiteY6" fmla="*/ 0 h 142908"/>
                  <a:gd name="connsiteX7" fmla="*/ 43133 w 77811"/>
                  <a:gd name="connsiteY7" fmla="*/ 26299 h 142908"/>
                  <a:gd name="connsiteX8" fmla="*/ 77812 w 77811"/>
                  <a:gd name="connsiteY8" fmla="*/ 26299 h 142908"/>
                  <a:gd name="connsiteX9" fmla="*/ 77812 w 77811"/>
                  <a:gd name="connsiteY9" fmla="*/ 45589 h 142908"/>
                  <a:gd name="connsiteX10" fmla="*/ 43133 w 77811"/>
                  <a:gd name="connsiteY10" fmla="*/ 45589 h 142908"/>
                  <a:gd name="connsiteX11" fmla="*/ 43133 w 77811"/>
                  <a:gd name="connsiteY11" fmla="*/ 110252 h 142908"/>
                  <a:gd name="connsiteX12" fmla="*/ 55126 w 77811"/>
                  <a:gd name="connsiteY12" fmla="*/ 122751 h 142908"/>
                  <a:gd name="connsiteX13" fmla="*/ 76222 w 77811"/>
                  <a:gd name="connsiteY13" fmla="*/ 122751 h 142908"/>
                  <a:gd name="connsiteX14" fmla="*/ 76222 w 77811"/>
                  <a:gd name="connsiteY14" fmla="*/ 142909 h 142908"/>
                  <a:gd name="connsiteX15" fmla="*/ 52164 w 77811"/>
                  <a:gd name="connsiteY15" fmla="*/ 142909 h 142908"/>
                  <a:gd name="connsiteX16" fmla="*/ 20374 w 77811"/>
                  <a:gd name="connsiteY16" fmla="*/ 111408 h 142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7811" h="142908">
                    <a:moveTo>
                      <a:pt x="20446" y="111408"/>
                    </a:moveTo>
                    <a:lnTo>
                      <a:pt x="20446" y="45589"/>
                    </a:lnTo>
                    <a:lnTo>
                      <a:pt x="0" y="45589"/>
                    </a:lnTo>
                    <a:lnTo>
                      <a:pt x="0" y="26299"/>
                    </a:lnTo>
                    <a:lnTo>
                      <a:pt x="20880" y="26299"/>
                    </a:lnTo>
                    <a:lnTo>
                      <a:pt x="20880" y="0"/>
                    </a:lnTo>
                    <a:lnTo>
                      <a:pt x="43133" y="0"/>
                    </a:lnTo>
                    <a:lnTo>
                      <a:pt x="43133" y="26299"/>
                    </a:lnTo>
                    <a:lnTo>
                      <a:pt x="77812" y="26299"/>
                    </a:lnTo>
                    <a:lnTo>
                      <a:pt x="77812" y="45589"/>
                    </a:lnTo>
                    <a:lnTo>
                      <a:pt x="43133" y="45589"/>
                    </a:lnTo>
                    <a:lnTo>
                      <a:pt x="43133" y="110252"/>
                    </a:lnTo>
                    <a:cubicBezTo>
                      <a:pt x="43133" y="119355"/>
                      <a:pt x="48118" y="122751"/>
                      <a:pt x="55126" y="122751"/>
                    </a:cubicBezTo>
                    <a:lnTo>
                      <a:pt x="76222" y="122751"/>
                    </a:lnTo>
                    <a:lnTo>
                      <a:pt x="76222" y="142909"/>
                    </a:lnTo>
                    <a:lnTo>
                      <a:pt x="52164" y="142909"/>
                    </a:lnTo>
                    <a:cubicBezTo>
                      <a:pt x="34463" y="142909"/>
                      <a:pt x="20374" y="133372"/>
                      <a:pt x="20374" y="111408"/>
                    </a:cubicBez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  <p:grpSp>
          <p:nvGrpSpPr>
            <p:cNvPr id="43" name="Graphic 3">
              <a:extLst>
                <a:ext uri="{FF2B5EF4-FFF2-40B4-BE49-F238E27FC236}">
                  <a16:creationId xmlns:a16="http://schemas.microsoft.com/office/drawing/2014/main" id="{15285421-4788-A0F2-FFBD-C3003D409697}"/>
                </a:ext>
              </a:extLst>
            </p:cNvPr>
            <p:cNvGrpSpPr/>
            <p:nvPr/>
          </p:nvGrpSpPr>
          <p:grpSpPr>
            <a:xfrm>
              <a:off x="6929873" y="2555142"/>
              <a:ext cx="594752" cy="173180"/>
              <a:chOff x="6929873" y="2555142"/>
              <a:chExt cx="594752" cy="173180"/>
            </a:xfrm>
            <a:grpFill/>
          </p:grpSpPr>
          <p:sp>
            <p:nvSpPr>
              <p:cNvPr id="44" name="Vrije vorm: vorm 43">
                <a:extLst>
                  <a:ext uri="{FF2B5EF4-FFF2-40B4-BE49-F238E27FC236}">
                    <a16:creationId xmlns:a16="http://schemas.microsoft.com/office/drawing/2014/main" id="{7923E949-4764-887D-F6DE-7EC1C7539009}"/>
                  </a:ext>
                </a:extLst>
              </p:cNvPr>
              <p:cNvSpPr/>
              <p:nvPr/>
            </p:nvSpPr>
            <p:spPr>
              <a:xfrm>
                <a:off x="6929873" y="2608678"/>
                <a:ext cx="101870" cy="119644"/>
              </a:xfrm>
              <a:custGeom>
                <a:avLst/>
                <a:gdLst>
                  <a:gd name="connsiteX0" fmla="*/ 0 w 101870"/>
                  <a:gd name="connsiteY0" fmla="*/ 77162 h 119644"/>
                  <a:gd name="connsiteX1" fmla="*/ 0 w 101870"/>
                  <a:gd name="connsiteY1" fmla="*/ 0 h 119644"/>
                  <a:gd name="connsiteX2" fmla="*/ 22686 w 101870"/>
                  <a:gd name="connsiteY2" fmla="*/ 0 h 119644"/>
                  <a:gd name="connsiteX3" fmla="*/ 22686 w 101870"/>
                  <a:gd name="connsiteY3" fmla="*/ 70587 h 119644"/>
                  <a:gd name="connsiteX4" fmla="*/ 49924 w 101870"/>
                  <a:gd name="connsiteY4" fmla="*/ 98042 h 119644"/>
                  <a:gd name="connsiteX5" fmla="*/ 79185 w 101870"/>
                  <a:gd name="connsiteY5" fmla="*/ 68348 h 119644"/>
                  <a:gd name="connsiteX6" fmla="*/ 79185 w 101870"/>
                  <a:gd name="connsiteY6" fmla="*/ 72 h 119644"/>
                  <a:gd name="connsiteX7" fmla="*/ 101871 w 101870"/>
                  <a:gd name="connsiteY7" fmla="*/ 72 h 119644"/>
                  <a:gd name="connsiteX8" fmla="*/ 101871 w 101870"/>
                  <a:gd name="connsiteY8" fmla="*/ 116682 h 119644"/>
                  <a:gd name="connsiteX9" fmla="*/ 79185 w 101870"/>
                  <a:gd name="connsiteY9" fmla="*/ 116682 h 119644"/>
                  <a:gd name="connsiteX10" fmla="*/ 79185 w 101870"/>
                  <a:gd name="connsiteY10" fmla="*/ 95802 h 119644"/>
                  <a:gd name="connsiteX11" fmla="*/ 74633 w 101870"/>
                  <a:gd name="connsiteY11" fmla="*/ 95802 h 119644"/>
                  <a:gd name="connsiteX12" fmla="*/ 41038 w 101870"/>
                  <a:gd name="connsiteY12" fmla="*/ 119644 h 119644"/>
                  <a:gd name="connsiteX13" fmla="*/ 0 w 101870"/>
                  <a:gd name="connsiteY13" fmla="*/ 77234 h 11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1870" h="119644">
                    <a:moveTo>
                      <a:pt x="0" y="77162"/>
                    </a:moveTo>
                    <a:lnTo>
                      <a:pt x="0" y="0"/>
                    </a:lnTo>
                    <a:lnTo>
                      <a:pt x="22686" y="0"/>
                    </a:lnTo>
                    <a:lnTo>
                      <a:pt x="22686" y="70587"/>
                    </a:lnTo>
                    <a:cubicBezTo>
                      <a:pt x="22686" y="88072"/>
                      <a:pt x="34680" y="98042"/>
                      <a:pt x="49924" y="98042"/>
                    </a:cubicBezTo>
                    <a:cubicBezTo>
                      <a:pt x="67408" y="98042"/>
                      <a:pt x="79185" y="85326"/>
                      <a:pt x="79185" y="68348"/>
                    </a:cubicBezTo>
                    <a:lnTo>
                      <a:pt x="79185" y="72"/>
                    </a:lnTo>
                    <a:lnTo>
                      <a:pt x="101871" y="72"/>
                    </a:lnTo>
                    <a:lnTo>
                      <a:pt x="101871" y="116682"/>
                    </a:lnTo>
                    <a:lnTo>
                      <a:pt x="79185" y="116682"/>
                    </a:lnTo>
                    <a:lnTo>
                      <a:pt x="79185" y="95802"/>
                    </a:lnTo>
                    <a:lnTo>
                      <a:pt x="74633" y="95802"/>
                    </a:lnTo>
                    <a:cubicBezTo>
                      <a:pt x="70082" y="110108"/>
                      <a:pt x="58955" y="119644"/>
                      <a:pt x="41038" y="119644"/>
                    </a:cubicBezTo>
                    <a:cubicBezTo>
                      <a:pt x="14233" y="119644"/>
                      <a:pt x="0" y="99704"/>
                      <a:pt x="0" y="77234"/>
                    </a:cubicBez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5" name="Vrije vorm: vorm 44">
                <a:extLst>
                  <a:ext uri="{FF2B5EF4-FFF2-40B4-BE49-F238E27FC236}">
                    <a16:creationId xmlns:a16="http://schemas.microsoft.com/office/drawing/2014/main" id="{1B9B0767-B09C-634B-9CD7-865BA3EF6581}"/>
                  </a:ext>
                </a:extLst>
              </p:cNvPr>
              <p:cNvSpPr/>
              <p:nvPr/>
            </p:nvSpPr>
            <p:spPr>
              <a:xfrm>
                <a:off x="7063100" y="2606655"/>
                <a:ext cx="65096" cy="118632"/>
              </a:xfrm>
              <a:custGeom>
                <a:avLst/>
                <a:gdLst>
                  <a:gd name="connsiteX0" fmla="*/ 0 w 65096"/>
                  <a:gd name="connsiteY0" fmla="*/ 2023 h 118632"/>
                  <a:gd name="connsiteX1" fmla="*/ 22470 w 65096"/>
                  <a:gd name="connsiteY1" fmla="*/ 2023 h 118632"/>
                  <a:gd name="connsiteX2" fmla="*/ 22470 w 65096"/>
                  <a:gd name="connsiteY2" fmla="*/ 26732 h 118632"/>
                  <a:gd name="connsiteX3" fmla="*/ 27238 w 65096"/>
                  <a:gd name="connsiteY3" fmla="*/ 26732 h 118632"/>
                  <a:gd name="connsiteX4" fmla="*/ 65096 w 65096"/>
                  <a:gd name="connsiteY4" fmla="*/ 0 h 118632"/>
                  <a:gd name="connsiteX5" fmla="*/ 65096 w 65096"/>
                  <a:gd name="connsiteY5" fmla="*/ 24276 h 118632"/>
                  <a:gd name="connsiteX6" fmla="*/ 57366 w 65096"/>
                  <a:gd name="connsiteY6" fmla="*/ 24276 h 118632"/>
                  <a:gd name="connsiteX7" fmla="*/ 22686 w 65096"/>
                  <a:gd name="connsiteY7" fmla="*/ 59894 h 118632"/>
                  <a:gd name="connsiteX8" fmla="*/ 22686 w 65096"/>
                  <a:gd name="connsiteY8" fmla="*/ 118633 h 118632"/>
                  <a:gd name="connsiteX9" fmla="*/ 0 w 65096"/>
                  <a:gd name="connsiteY9" fmla="*/ 118633 h 118632"/>
                  <a:gd name="connsiteX10" fmla="*/ 0 w 65096"/>
                  <a:gd name="connsiteY10" fmla="*/ 2023 h 118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5096" h="118632">
                    <a:moveTo>
                      <a:pt x="0" y="2023"/>
                    </a:moveTo>
                    <a:lnTo>
                      <a:pt x="22470" y="2023"/>
                    </a:lnTo>
                    <a:lnTo>
                      <a:pt x="22470" y="26732"/>
                    </a:lnTo>
                    <a:lnTo>
                      <a:pt x="27238" y="26732"/>
                    </a:lnTo>
                    <a:cubicBezTo>
                      <a:pt x="30634" y="15389"/>
                      <a:pt x="41543" y="0"/>
                      <a:pt x="65096" y="0"/>
                    </a:cubicBezTo>
                    <a:lnTo>
                      <a:pt x="65096" y="24276"/>
                    </a:lnTo>
                    <a:lnTo>
                      <a:pt x="57366" y="24276"/>
                    </a:lnTo>
                    <a:cubicBezTo>
                      <a:pt x="33740" y="24276"/>
                      <a:pt x="22686" y="41037"/>
                      <a:pt x="22686" y="59894"/>
                    </a:cubicBezTo>
                    <a:lnTo>
                      <a:pt x="22686" y="118633"/>
                    </a:lnTo>
                    <a:lnTo>
                      <a:pt x="0" y="118633"/>
                    </a:lnTo>
                    <a:lnTo>
                      <a:pt x="0" y="2023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6" name="Vrije vorm: vorm 45">
                <a:extLst>
                  <a:ext uri="{FF2B5EF4-FFF2-40B4-BE49-F238E27FC236}">
                    <a16:creationId xmlns:a16="http://schemas.microsoft.com/office/drawing/2014/main" id="{0E6173CD-5C54-30AA-515B-11AB678BD5DB}"/>
                  </a:ext>
                </a:extLst>
              </p:cNvPr>
              <p:cNvSpPr/>
              <p:nvPr/>
            </p:nvSpPr>
            <p:spPr>
              <a:xfrm>
                <a:off x="7151533" y="2555142"/>
                <a:ext cx="118704" cy="173108"/>
              </a:xfrm>
              <a:custGeom>
                <a:avLst/>
                <a:gdLst>
                  <a:gd name="connsiteX0" fmla="*/ 27238 w 118704"/>
                  <a:gd name="connsiteY0" fmla="*/ 149266 h 173108"/>
                  <a:gd name="connsiteX1" fmla="*/ 22469 w 118704"/>
                  <a:gd name="connsiteY1" fmla="*/ 149266 h 173108"/>
                  <a:gd name="connsiteX2" fmla="*/ 22469 w 118704"/>
                  <a:gd name="connsiteY2" fmla="*/ 170146 h 173108"/>
                  <a:gd name="connsiteX3" fmla="*/ 0 w 118704"/>
                  <a:gd name="connsiteY3" fmla="*/ 170146 h 173108"/>
                  <a:gd name="connsiteX4" fmla="*/ 0 w 118704"/>
                  <a:gd name="connsiteY4" fmla="*/ 0 h 173108"/>
                  <a:gd name="connsiteX5" fmla="*/ 22469 w 118704"/>
                  <a:gd name="connsiteY5" fmla="*/ 0 h 173108"/>
                  <a:gd name="connsiteX6" fmla="*/ 22469 w 118704"/>
                  <a:gd name="connsiteY6" fmla="*/ 74416 h 173108"/>
                  <a:gd name="connsiteX7" fmla="*/ 27021 w 118704"/>
                  <a:gd name="connsiteY7" fmla="*/ 74416 h 173108"/>
                  <a:gd name="connsiteX8" fmla="*/ 65819 w 118704"/>
                  <a:gd name="connsiteY8" fmla="*/ 50574 h 173108"/>
                  <a:gd name="connsiteX9" fmla="*/ 118705 w 118704"/>
                  <a:gd name="connsiteY9" fmla="*/ 112058 h 173108"/>
                  <a:gd name="connsiteX10" fmla="*/ 65819 w 118704"/>
                  <a:gd name="connsiteY10" fmla="*/ 173109 h 173108"/>
                  <a:gd name="connsiteX11" fmla="*/ 27238 w 118704"/>
                  <a:gd name="connsiteY11" fmla="*/ 149266 h 173108"/>
                  <a:gd name="connsiteX12" fmla="*/ 58377 w 118704"/>
                  <a:gd name="connsiteY12" fmla="*/ 152445 h 173108"/>
                  <a:gd name="connsiteX13" fmla="*/ 95585 w 118704"/>
                  <a:gd name="connsiteY13" fmla="*/ 112058 h 173108"/>
                  <a:gd name="connsiteX14" fmla="*/ 58810 w 118704"/>
                  <a:gd name="connsiteY14" fmla="*/ 71238 h 173108"/>
                  <a:gd name="connsiteX15" fmla="*/ 21602 w 118704"/>
                  <a:gd name="connsiteY15" fmla="*/ 112058 h 173108"/>
                  <a:gd name="connsiteX16" fmla="*/ 58377 w 118704"/>
                  <a:gd name="connsiteY16" fmla="*/ 152445 h 1731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704" h="173108">
                    <a:moveTo>
                      <a:pt x="27238" y="149266"/>
                    </a:moveTo>
                    <a:lnTo>
                      <a:pt x="22469" y="149266"/>
                    </a:lnTo>
                    <a:lnTo>
                      <a:pt x="22469" y="170146"/>
                    </a:lnTo>
                    <a:lnTo>
                      <a:pt x="0" y="170146"/>
                    </a:lnTo>
                    <a:lnTo>
                      <a:pt x="0" y="0"/>
                    </a:lnTo>
                    <a:lnTo>
                      <a:pt x="22469" y="0"/>
                    </a:lnTo>
                    <a:lnTo>
                      <a:pt x="22469" y="74416"/>
                    </a:lnTo>
                    <a:lnTo>
                      <a:pt x="27021" y="74416"/>
                    </a:lnTo>
                    <a:cubicBezTo>
                      <a:pt x="32223" y="61267"/>
                      <a:pt x="46311" y="50574"/>
                      <a:pt x="65819" y="50574"/>
                    </a:cubicBezTo>
                    <a:cubicBezTo>
                      <a:pt x="96669" y="50574"/>
                      <a:pt x="118705" y="76873"/>
                      <a:pt x="118705" y="112058"/>
                    </a:cubicBezTo>
                    <a:cubicBezTo>
                      <a:pt x="118705" y="147244"/>
                      <a:pt x="97175" y="173109"/>
                      <a:pt x="65819" y="173109"/>
                    </a:cubicBezTo>
                    <a:cubicBezTo>
                      <a:pt x="46095" y="173109"/>
                      <a:pt x="32223" y="163355"/>
                      <a:pt x="27238" y="149266"/>
                    </a:cubicBezTo>
                    <a:close/>
                    <a:moveTo>
                      <a:pt x="58377" y="152445"/>
                    </a:moveTo>
                    <a:cubicBezTo>
                      <a:pt x="79691" y="152445"/>
                      <a:pt x="95585" y="136767"/>
                      <a:pt x="95585" y="112058"/>
                    </a:cubicBezTo>
                    <a:cubicBezTo>
                      <a:pt x="95585" y="87349"/>
                      <a:pt x="79691" y="71238"/>
                      <a:pt x="58810" y="71238"/>
                    </a:cubicBezTo>
                    <a:cubicBezTo>
                      <a:pt x="37931" y="71238"/>
                      <a:pt x="21602" y="86193"/>
                      <a:pt x="21602" y="112058"/>
                    </a:cubicBezTo>
                    <a:cubicBezTo>
                      <a:pt x="21602" y="134744"/>
                      <a:pt x="36558" y="152445"/>
                      <a:pt x="58377" y="152445"/>
                    </a:cubicBez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7" name="Vrije vorm: vorm 46">
                <a:extLst>
                  <a:ext uri="{FF2B5EF4-FFF2-40B4-BE49-F238E27FC236}">
                    <a16:creationId xmlns:a16="http://schemas.microsoft.com/office/drawing/2014/main" id="{C88C69AB-28D7-4314-496E-624BDCF28F47}"/>
                  </a:ext>
                </a:extLst>
              </p:cNvPr>
              <p:cNvSpPr/>
              <p:nvPr/>
            </p:nvSpPr>
            <p:spPr>
              <a:xfrm>
                <a:off x="7289094" y="2605644"/>
                <a:ext cx="111046" cy="122534"/>
              </a:xfrm>
              <a:custGeom>
                <a:avLst/>
                <a:gdLst>
                  <a:gd name="connsiteX0" fmla="*/ 0 w 111046"/>
                  <a:gd name="connsiteY0" fmla="*/ 85182 h 122534"/>
                  <a:gd name="connsiteX1" fmla="*/ 42627 w 111046"/>
                  <a:gd name="connsiteY1" fmla="*/ 48624 h 122534"/>
                  <a:gd name="connsiteX2" fmla="*/ 79185 w 111046"/>
                  <a:gd name="connsiteY2" fmla="*/ 48624 h 122534"/>
                  <a:gd name="connsiteX3" fmla="*/ 79185 w 111046"/>
                  <a:gd name="connsiteY3" fmla="*/ 45445 h 122534"/>
                  <a:gd name="connsiteX4" fmla="*/ 51730 w 111046"/>
                  <a:gd name="connsiteY4" fmla="*/ 19796 h 122534"/>
                  <a:gd name="connsiteX5" fmla="*/ 25215 w 111046"/>
                  <a:gd name="connsiteY5" fmla="*/ 39520 h 122534"/>
                  <a:gd name="connsiteX6" fmla="*/ 5058 w 111046"/>
                  <a:gd name="connsiteY6" fmla="*/ 33813 h 122534"/>
                  <a:gd name="connsiteX7" fmla="*/ 51803 w 111046"/>
                  <a:gd name="connsiteY7" fmla="*/ 0 h 122534"/>
                  <a:gd name="connsiteX8" fmla="*/ 101510 w 111046"/>
                  <a:gd name="connsiteY8" fmla="*/ 45372 h 122534"/>
                  <a:gd name="connsiteX9" fmla="*/ 101510 w 111046"/>
                  <a:gd name="connsiteY9" fmla="*/ 95513 h 122534"/>
                  <a:gd name="connsiteX10" fmla="*/ 107434 w 111046"/>
                  <a:gd name="connsiteY10" fmla="*/ 100932 h 122534"/>
                  <a:gd name="connsiteX11" fmla="*/ 111047 w 111046"/>
                  <a:gd name="connsiteY11" fmla="*/ 100932 h 122534"/>
                  <a:gd name="connsiteX12" fmla="*/ 111047 w 111046"/>
                  <a:gd name="connsiteY12" fmla="*/ 119572 h 122534"/>
                  <a:gd name="connsiteX13" fmla="*/ 99704 w 111046"/>
                  <a:gd name="connsiteY13" fmla="*/ 119572 h 122534"/>
                  <a:gd name="connsiteX14" fmla="*/ 81569 w 111046"/>
                  <a:gd name="connsiteY14" fmla="*/ 102594 h 122534"/>
                  <a:gd name="connsiteX15" fmla="*/ 81569 w 111046"/>
                  <a:gd name="connsiteY15" fmla="*/ 97825 h 122534"/>
                  <a:gd name="connsiteX16" fmla="*/ 77017 w 111046"/>
                  <a:gd name="connsiteY16" fmla="*/ 97825 h 122534"/>
                  <a:gd name="connsiteX17" fmla="*/ 41832 w 111046"/>
                  <a:gd name="connsiteY17" fmla="*/ 122534 h 122534"/>
                  <a:gd name="connsiteX18" fmla="*/ 72 w 111046"/>
                  <a:gd name="connsiteY18" fmla="*/ 85109 h 122534"/>
                  <a:gd name="connsiteX19" fmla="*/ 46023 w 111046"/>
                  <a:gd name="connsiteY19" fmla="*/ 103533 h 122534"/>
                  <a:gd name="connsiteX20" fmla="*/ 79113 w 111046"/>
                  <a:gd name="connsiteY20" fmla="*/ 69720 h 122534"/>
                  <a:gd name="connsiteX21" fmla="*/ 79113 w 111046"/>
                  <a:gd name="connsiteY21" fmla="*/ 66541 h 122534"/>
                  <a:gd name="connsiteX22" fmla="*/ 45083 w 111046"/>
                  <a:gd name="connsiteY22" fmla="*/ 66541 h 122534"/>
                  <a:gd name="connsiteX23" fmla="*/ 22831 w 111046"/>
                  <a:gd name="connsiteY23" fmla="*/ 84676 h 122534"/>
                  <a:gd name="connsiteX24" fmla="*/ 45950 w 111046"/>
                  <a:gd name="connsiteY24" fmla="*/ 103533 h 122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1046" h="122534">
                    <a:moveTo>
                      <a:pt x="0" y="85182"/>
                    </a:moveTo>
                    <a:cubicBezTo>
                      <a:pt x="0" y="63435"/>
                      <a:pt x="17051" y="48624"/>
                      <a:pt x="42627" y="48624"/>
                    </a:cubicBezTo>
                    <a:lnTo>
                      <a:pt x="79185" y="48624"/>
                    </a:lnTo>
                    <a:lnTo>
                      <a:pt x="79185" y="45445"/>
                    </a:lnTo>
                    <a:cubicBezTo>
                      <a:pt x="79185" y="31139"/>
                      <a:pt x="68998" y="19796"/>
                      <a:pt x="51730" y="19796"/>
                    </a:cubicBezTo>
                    <a:cubicBezTo>
                      <a:pt x="34463" y="19796"/>
                      <a:pt x="26804" y="29983"/>
                      <a:pt x="25215" y="39520"/>
                    </a:cubicBezTo>
                    <a:lnTo>
                      <a:pt x="5058" y="33813"/>
                    </a:lnTo>
                    <a:cubicBezTo>
                      <a:pt x="10043" y="13149"/>
                      <a:pt x="27527" y="0"/>
                      <a:pt x="51803" y="0"/>
                    </a:cubicBezTo>
                    <a:cubicBezTo>
                      <a:pt x="84676" y="0"/>
                      <a:pt x="101510" y="22036"/>
                      <a:pt x="101510" y="45372"/>
                    </a:cubicBezTo>
                    <a:lnTo>
                      <a:pt x="101510" y="95513"/>
                    </a:lnTo>
                    <a:cubicBezTo>
                      <a:pt x="101510" y="99631"/>
                      <a:pt x="103750" y="100932"/>
                      <a:pt x="107434" y="100932"/>
                    </a:cubicBezTo>
                    <a:lnTo>
                      <a:pt x="111047" y="100932"/>
                    </a:lnTo>
                    <a:lnTo>
                      <a:pt x="111047" y="119572"/>
                    </a:lnTo>
                    <a:lnTo>
                      <a:pt x="99704" y="119572"/>
                    </a:lnTo>
                    <a:cubicBezTo>
                      <a:pt x="87710" y="119572"/>
                      <a:pt x="81569" y="112347"/>
                      <a:pt x="81569" y="102594"/>
                    </a:cubicBezTo>
                    <a:lnTo>
                      <a:pt x="81569" y="97825"/>
                    </a:lnTo>
                    <a:lnTo>
                      <a:pt x="77017" y="97825"/>
                    </a:lnTo>
                    <a:cubicBezTo>
                      <a:pt x="73838" y="112781"/>
                      <a:pt x="60906" y="122534"/>
                      <a:pt x="41832" y="122534"/>
                    </a:cubicBezTo>
                    <a:cubicBezTo>
                      <a:pt x="17340" y="122534"/>
                      <a:pt x="72" y="107362"/>
                      <a:pt x="72" y="85109"/>
                    </a:cubicBezTo>
                    <a:close/>
                    <a:moveTo>
                      <a:pt x="46023" y="103533"/>
                    </a:moveTo>
                    <a:cubicBezTo>
                      <a:pt x="69865" y="103533"/>
                      <a:pt x="79113" y="86265"/>
                      <a:pt x="79113" y="69720"/>
                    </a:cubicBezTo>
                    <a:lnTo>
                      <a:pt x="79113" y="66541"/>
                    </a:lnTo>
                    <a:lnTo>
                      <a:pt x="45083" y="66541"/>
                    </a:lnTo>
                    <a:cubicBezTo>
                      <a:pt x="30778" y="66541"/>
                      <a:pt x="22831" y="73766"/>
                      <a:pt x="22831" y="84676"/>
                    </a:cubicBezTo>
                    <a:cubicBezTo>
                      <a:pt x="22831" y="96452"/>
                      <a:pt x="33235" y="103533"/>
                      <a:pt x="45950" y="103533"/>
                    </a:cubicBez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48" name="Vrije vorm: vorm 47">
                <a:extLst>
                  <a:ext uri="{FF2B5EF4-FFF2-40B4-BE49-F238E27FC236}">
                    <a16:creationId xmlns:a16="http://schemas.microsoft.com/office/drawing/2014/main" id="{146A805A-BAA3-9850-7A70-71A32C2D9707}"/>
                  </a:ext>
                </a:extLst>
              </p:cNvPr>
              <p:cNvSpPr/>
              <p:nvPr/>
            </p:nvSpPr>
            <p:spPr>
              <a:xfrm>
                <a:off x="7422755" y="2605716"/>
                <a:ext cx="101870" cy="119572"/>
              </a:xfrm>
              <a:custGeom>
                <a:avLst/>
                <a:gdLst>
                  <a:gd name="connsiteX0" fmla="*/ 0 w 101870"/>
                  <a:gd name="connsiteY0" fmla="*/ 2962 h 119572"/>
                  <a:gd name="connsiteX1" fmla="*/ 22686 w 101870"/>
                  <a:gd name="connsiteY1" fmla="*/ 2962 h 119572"/>
                  <a:gd name="connsiteX2" fmla="*/ 22686 w 101870"/>
                  <a:gd name="connsiteY2" fmla="*/ 23842 h 119572"/>
                  <a:gd name="connsiteX3" fmla="*/ 27238 w 101870"/>
                  <a:gd name="connsiteY3" fmla="*/ 23842 h 119572"/>
                  <a:gd name="connsiteX4" fmla="*/ 60617 w 101870"/>
                  <a:gd name="connsiteY4" fmla="*/ 0 h 119572"/>
                  <a:gd name="connsiteX5" fmla="*/ 101871 w 101870"/>
                  <a:gd name="connsiteY5" fmla="*/ 42410 h 119572"/>
                  <a:gd name="connsiteX6" fmla="*/ 101871 w 101870"/>
                  <a:gd name="connsiteY6" fmla="*/ 119572 h 119572"/>
                  <a:gd name="connsiteX7" fmla="*/ 79185 w 101870"/>
                  <a:gd name="connsiteY7" fmla="*/ 119572 h 119572"/>
                  <a:gd name="connsiteX8" fmla="*/ 79185 w 101870"/>
                  <a:gd name="connsiteY8" fmla="*/ 48985 h 119572"/>
                  <a:gd name="connsiteX9" fmla="*/ 51947 w 101870"/>
                  <a:gd name="connsiteY9" fmla="*/ 21530 h 119572"/>
                  <a:gd name="connsiteX10" fmla="*/ 22686 w 101870"/>
                  <a:gd name="connsiteY10" fmla="*/ 51441 h 119572"/>
                  <a:gd name="connsiteX11" fmla="*/ 22686 w 101870"/>
                  <a:gd name="connsiteY11" fmla="*/ 119500 h 119572"/>
                  <a:gd name="connsiteX12" fmla="*/ 0 w 101870"/>
                  <a:gd name="connsiteY12" fmla="*/ 119500 h 119572"/>
                  <a:gd name="connsiteX13" fmla="*/ 0 w 101870"/>
                  <a:gd name="connsiteY13" fmla="*/ 2890 h 119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1870" h="119572">
                    <a:moveTo>
                      <a:pt x="0" y="2962"/>
                    </a:moveTo>
                    <a:lnTo>
                      <a:pt x="22686" y="2962"/>
                    </a:lnTo>
                    <a:lnTo>
                      <a:pt x="22686" y="23842"/>
                    </a:lnTo>
                    <a:lnTo>
                      <a:pt x="27238" y="23842"/>
                    </a:lnTo>
                    <a:cubicBezTo>
                      <a:pt x="30850" y="11343"/>
                      <a:pt x="42699" y="0"/>
                      <a:pt x="60617" y="0"/>
                    </a:cubicBezTo>
                    <a:cubicBezTo>
                      <a:pt x="87638" y="0"/>
                      <a:pt x="101871" y="20157"/>
                      <a:pt x="101871" y="42410"/>
                    </a:cubicBezTo>
                    <a:lnTo>
                      <a:pt x="101871" y="119572"/>
                    </a:lnTo>
                    <a:lnTo>
                      <a:pt x="79185" y="119572"/>
                    </a:lnTo>
                    <a:lnTo>
                      <a:pt x="79185" y="48985"/>
                    </a:lnTo>
                    <a:cubicBezTo>
                      <a:pt x="79185" y="32873"/>
                      <a:pt x="67192" y="21530"/>
                      <a:pt x="51947" y="21530"/>
                    </a:cubicBezTo>
                    <a:cubicBezTo>
                      <a:pt x="34463" y="21530"/>
                      <a:pt x="22686" y="34246"/>
                      <a:pt x="22686" y="51441"/>
                    </a:cubicBezTo>
                    <a:lnTo>
                      <a:pt x="22686" y="119500"/>
                    </a:lnTo>
                    <a:lnTo>
                      <a:pt x="0" y="119500"/>
                    </a:lnTo>
                    <a:lnTo>
                      <a:pt x="0" y="2890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  <p:grpSp>
          <p:nvGrpSpPr>
            <p:cNvPr id="49" name="Graphic 3">
              <a:extLst>
                <a:ext uri="{FF2B5EF4-FFF2-40B4-BE49-F238E27FC236}">
                  <a16:creationId xmlns:a16="http://schemas.microsoft.com/office/drawing/2014/main" id="{EFB12A06-CA29-8CFC-018A-84CA6E65C173}"/>
                </a:ext>
              </a:extLst>
            </p:cNvPr>
            <p:cNvGrpSpPr/>
            <p:nvPr/>
          </p:nvGrpSpPr>
          <p:grpSpPr>
            <a:xfrm>
              <a:off x="6929801" y="2834240"/>
              <a:ext cx="1229748" cy="214290"/>
              <a:chOff x="6929801" y="2834240"/>
              <a:chExt cx="1229748" cy="214290"/>
            </a:xfrm>
            <a:grpFill/>
          </p:grpSpPr>
          <p:sp>
            <p:nvSpPr>
              <p:cNvPr id="50" name="Vrije vorm: vorm 49">
                <a:extLst>
                  <a:ext uri="{FF2B5EF4-FFF2-40B4-BE49-F238E27FC236}">
                    <a16:creationId xmlns:a16="http://schemas.microsoft.com/office/drawing/2014/main" id="{BA950034-B99D-2CE1-A2FE-FFC2D8A3BD5C}"/>
                  </a:ext>
                </a:extLst>
              </p:cNvPr>
              <p:cNvSpPr/>
              <p:nvPr/>
            </p:nvSpPr>
            <p:spPr>
              <a:xfrm>
                <a:off x="7864629" y="2834240"/>
                <a:ext cx="22902" cy="163788"/>
              </a:xfrm>
              <a:custGeom>
                <a:avLst/>
                <a:gdLst>
                  <a:gd name="connsiteX0" fmla="*/ 0 w 22902"/>
                  <a:gd name="connsiteY0" fmla="*/ 0 h 163788"/>
                  <a:gd name="connsiteX1" fmla="*/ 22903 w 22902"/>
                  <a:gd name="connsiteY1" fmla="*/ 0 h 163788"/>
                  <a:gd name="connsiteX2" fmla="*/ 22903 w 22902"/>
                  <a:gd name="connsiteY2" fmla="*/ 26804 h 163788"/>
                  <a:gd name="connsiteX3" fmla="*/ 0 w 22902"/>
                  <a:gd name="connsiteY3" fmla="*/ 26804 h 163788"/>
                  <a:gd name="connsiteX4" fmla="*/ 0 w 22902"/>
                  <a:gd name="connsiteY4" fmla="*/ 0 h 163788"/>
                  <a:gd name="connsiteX5" fmla="*/ 217 w 22902"/>
                  <a:gd name="connsiteY5" fmla="*/ 47179 h 163788"/>
                  <a:gd name="connsiteX6" fmla="*/ 22903 w 22902"/>
                  <a:gd name="connsiteY6" fmla="*/ 47179 h 163788"/>
                  <a:gd name="connsiteX7" fmla="*/ 22903 w 22902"/>
                  <a:gd name="connsiteY7" fmla="*/ 163789 h 163788"/>
                  <a:gd name="connsiteX8" fmla="*/ 217 w 22902"/>
                  <a:gd name="connsiteY8" fmla="*/ 163789 h 163788"/>
                  <a:gd name="connsiteX9" fmla="*/ 217 w 22902"/>
                  <a:gd name="connsiteY9" fmla="*/ 47179 h 16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02" h="163788">
                    <a:moveTo>
                      <a:pt x="0" y="0"/>
                    </a:moveTo>
                    <a:lnTo>
                      <a:pt x="22903" y="0"/>
                    </a:lnTo>
                    <a:lnTo>
                      <a:pt x="22903" y="26804"/>
                    </a:lnTo>
                    <a:lnTo>
                      <a:pt x="0" y="26804"/>
                    </a:lnTo>
                    <a:lnTo>
                      <a:pt x="0" y="0"/>
                    </a:lnTo>
                    <a:close/>
                    <a:moveTo>
                      <a:pt x="217" y="47179"/>
                    </a:moveTo>
                    <a:lnTo>
                      <a:pt x="22903" y="47179"/>
                    </a:lnTo>
                    <a:lnTo>
                      <a:pt x="22903" y="163789"/>
                    </a:lnTo>
                    <a:lnTo>
                      <a:pt x="217" y="163789"/>
                    </a:lnTo>
                    <a:lnTo>
                      <a:pt x="217" y="47179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1" name="Vrije vorm: vorm 50">
                <a:extLst>
                  <a:ext uri="{FF2B5EF4-FFF2-40B4-BE49-F238E27FC236}">
                    <a16:creationId xmlns:a16="http://schemas.microsoft.com/office/drawing/2014/main" id="{88416207-098F-477B-9380-2F6F3A8334F7}"/>
                  </a:ext>
                </a:extLst>
              </p:cNvPr>
              <p:cNvSpPr/>
              <p:nvPr/>
            </p:nvSpPr>
            <p:spPr>
              <a:xfrm>
                <a:off x="7330710" y="2834240"/>
                <a:ext cx="22902" cy="163788"/>
              </a:xfrm>
              <a:custGeom>
                <a:avLst/>
                <a:gdLst>
                  <a:gd name="connsiteX0" fmla="*/ 0 w 22902"/>
                  <a:gd name="connsiteY0" fmla="*/ 0 h 163788"/>
                  <a:gd name="connsiteX1" fmla="*/ 22903 w 22902"/>
                  <a:gd name="connsiteY1" fmla="*/ 0 h 163788"/>
                  <a:gd name="connsiteX2" fmla="*/ 22903 w 22902"/>
                  <a:gd name="connsiteY2" fmla="*/ 26804 h 163788"/>
                  <a:gd name="connsiteX3" fmla="*/ 0 w 22902"/>
                  <a:gd name="connsiteY3" fmla="*/ 26804 h 163788"/>
                  <a:gd name="connsiteX4" fmla="*/ 0 w 22902"/>
                  <a:gd name="connsiteY4" fmla="*/ 0 h 163788"/>
                  <a:gd name="connsiteX5" fmla="*/ 217 w 22902"/>
                  <a:gd name="connsiteY5" fmla="*/ 47179 h 163788"/>
                  <a:gd name="connsiteX6" fmla="*/ 22903 w 22902"/>
                  <a:gd name="connsiteY6" fmla="*/ 47179 h 163788"/>
                  <a:gd name="connsiteX7" fmla="*/ 22903 w 22902"/>
                  <a:gd name="connsiteY7" fmla="*/ 163789 h 163788"/>
                  <a:gd name="connsiteX8" fmla="*/ 217 w 22902"/>
                  <a:gd name="connsiteY8" fmla="*/ 163789 h 163788"/>
                  <a:gd name="connsiteX9" fmla="*/ 217 w 22902"/>
                  <a:gd name="connsiteY9" fmla="*/ 47179 h 163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902" h="163788">
                    <a:moveTo>
                      <a:pt x="0" y="0"/>
                    </a:moveTo>
                    <a:lnTo>
                      <a:pt x="22903" y="0"/>
                    </a:lnTo>
                    <a:lnTo>
                      <a:pt x="22903" y="26804"/>
                    </a:lnTo>
                    <a:lnTo>
                      <a:pt x="0" y="26804"/>
                    </a:lnTo>
                    <a:lnTo>
                      <a:pt x="0" y="0"/>
                    </a:lnTo>
                    <a:close/>
                    <a:moveTo>
                      <a:pt x="217" y="47179"/>
                    </a:moveTo>
                    <a:lnTo>
                      <a:pt x="22903" y="47179"/>
                    </a:lnTo>
                    <a:lnTo>
                      <a:pt x="22903" y="163789"/>
                    </a:lnTo>
                    <a:lnTo>
                      <a:pt x="217" y="163789"/>
                    </a:lnTo>
                    <a:lnTo>
                      <a:pt x="217" y="47179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2" name="Vrije vorm: vorm 51">
                <a:extLst>
                  <a:ext uri="{FF2B5EF4-FFF2-40B4-BE49-F238E27FC236}">
                    <a16:creationId xmlns:a16="http://schemas.microsoft.com/office/drawing/2014/main" id="{49C2982A-EA3B-8D3B-1B94-4728D38FCFC4}"/>
                  </a:ext>
                </a:extLst>
              </p:cNvPr>
              <p:cNvSpPr/>
              <p:nvPr/>
            </p:nvSpPr>
            <p:spPr>
              <a:xfrm>
                <a:off x="6929801" y="2878456"/>
                <a:ext cx="113548" cy="122534"/>
              </a:xfrm>
              <a:custGeom>
                <a:avLst/>
                <a:gdLst>
                  <a:gd name="connsiteX0" fmla="*/ 72 w 113548"/>
                  <a:gd name="connsiteY0" fmla="*/ 60545 h 122534"/>
                  <a:gd name="connsiteX1" fmla="*/ 58377 w 113548"/>
                  <a:gd name="connsiteY1" fmla="*/ 0 h 122534"/>
                  <a:gd name="connsiteX2" fmla="*/ 113503 w 113548"/>
                  <a:gd name="connsiteY2" fmla="*/ 57871 h 122534"/>
                  <a:gd name="connsiteX3" fmla="*/ 113069 w 113548"/>
                  <a:gd name="connsiteY3" fmla="*/ 68781 h 122534"/>
                  <a:gd name="connsiteX4" fmla="*/ 22542 w 113548"/>
                  <a:gd name="connsiteY4" fmla="*/ 68781 h 122534"/>
                  <a:gd name="connsiteX5" fmla="*/ 58810 w 113548"/>
                  <a:gd name="connsiteY5" fmla="*/ 102594 h 122534"/>
                  <a:gd name="connsiteX6" fmla="*/ 91467 w 113548"/>
                  <a:gd name="connsiteY6" fmla="*/ 85326 h 122534"/>
                  <a:gd name="connsiteX7" fmla="*/ 108229 w 113548"/>
                  <a:gd name="connsiteY7" fmla="*/ 96236 h 122534"/>
                  <a:gd name="connsiteX8" fmla="*/ 58738 w 113548"/>
                  <a:gd name="connsiteY8" fmla="*/ 122534 h 122534"/>
                  <a:gd name="connsiteX9" fmla="*/ 0 w 113548"/>
                  <a:gd name="connsiteY9" fmla="*/ 60617 h 122534"/>
                  <a:gd name="connsiteX10" fmla="*/ 91539 w 113548"/>
                  <a:gd name="connsiteY10" fmla="*/ 49707 h 122534"/>
                  <a:gd name="connsiteX11" fmla="*/ 58449 w 113548"/>
                  <a:gd name="connsiteY11" fmla="*/ 19290 h 122534"/>
                  <a:gd name="connsiteX12" fmla="*/ 23047 w 113548"/>
                  <a:gd name="connsiteY12" fmla="*/ 49707 h 122534"/>
                  <a:gd name="connsiteX13" fmla="*/ 91539 w 113548"/>
                  <a:gd name="connsiteY13" fmla="*/ 49707 h 122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3548" h="122534">
                    <a:moveTo>
                      <a:pt x="72" y="60545"/>
                    </a:moveTo>
                    <a:cubicBezTo>
                      <a:pt x="72" y="23987"/>
                      <a:pt x="25721" y="0"/>
                      <a:pt x="58377" y="0"/>
                    </a:cubicBezTo>
                    <a:cubicBezTo>
                      <a:pt x="93779" y="0"/>
                      <a:pt x="114659" y="27021"/>
                      <a:pt x="113503" y="57871"/>
                    </a:cubicBezTo>
                    <a:lnTo>
                      <a:pt x="113069" y="68781"/>
                    </a:lnTo>
                    <a:lnTo>
                      <a:pt x="22542" y="68781"/>
                    </a:lnTo>
                    <a:cubicBezTo>
                      <a:pt x="25287" y="89444"/>
                      <a:pt x="38003" y="102594"/>
                      <a:pt x="58810" y="102594"/>
                    </a:cubicBezTo>
                    <a:cubicBezTo>
                      <a:pt x="73116" y="102594"/>
                      <a:pt x="84676" y="96019"/>
                      <a:pt x="91467" y="85326"/>
                    </a:cubicBezTo>
                    <a:lnTo>
                      <a:pt x="108229" y="96236"/>
                    </a:lnTo>
                    <a:cubicBezTo>
                      <a:pt x="98909" y="111914"/>
                      <a:pt x="81713" y="122534"/>
                      <a:pt x="58738" y="122534"/>
                    </a:cubicBezTo>
                    <a:cubicBezTo>
                      <a:pt x="23770" y="122534"/>
                      <a:pt x="0" y="96886"/>
                      <a:pt x="0" y="60617"/>
                    </a:cubicBezTo>
                    <a:close/>
                    <a:moveTo>
                      <a:pt x="91539" y="49707"/>
                    </a:moveTo>
                    <a:cubicBezTo>
                      <a:pt x="91106" y="32946"/>
                      <a:pt x="77451" y="19290"/>
                      <a:pt x="58449" y="19290"/>
                    </a:cubicBezTo>
                    <a:cubicBezTo>
                      <a:pt x="39448" y="19290"/>
                      <a:pt x="26660" y="31790"/>
                      <a:pt x="23047" y="49707"/>
                    </a:cubicBezTo>
                    <a:lnTo>
                      <a:pt x="91539" y="49707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3" name="Vrije vorm: vorm 52">
                <a:extLst>
                  <a:ext uri="{FF2B5EF4-FFF2-40B4-BE49-F238E27FC236}">
                    <a16:creationId xmlns:a16="http://schemas.microsoft.com/office/drawing/2014/main" id="{8C8FE736-E98C-05E9-9BA4-BF57601E5227}"/>
                  </a:ext>
                </a:extLst>
              </p:cNvPr>
              <p:cNvSpPr/>
              <p:nvPr/>
            </p:nvSpPr>
            <p:spPr>
              <a:xfrm>
                <a:off x="7067868" y="2878456"/>
                <a:ext cx="101870" cy="119572"/>
              </a:xfrm>
              <a:custGeom>
                <a:avLst/>
                <a:gdLst>
                  <a:gd name="connsiteX0" fmla="*/ 0 w 101870"/>
                  <a:gd name="connsiteY0" fmla="*/ 2962 h 119572"/>
                  <a:gd name="connsiteX1" fmla="*/ 22686 w 101870"/>
                  <a:gd name="connsiteY1" fmla="*/ 2962 h 119572"/>
                  <a:gd name="connsiteX2" fmla="*/ 22686 w 101870"/>
                  <a:gd name="connsiteY2" fmla="*/ 23842 h 119572"/>
                  <a:gd name="connsiteX3" fmla="*/ 27238 w 101870"/>
                  <a:gd name="connsiteY3" fmla="*/ 23842 h 119572"/>
                  <a:gd name="connsiteX4" fmla="*/ 60617 w 101870"/>
                  <a:gd name="connsiteY4" fmla="*/ 0 h 119572"/>
                  <a:gd name="connsiteX5" fmla="*/ 101871 w 101870"/>
                  <a:gd name="connsiteY5" fmla="*/ 42410 h 119572"/>
                  <a:gd name="connsiteX6" fmla="*/ 101871 w 101870"/>
                  <a:gd name="connsiteY6" fmla="*/ 119572 h 119572"/>
                  <a:gd name="connsiteX7" fmla="*/ 79185 w 101870"/>
                  <a:gd name="connsiteY7" fmla="*/ 119572 h 119572"/>
                  <a:gd name="connsiteX8" fmla="*/ 79185 w 101870"/>
                  <a:gd name="connsiteY8" fmla="*/ 48985 h 119572"/>
                  <a:gd name="connsiteX9" fmla="*/ 51947 w 101870"/>
                  <a:gd name="connsiteY9" fmla="*/ 21530 h 119572"/>
                  <a:gd name="connsiteX10" fmla="*/ 22686 w 101870"/>
                  <a:gd name="connsiteY10" fmla="*/ 51441 h 119572"/>
                  <a:gd name="connsiteX11" fmla="*/ 22686 w 101870"/>
                  <a:gd name="connsiteY11" fmla="*/ 119500 h 119572"/>
                  <a:gd name="connsiteX12" fmla="*/ 0 w 101870"/>
                  <a:gd name="connsiteY12" fmla="*/ 119500 h 119572"/>
                  <a:gd name="connsiteX13" fmla="*/ 0 w 101870"/>
                  <a:gd name="connsiteY13" fmla="*/ 2890 h 119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1870" h="119572">
                    <a:moveTo>
                      <a:pt x="0" y="2962"/>
                    </a:moveTo>
                    <a:lnTo>
                      <a:pt x="22686" y="2962"/>
                    </a:lnTo>
                    <a:lnTo>
                      <a:pt x="22686" y="23842"/>
                    </a:lnTo>
                    <a:lnTo>
                      <a:pt x="27238" y="23842"/>
                    </a:lnTo>
                    <a:cubicBezTo>
                      <a:pt x="30850" y="11343"/>
                      <a:pt x="42699" y="0"/>
                      <a:pt x="60617" y="0"/>
                    </a:cubicBezTo>
                    <a:cubicBezTo>
                      <a:pt x="87638" y="0"/>
                      <a:pt x="101871" y="20157"/>
                      <a:pt x="101871" y="42410"/>
                    </a:cubicBezTo>
                    <a:lnTo>
                      <a:pt x="101871" y="119572"/>
                    </a:lnTo>
                    <a:lnTo>
                      <a:pt x="79185" y="119572"/>
                    </a:lnTo>
                    <a:lnTo>
                      <a:pt x="79185" y="48985"/>
                    </a:lnTo>
                    <a:cubicBezTo>
                      <a:pt x="79185" y="32873"/>
                      <a:pt x="67192" y="21530"/>
                      <a:pt x="51947" y="21530"/>
                    </a:cubicBezTo>
                    <a:cubicBezTo>
                      <a:pt x="34463" y="21530"/>
                      <a:pt x="22686" y="34246"/>
                      <a:pt x="22686" y="51441"/>
                    </a:cubicBezTo>
                    <a:lnTo>
                      <a:pt x="22686" y="119500"/>
                    </a:lnTo>
                    <a:lnTo>
                      <a:pt x="0" y="119500"/>
                    </a:lnTo>
                    <a:lnTo>
                      <a:pt x="0" y="2890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4" name="Vrije vorm: vorm 53">
                <a:extLst>
                  <a:ext uri="{FF2B5EF4-FFF2-40B4-BE49-F238E27FC236}">
                    <a16:creationId xmlns:a16="http://schemas.microsoft.com/office/drawing/2014/main" id="{472C6FAF-C5BD-779B-D528-63C337A407FB}"/>
                  </a:ext>
                </a:extLst>
              </p:cNvPr>
              <p:cNvSpPr/>
              <p:nvPr/>
            </p:nvSpPr>
            <p:spPr>
              <a:xfrm>
                <a:off x="7189030" y="2878384"/>
                <a:ext cx="118488" cy="170146"/>
              </a:xfrm>
              <a:custGeom>
                <a:avLst/>
                <a:gdLst>
                  <a:gd name="connsiteX0" fmla="*/ 0 w 118488"/>
                  <a:gd name="connsiteY0" fmla="*/ 135033 h 170146"/>
                  <a:gd name="connsiteX1" fmla="*/ 25432 w 118488"/>
                  <a:gd name="connsiteY1" fmla="*/ 110975 h 170146"/>
                  <a:gd name="connsiteX2" fmla="*/ 28611 w 118488"/>
                  <a:gd name="connsiteY2" fmla="*/ 110975 h 170146"/>
                  <a:gd name="connsiteX3" fmla="*/ 28611 w 118488"/>
                  <a:gd name="connsiteY3" fmla="*/ 106423 h 170146"/>
                  <a:gd name="connsiteX4" fmla="*/ 13655 w 118488"/>
                  <a:gd name="connsiteY4" fmla="*/ 88722 h 170146"/>
                  <a:gd name="connsiteX5" fmla="*/ 23409 w 118488"/>
                  <a:gd name="connsiteY5" fmla="*/ 72177 h 170146"/>
                  <a:gd name="connsiteX6" fmla="*/ 10259 w 118488"/>
                  <a:gd name="connsiteY6" fmla="*/ 42193 h 170146"/>
                  <a:gd name="connsiteX7" fmla="*/ 56788 w 118488"/>
                  <a:gd name="connsiteY7" fmla="*/ 0 h 170146"/>
                  <a:gd name="connsiteX8" fmla="*/ 72899 w 118488"/>
                  <a:gd name="connsiteY8" fmla="*/ 2745 h 170146"/>
                  <a:gd name="connsiteX9" fmla="*/ 116682 w 118488"/>
                  <a:gd name="connsiteY9" fmla="*/ 722 h 170146"/>
                  <a:gd name="connsiteX10" fmla="*/ 116682 w 118488"/>
                  <a:gd name="connsiteY10" fmla="*/ 20230 h 170146"/>
                  <a:gd name="connsiteX11" fmla="*/ 85398 w 118488"/>
                  <a:gd name="connsiteY11" fmla="*/ 20230 h 170146"/>
                  <a:gd name="connsiteX12" fmla="*/ 85398 w 118488"/>
                  <a:gd name="connsiteY12" fmla="*/ 24781 h 170146"/>
                  <a:gd name="connsiteX13" fmla="*/ 102377 w 118488"/>
                  <a:gd name="connsiteY13" fmla="*/ 47251 h 170146"/>
                  <a:gd name="connsiteX14" fmla="*/ 56788 w 118488"/>
                  <a:gd name="connsiteY14" fmla="*/ 83520 h 170146"/>
                  <a:gd name="connsiteX15" fmla="*/ 40676 w 118488"/>
                  <a:gd name="connsiteY15" fmla="*/ 80991 h 170146"/>
                  <a:gd name="connsiteX16" fmla="*/ 35691 w 118488"/>
                  <a:gd name="connsiteY16" fmla="*/ 88505 h 170146"/>
                  <a:gd name="connsiteX17" fmla="*/ 47034 w 118488"/>
                  <a:gd name="connsiteY17" fmla="*/ 96886 h 170146"/>
                  <a:gd name="connsiteX18" fmla="*/ 80630 w 118488"/>
                  <a:gd name="connsiteY18" fmla="*/ 96886 h 170146"/>
                  <a:gd name="connsiteX19" fmla="*/ 118488 w 118488"/>
                  <a:gd name="connsiteY19" fmla="*/ 130698 h 170146"/>
                  <a:gd name="connsiteX20" fmla="*/ 57438 w 118488"/>
                  <a:gd name="connsiteY20" fmla="*/ 170146 h 170146"/>
                  <a:gd name="connsiteX21" fmla="*/ 72 w 118488"/>
                  <a:gd name="connsiteY21" fmla="*/ 134961 h 170146"/>
                  <a:gd name="connsiteX22" fmla="*/ 57366 w 118488"/>
                  <a:gd name="connsiteY22" fmla="*/ 150495 h 170146"/>
                  <a:gd name="connsiteX23" fmla="*/ 95513 w 118488"/>
                  <a:gd name="connsiteY23" fmla="*/ 131421 h 170146"/>
                  <a:gd name="connsiteX24" fmla="*/ 76223 w 118488"/>
                  <a:gd name="connsiteY24" fmla="*/ 116465 h 170146"/>
                  <a:gd name="connsiteX25" fmla="*/ 41038 w 118488"/>
                  <a:gd name="connsiteY25" fmla="*/ 116465 h 170146"/>
                  <a:gd name="connsiteX26" fmla="*/ 22903 w 118488"/>
                  <a:gd name="connsiteY26" fmla="*/ 131638 h 170146"/>
                  <a:gd name="connsiteX27" fmla="*/ 57366 w 118488"/>
                  <a:gd name="connsiteY27" fmla="*/ 150495 h 170146"/>
                  <a:gd name="connsiteX28" fmla="*/ 56715 w 118488"/>
                  <a:gd name="connsiteY28" fmla="*/ 66325 h 170146"/>
                  <a:gd name="connsiteX29" fmla="*/ 81208 w 118488"/>
                  <a:gd name="connsiteY29" fmla="*/ 42266 h 170146"/>
                  <a:gd name="connsiteX30" fmla="*/ 56715 w 118488"/>
                  <a:gd name="connsiteY30" fmla="*/ 18929 h 170146"/>
                  <a:gd name="connsiteX31" fmla="*/ 32440 w 118488"/>
                  <a:gd name="connsiteY31" fmla="*/ 42266 h 170146"/>
                  <a:gd name="connsiteX32" fmla="*/ 56715 w 118488"/>
                  <a:gd name="connsiteY32" fmla="*/ 66325 h 17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18488" h="170146">
                    <a:moveTo>
                      <a:pt x="0" y="135033"/>
                    </a:moveTo>
                    <a:cubicBezTo>
                      <a:pt x="0" y="122318"/>
                      <a:pt x="9754" y="110975"/>
                      <a:pt x="25432" y="110975"/>
                    </a:cubicBezTo>
                    <a:lnTo>
                      <a:pt x="28611" y="110975"/>
                    </a:lnTo>
                    <a:lnTo>
                      <a:pt x="28611" y="106423"/>
                    </a:lnTo>
                    <a:cubicBezTo>
                      <a:pt x="19291" y="104400"/>
                      <a:pt x="13655" y="97608"/>
                      <a:pt x="13655" y="88722"/>
                    </a:cubicBezTo>
                    <a:cubicBezTo>
                      <a:pt x="13655" y="80558"/>
                      <a:pt x="18640" y="74850"/>
                      <a:pt x="23409" y="72177"/>
                    </a:cubicBezTo>
                    <a:cubicBezTo>
                      <a:pt x="15245" y="65385"/>
                      <a:pt x="10259" y="54909"/>
                      <a:pt x="10259" y="42193"/>
                    </a:cubicBezTo>
                    <a:cubicBezTo>
                      <a:pt x="10259" y="16545"/>
                      <a:pt x="29767" y="0"/>
                      <a:pt x="56788" y="0"/>
                    </a:cubicBezTo>
                    <a:cubicBezTo>
                      <a:pt x="62206" y="0"/>
                      <a:pt x="67697" y="939"/>
                      <a:pt x="72899" y="2745"/>
                    </a:cubicBezTo>
                    <a:lnTo>
                      <a:pt x="116682" y="722"/>
                    </a:lnTo>
                    <a:lnTo>
                      <a:pt x="116682" y="20230"/>
                    </a:lnTo>
                    <a:lnTo>
                      <a:pt x="85398" y="20230"/>
                    </a:lnTo>
                    <a:lnTo>
                      <a:pt x="85398" y="24781"/>
                    </a:lnTo>
                    <a:cubicBezTo>
                      <a:pt x="95802" y="27310"/>
                      <a:pt x="102377" y="36558"/>
                      <a:pt x="102377" y="47251"/>
                    </a:cubicBezTo>
                    <a:cubicBezTo>
                      <a:pt x="102377" y="70587"/>
                      <a:pt x="81063" y="83520"/>
                      <a:pt x="56788" y="83520"/>
                    </a:cubicBezTo>
                    <a:cubicBezTo>
                      <a:pt x="51369" y="83520"/>
                      <a:pt x="45661" y="82870"/>
                      <a:pt x="40676" y="80991"/>
                    </a:cubicBezTo>
                    <a:cubicBezTo>
                      <a:pt x="38436" y="81930"/>
                      <a:pt x="35691" y="84604"/>
                      <a:pt x="35691" y="88505"/>
                    </a:cubicBezTo>
                    <a:cubicBezTo>
                      <a:pt x="35691" y="94429"/>
                      <a:pt x="41110" y="96886"/>
                      <a:pt x="47034" y="96886"/>
                    </a:cubicBezTo>
                    <a:lnTo>
                      <a:pt x="80630" y="96886"/>
                    </a:lnTo>
                    <a:cubicBezTo>
                      <a:pt x="103750" y="96886"/>
                      <a:pt x="118488" y="110252"/>
                      <a:pt x="118488" y="130698"/>
                    </a:cubicBezTo>
                    <a:cubicBezTo>
                      <a:pt x="118488" y="161982"/>
                      <a:pt x="84892" y="170146"/>
                      <a:pt x="57438" y="170146"/>
                    </a:cubicBezTo>
                    <a:cubicBezTo>
                      <a:pt x="25215" y="170146"/>
                      <a:pt x="72" y="159237"/>
                      <a:pt x="72" y="134961"/>
                    </a:cubicBezTo>
                    <a:close/>
                    <a:moveTo>
                      <a:pt x="57366" y="150495"/>
                    </a:moveTo>
                    <a:cubicBezTo>
                      <a:pt x="78246" y="150495"/>
                      <a:pt x="95513" y="145726"/>
                      <a:pt x="95513" y="131421"/>
                    </a:cubicBezTo>
                    <a:cubicBezTo>
                      <a:pt x="95513" y="122823"/>
                      <a:pt x="88939" y="116465"/>
                      <a:pt x="76223" y="116465"/>
                    </a:cubicBezTo>
                    <a:lnTo>
                      <a:pt x="41038" y="116465"/>
                    </a:lnTo>
                    <a:cubicBezTo>
                      <a:pt x="30128" y="116465"/>
                      <a:pt x="22903" y="122823"/>
                      <a:pt x="22903" y="131638"/>
                    </a:cubicBezTo>
                    <a:cubicBezTo>
                      <a:pt x="22903" y="146377"/>
                      <a:pt x="39231" y="150495"/>
                      <a:pt x="57366" y="150495"/>
                    </a:cubicBezTo>
                    <a:close/>
                    <a:moveTo>
                      <a:pt x="56715" y="66325"/>
                    </a:moveTo>
                    <a:cubicBezTo>
                      <a:pt x="71671" y="66325"/>
                      <a:pt x="81208" y="56571"/>
                      <a:pt x="81208" y="42266"/>
                    </a:cubicBezTo>
                    <a:cubicBezTo>
                      <a:pt x="81208" y="29116"/>
                      <a:pt x="71671" y="18929"/>
                      <a:pt x="56715" y="18929"/>
                    </a:cubicBezTo>
                    <a:cubicBezTo>
                      <a:pt x="41760" y="18929"/>
                      <a:pt x="32440" y="29116"/>
                      <a:pt x="32440" y="42266"/>
                    </a:cubicBezTo>
                    <a:cubicBezTo>
                      <a:pt x="32440" y="56571"/>
                      <a:pt x="41977" y="66325"/>
                      <a:pt x="56715" y="66325"/>
                    </a:cubicBez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5" name="Vrije vorm: vorm 54">
                <a:extLst>
                  <a:ext uri="{FF2B5EF4-FFF2-40B4-BE49-F238E27FC236}">
                    <a16:creationId xmlns:a16="http://schemas.microsoft.com/office/drawing/2014/main" id="{21637839-C2C7-BB66-6E44-33C059209BDD}"/>
                  </a:ext>
                </a:extLst>
              </p:cNvPr>
              <p:cNvSpPr/>
              <p:nvPr/>
            </p:nvSpPr>
            <p:spPr>
              <a:xfrm>
                <a:off x="7385980" y="2878456"/>
                <a:ext cx="101870" cy="119572"/>
              </a:xfrm>
              <a:custGeom>
                <a:avLst/>
                <a:gdLst>
                  <a:gd name="connsiteX0" fmla="*/ 0 w 101870"/>
                  <a:gd name="connsiteY0" fmla="*/ 2962 h 119572"/>
                  <a:gd name="connsiteX1" fmla="*/ 22686 w 101870"/>
                  <a:gd name="connsiteY1" fmla="*/ 2962 h 119572"/>
                  <a:gd name="connsiteX2" fmla="*/ 22686 w 101870"/>
                  <a:gd name="connsiteY2" fmla="*/ 23842 h 119572"/>
                  <a:gd name="connsiteX3" fmla="*/ 27238 w 101870"/>
                  <a:gd name="connsiteY3" fmla="*/ 23842 h 119572"/>
                  <a:gd name="connsiteX4" fmla="*/ 60617 w 101870"/>
                  <a:gd name="connsiteY4" fmla="*/ 0 h 119572"/>
                  <a:gd name="connsiteX5" fmla="*/ 101871 w 101870"/>
                  <a:gd name="connsiteY5" fmla="*/ 42410 h 119572"/>
                  <a:gd name="connsiteX6" fmla="*/ 101871 w 101870"/>
                  <a:gd name="connsiteY6" fmla="*/ 119572 h 119572"/>
                  <a:gd name="connsiteX7" fmla="*/ 79185 w 101870"/>
                  <a:gd name="connsiteY7" fmla="*/ 119572 h 119572"/>
                  <a:gd name="connsiteX8" fmla="*/ 79185 w 101870"/>
                  <a:gd name="connsiteY8" fmla="*/ 48985 h 119572"/>
                  <a:gd name="connsiteX9" fmla="*/ 51947 w 101870"/>
                  <a:gd name="connsiteY9" fmla="*/ 21530 h 119572"/>
                  <a:gd name="connsiteX10" fmla="*/ 22686 w 101870"/>
                  <a:gd name="connsiteY10" fmla="*/ 51441 h 119572"/>
                  <a:gd name="connsiteX11" fmla="*/ 22686 w 101870"/>
                  <a:gd name="connsiteY11" fmla="*/ 119500 h 119572"/>
                  <a:gd name="connsiteX12" fmla="*/ 0 w 101870"/>
                  <a:gd name="connsiteY12" fmla="*/ 119500 h 119572"/>
                  <a:gd name="connsiteX13" fmla="*/ 0 w 101870"/>
                  <a:gd name="connsiteY13" fmla="*/ 2890 h 119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1870" h="119572">
                    <a:moveTo>
                      <a:pt x="0" y="2962"/>
                    </a:moveTo>
                    <a:lnTo>
                      <a:pt x="22686" y="2962"/>
                    </a:lnTo>
                    <a:lnTo>
                      <a:pt x="22686" y="23842"/>
                    </a:lnTo>
                    <a:lnTo>
                      <a:pt x="27238" y="23842"/>
                    </a:lnTo>
                    <a:cubicBezTo>
                      <a:pt x="30850" y="11343"/>
                      <a:pt x="42699" y="0"/>
                      <a:pt x="60617" y="0"/>
                    </a:cubicBezTo>
                    <a:cubicBezTo>
                      <a:pt x="87638" y="0"/>
                      <a:pt x="101871" y="20157"/>
                      <a:pt x="101871" y="42410"/>
                    </a:cubicBezTo>
                    <a:lnTo>
                      <a:pt x="101871" y="119572"/>
                    </a:lnTo>
                    <a:lnTo>
                      <a:pt x="79185" y="119572"/>
                    </a:lnTo>
                    <a:lnTo>
                      <a:pt x="79185" y="48985"/>
                    </a:lnTo>
                    <a:cubicBezTo>
                      <a:pt x="79185" y="32873"/>
                      <a:pt x="67192" y="21530"/>
                      <a:pt x="51947" y="21530"/>
                    </a:cubicBezTo>
                    <a:cubicBezTo>
                      <a:pt x="34463" y="21530"/>
                      <a:pt x="22686" y="34246"/>
                      <a:pt x="22686" y="51441"/>
                    </a:cubicBezTo>
                    <a:lnTo>
                      <a:pt x="22686" y="119500"/>
                    </a:lnTo>
                    <a:lnTo>
                      <a:pt x="0" y="119500"/>
                    </a:lnTo>
                    <a:lnTo>
                      <a:pt x="0" y="2890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6" name="Vrije vorm: vorm 55">
                <a:extLst>
                  <a:ext uri="{FF2B5EF4-FFF2-40B4-BE49-F238E27FC236}">
                    <a16:creationId xmlns:a16="http://schemas.microsoft.com/office/drawing/2014/main" id="{9B1601D0-7C38-A2A2-3B7E-3A0EFDFC19A8}"/>
                  </a:ext>
                </a:extLst>
              </p:cNvPr>
              <p:cNvSpPr/>
              <p:nvPr/>
            </p:nvSpPr>
            <p:spPr>
              <a:xfrm>
                <a:off x="7510248" y="2878456"/>
                <a:ext cx="113548" cy="122534"/>
              </a:xfrm>
              <a:custGeom>
                <a:avLst/>
                <a:gdLst>
                  <a:gd name="connsiteX0" fmla="*/ 72 w 113548"/>
                  <a:gd name="connsiteY0" fmla="*/ 60545 h 122534"/>
                  <a:gd name="connsiteX1" fmla="*/ 58377 w 113548"/>
                  <a:gd name="connsiteY1" fmla="*/ 0 h 122534"/>
                  <a:gd name="connsiteX2" fmla="*/ 113503 w 113548"/>
                  <a:gd name="connsiteY2" fmla="*/ 57871 h 122534"/>
                  <a:gd name="connsiteX3" fmla="*/ 113069 w 113548"/>
                  <a:gd name="connsiteY3" fmla="*/ 68781 h 122534"/>
                  <a:gd name="connsiteX4" fmla="*/ 22542 w 113548"/>
                  <a:gd name="connsiteY4" fmla="*/ 68781 h 122534"/>
                  <a:gd name="connsiteX5" fmla="*/ 58810 w 113548"/>
                  <a:gd name="connsiteY5" fmla="*/ 102594 h 122534"/>
                  <a:gd name="connsiteX6" fmla="*/ 91467 w 113548"/>
                  <a:gd name="connsiteY6" fmla="*/ 85326 h 122534"/>
                  <a:gd name="connsiteX7" fmla="*/ 108229 w 113548"/>
                  <a:gd name="connsiteY7" fmla="*/ 96236 h 122534"/>
                  <a:gd name="connsiteX8" fmla="*/ 58738 w 113548"/>
                  <a:gd name="connsiteY8" fmla="*/ 122534 h 122534"/>
                  <a:gd name="connsiteX9" fmla="*/ 0 w 113548"/>
                  <a:gd name="connsiteY9" fmla="*/ 60617 h 122534"/>
                  <a:gd name="connsiteX10" fmla="*/ 91467 w 113548"/>
                  <a:gd name="connsiteY10" fmla="*/ 49707 h 122534"/>
                  <a:gd name="connsiteX11" fmla="*/ 58377 w 113548"/>
                  <a:gd name="connsiteY11" fmla="*/ 19290 h 122534"/>
                  <a:gd name="connsiteX12" fmla="*/ 22975 w 113548"/>
                  <a:gd name="connsiteY12" fmla="*/ 49707 h 122534"/>
                  <a:gd name="connsiteX13" fmla="*/ 91467 w 113548"/>
                  <a:gd name="connsiteY13" fmla="*/ 49707 h 122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3548" h="122534">
                    <a:moveTo>
                      <a:pt x="72" y="60545"/>
                    </a:moveTo>
                    <a:cubicBezTo>
                      <a:pt x="72" y="23987"/>
                      <a:pt x="25721" y="0"/>
                      <a:pt x="58377" y="0"/>
                    </a:cubicBezTo>
                    <a:cubicBezTo>
                      <a:pt x="93779" y="0"/>
                      <a:pt x="114659" y="27021"/>
                      <a:pt x="113503" y="57871"/>
                    </a:cubicBezTo>
                    <a:lnTo>
                      <a:pt x="113069" y="68781"/>
                    </a:lnTo>
                    <a:lnTo>
                      <a:pt x="22542" y="68781"/>
                    </a:lnTo>
                    <a:cubicBezTo>
                      <a:pt x="25287" y="89444"/>
                      <a:pt x="38003" y="102594"/>
                      <a:pt x="58810" y="102594"/>
                    </a:cubicBezTo>
                    <a:cubicBezTo>
                      <a:pt x="73116" y="102594"/>
                      <a:pt x="84676" y="96019"/>
                      <a:pt x="91467" y="85326"/>
                    </a:cubicBezTo>
                    <a:lnTo>
                      <a:pt x="108229" y="96236"/>
                    </a:lnTo>
                    <a:cubicBezTo>
                      <a:pt x="98909" y="111914"/>
                      <a:pt x="81713" y="122534"/>
                      <a:pt x="58738" y="122534"/>
                    </a:cubicBezTo>
                    <a:cubicBezTo>
                      <a:pt x="23770" y="122534"/>
                      <a:pt x="0" y="96886"/>
                      <a:pt x="0" y="60617"/>
                    </a:cubicBezTo>
                    <a:close/>
                    <a:moveTo>
                      <a:pt x="91467" y="49707"/>
                    </a:moveTo>
                    <a:cubicBezTo>
                      <a:pt x="91034" y="32946"/>
                      <a:pt x="77379" y="19290"/>
                      <a:pt x="58377" y="19290"/>
                    </a:cubicBezTo>
                    <a:cubicBezTo>
                      <a:pt x="39376" y="19290"/>
                      <a:pt x="26588" y="31790"/>
                      <a:pt x="22975" y="49707"/>
                    </a:cubicBezTo>
                    <a:lnTo>
                      <a:pt x="91467" y="49707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7" name="Vrije vorm: vorm 56">
                <a:extLst>
                  <a:ext uri="{FF2B5EF4-FFF2-40B4-BE49-F238E27FC236}">
                    <a16:creationId xmlns:a16="http://schemas.microsoft.com/office/drawing/2014/main" id="{8165B505-19D4-BCF6-D354-F5ED8AD64C20}"/>
                  </a:ext>
                </a:extLst>
              </p:cNvPr>
              <p:cNvSpPr/>
              <p:nvPr/>
            </p:nvSpPr>
            <p:spPr>
              <a:xfrm>
                <a:off x="7639140" y="2878456"/>
                <a:ext cx="113548" cy="122534"/>
              </a:xfrm>
              <a:custGeom>
                <a:avLst/>
                <a:gdLst>
                  <a:gd name="connsiteX0" fmla="*/ 72 w 113548"/>
                  <a:gd name="connsiteY0" fmla="*/ 60545 h 122534"/>
                  <a:gd name="connsiteX1" fmla="*/ 58377 w 113548"/>
                  <a:gd name="connsiteY1" fmla="*/ 0 h 122534"/>
                  <a:gd name="connsiteX2" fmla="*/ 113503 w 113548"/>
                  <a:gd name="connsiteY2" fmla="*/ 57871 h 122534"/>
                  <a:gd name="connsiteX3" fmla="*/ 113069 w 113548"/>
                  <a:gd name="connsiteY3" fmla="*/ 68781 h 122534"/>
                  <a:gd name="connsiteX4" fmla="*/ 22542 w 113548"/>
                  <a:gd name="connsiteY4" fmla="*/ 68781 h 122534"/>
                  <a:gd name="connsiteX5" fmla="*/ 58810 w 113548"/>
                  <a:gd name="connsiteY5" fmla="*/ 102594 h 122534"/>
                  <a:gd name="connsiteX6" fmla="*/ 91467 w 113548"/>
                  <a:gd name="connsiteY6" fmla="*/ 85326 h 122534"/>
                  <a:gd name="connsiteX7" fmla="*/ 108229 w 113548"/>
                  <a:gd name="connsiteY7" fmla="*/ 96236 h 122534"/>
                  <a:gd name="connsiteX8" fmla="*/ 58738 w 113548"/>
                  <a:gd name="connsiteY8" fmla="*/ 122534 h 122534"/>
                  <a:gd name="connsiteX9" fmla="*/ 0 w 113548"/>
                  <a:gd name="connsiteY9" fmla="*/ 60617 h 122534"/>
                  <a:gd name="connsiteX10" fmla="*/ 91467 w 113548"/>
                  <a:gd name="connsiteY10" fmla="*/ 49707 h 122534"/>
                  <a:gd name="connsiteX11" fmla="*/ 58377 w 113548"/>
                  <a:gd name="connsiteY11" fmla="*/ 19290 h 122534"/>
                  <a:gd name="connsiteX12" fmla="*/ 22975 w 113548"/>
                  <a:gd name="connsiteY12" fmla="*/ 49707 h 122534"/>
                  <a:gd name="connsiteX13" fmla="*/ 91467 w 113548"/>
                  <a:gd name="connsiteY13" fmla="*/ 49707 h 122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3548" h="122534">
                    <a:moveTo>
                      <a:pt x="72" y="60545"/>
                    </a:moveTo>
                    <a:cubicBezTo>
                      <a:pt x="72" y="23987"/>
                      <a:pt x="25721" y="0"/>
                      <a:pt x="58377" y="0"/>
                    </a:cubicBezTo>
                    <a:cubicBezTo>
                      <a:pt x="93779" y="0"/>
                      <a:pt x="114659" y="27021"/>
                      <a:pt x="113503" y="57871"/>
                    </a:cubicBezTo>
                    <a:lnTo>
                      <a:pt x="113069" y="68781"/>
                    </a:lnTo>
                    <a:lnTo>
                      <a:pt x="22542" y="68781"/>
                    </a:lnTo>
                    <a:cubicBezTo>
                      <a:pt x="25287" y="89444"/>
                      <a:pt x="38003" y="102594"/>
                      <a:pt x="58810" y="102594"/>
                    </a:cubicBezTo>
                    <a:cubicBezTo>
                      <a:pt x="73116" y="102594"/>
                      <a:pt x="84676" y="96019"/>
                      <a:pt x="91467" y="85326"/>
                    </a:cubicBezTo>
                    <a:lnTo>
                      <a:pt x="108229" y="96236"/>
                    </a:lnTo>
                    <a:cubicBezTo>
                      <a:pt x="98909" y="111914"/>
                      <a:pt x="81713" y="122534"/>
                      <a:pt x="58738" y="122534"/>
                    </a:cubicBezTo>
                    <a:cubicBezTo>
                      <a:pt x="23770" y="122534"/>
                      <a:pt x="0" y="96886"/>
                      <a:pt x="0" y="60617"/>
                    </a:cubicBezTo>
                    <a:close/>
                    <a:moveTo>
                      <a:pt x="91467" y="49707"/>
                    </a:moveTo>
                    <a:cubicBezTo>
                      <a:pt x="91034" y="32946"/>
                      <a:pt x="77379" y="19290"/>
                      <a:pt x="58377" y="19290"/>
                    </a:cubicBezTo>
                    <a:cubicBezTo>
                      <a:pt x="39376" y="19290"/>
                      <a:pt x="26588" y="31790"/>
                      <a:pt x="22975" y="49707"/>
                    </a:cubicBezTo>
                    <a:lnTo>
                      <a:pt x="91467" y="49707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8" name="Vrije vorm: vorm 57">
                <a:extLst>
                  <a:ext uri="{FF2B5EF4-FFF2-40B4-BE49-F238E27FC236}">
                    <a16:creationId xmlns:a16="http://schemas.microsoft.com/office/drawing/2014/main" id="{3DDE74A6-A72A-74D8-2ADA-814FC43FF1BF}"/>
                  </a:ext>
                </a:extLst>
              </p:cNvPr>
              <p:cNvSpPr/>
              <p:nvPr/>
            </p:nvSpPr>
            <p:spPr>
              <a:xfrm>
                <a:off x="7777136" y="2879395"/>
                <a:ext cx="65096" cy="118632"/>
              </a:xfrm>
              <a:custGeom>
                <a:avLst/>
                <a:gdLst>
                  <a:gd name="connsiteX0" fmla="*/ 0 w 65096"/>
                  <a:gd name="connsiteY0" fmla="*/ 2023 h 118632"/>
                  <a:gd name="connsiteX1" fmla="*/ 22469 w 65096"/>
                  <a:gd name="connsiteY1" fmla="*/ 2023 h 118632"/>
                  <a:gd name="connsiteX2" fmla="*/ 22469 w 65096"/>
                  <a:gd name="connsiteY2" fmla="*/ 26732 h 118632"/>
                  <a:gd name="connsiteX3" fmla="*/ 27238 w 65096"/>
                  <a:gd name="connsiteY3" fmla="*/ 26732 h 118632"/>
                  <a:gd name="connsiteX4" fmla="*/ 65096 w 65096"/>
                  <a:gd name="connsiteY4" fmla="*/ 0 h 118632"/>
                  <a:gd name="connsiteX5" fmla="*/ 65096 w 65096"/>
                  <a:gd name="connsiteY5" fmla="*/ 24276 h 118632"/>
                  <a:gd name="connsiteX6" fmla="*/ 57366 w 65096"/>
                  <a:gd name="connsiteY6" fmla="*/ 24276 h 118632"/>
                  <a:gd name="connsiteX7" fmla="*/ 22686 w 65096"/>
                  <a:gd name="connsiteY7" fmla="*/ 59894 h 118632"/>
                  <a:gd name="connsiteX8" fmla="*/ 22686 w 65096"/>
                  <a:gd name="connsiteY8" fmla="*/ 118633 h 118632"/>
                  <a:gd name="connsiteX9" fmla="*/ 0 w 65096"/>
                  <a:gd name="connsiteY9" fmla="*/ 118633 h 118632"/>
                  <a:gd name="connsiteX10" fmla="*/ 0 w 65096"/>
                  <a:gd name="connsiteY10" fmla="*/ 2023 h 118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5096" h="118632">
                    <a:moveTo>
                      <a:pt x="0" y="2023"/>
                    </a:moveTo>
                    <a:lnTo>
                      <a:pt x="22469" y="2023"/>
                    </a:lnTo>
                    <a:lnTo>
                      <a:pt x="22469" y="26732"/>
                    </a:lnTo>
                    <a:lnTo>
                      <a:pt x="27238" y="26732"/>
                    </a:lnTo>
                    <a:cubicBezTo>
                      <a:pt x="30633" y="15389"/>
                      <a:pt x="41543" y="0"/>
                      <a:pt x="65096" y="0"/>
                    </a:cubicBezTo>
                    <a:lnTo>
                      <a:pt x="65096" y="24276"/>
                    </a:lnTo>
                    <a:lnTo>
                      <a:pt x="57366" y="24276"/>
                    </a:lnTo>
                    <a:cubicBezTo>
                      <a:pt x="33740" y="24276"/>
                      <a:pt x="22686" y="41037"/>
                      <a:pt x="22686" y="59894"/>
                    </a:cubicBezTo>
                    <a:lnTo>
                      <a:pt x="22686" y="118633"/>
                    </a:lnTo>
                    <a:lnTo>
                      <a:pt x="0" y="118633"/>
                    </a:lnTo>
                    <a:lnTo>
                      <a:pt x="0" y="2023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59" name="Vrije vorm: vorm 58">
                <a:extLst>
                  <a:ext uri="{FF2B5EF4-FFF2-40B4-BE49-F238E27FC236}">
                    <a16:creationId xmlns:a16="http://schemas.microsoft.com/office/drawing/2014/main" id="{62AEBF01-833E-C1F9-5762-17A9E0171A14}"/>
                  </a:ext>
                </a:extLst>
              </p:cNvPr>
              <p:cNvSpPr/>
              <p:nvPr/>
            </p:nvSpPr>
            <p:spPr>
              <a:xfrm>
                <a:off x="7919900" y="2878456"/>
                <a:ext cx="101870" cy="119572"/>
              </a:xfrm>
              <a:custGeom>
                <a:avLst/>
                <a:gdLst>
                  <a:gd name="connsiteX0" fmla="*/ 0 w 101870"/>
                  <a:gd name="connsiteY0" fmla="*/ 2962 h 119572"/>
                  <a:gd name="connsiteX1" fmla="*/ 22686 w 101870"/>
                  <a:gd name="connsiteY1" fmla="*/ 2962 h 119572"/>
                  <a:gd name="connsiteX2" fmla="*/ 22686 w 101870"/>
                  <a:gd name="connsiteY2" fmla="*/ 23842 h 119572"/>
                  <a:gd name="connsiteX3" fmla="*/ 27238 w 101870"/>
                  <a:gd name="connsiteY3" fmla="*/ 23842 h 119572"/>
                  <a:gd name="connsiteX4" fmla="*/ 60616 w 101870"/>
                  <a:gd name="connsiteY4" fmla="*/ 0 h 119572"/>
                  <a:gd name="connsiteX5" fmla="*/ 101871 w 101870"/>
                  <a:gd name="connsiteY5" fmla="*/ 42410 h 119572"/>
                  <a:gd name="connsiteX6" fmla="*/ 101871 w 101870"/>
                  <a:gd name="connsiteY6" fmla="*/ 119572 h 119572"/>
                  <a:gd name="connsiteX7" fmla="*/ 79185 w 101870"/>
                  <a:gd name="connsiteY7" fmla="*/ 119572 h 119572"/>
                  <a:gd name="connsiteX8" fmla="*/ 79185 w 101870"/>
                  <a:gd name="connsiteY8" fmla="*/ 48985 h 119572"/>
                  <a:gd name="connsiteX9" fmla="*/ 51947 w 101870"/>
                  <a:gd name="connsiteY9" fmla="*/ 21530 h 119572"/>
                  <a:gd name="connsiteX10" fmla="*/ 22686 w 101870"/>
                  <a:gd name="connsiteY10" fmla="*/ 51441 h 119572"/>
                  <a:gd name="connsiteX11" fmla="*/ 22686 w 101870"/>
                  <a:gd name="connsiteY11" fmla="*/ 119500 h 119572"/>
                  <a:gd name="connsiteX12" fmla="*/ 0 w 101870"/>
                  <a:gd name="connsiteY12" fmla="*/ 119500 h 119572"/>
                  <a:gd name="connsiteX13" fmla="*/ 0 w 101870"/>
                  <a:gd name="connsiteY13" fmla="*/ 2890 h 119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1870" h="119572">
                    <a:moveTo>
                      <a:pt x="0" y="2962"/>
                    </a:moveTo>
                    <a:lnTo>
                      <a:pt x="22686" y="2962"/>
                    </a:lnTo>
                    <a:lnTo>
                      <a:pt x="22686" y="23842"/>
                    </a:lnTo>
                    <a:lnTo>
                      <a:pt x="27238" y="23842"/>
                    </a:lnTo>
                    <a:cubicBezTo>
                      <a:pt x="30850" y="11343"/>
                      <a:pt x="42699" y="0"/>
                      <a:pt x="60616" y="0"/>
                    </a:cubicBezTo>
                    <a:cubicBezTo>
                      <a:pt x="87638" y="0"/>
                      <a:pt x="101871" y="20157"/>
                      <a:pt x="101871" y="42410"/>
                    </a:cubicBezTo>
                    <a:lnTo>
                      <a:pt x="101871" y="119572"/>
                    </a:lnTo>
                    <a:lnTo>
                      <a:pt x="79185" y="119572"/>
                    </a:lnTo>
                    <a:lnTo>
                      <a:pt x="79185" y="48985"/>
                    </a:lnTo>
                    <a:cubicBezTo>
                      <a:pt x="79185" y="32873"/>
                      <a:pt x="67191" y="21530"/>
                      <a:pt x="51947" y="21530"/>
                    </a:cubicBezTo>
                    <a:cubicBezTo>
                      <a:pt x="34462" y="21530"/>
                      <a:pt x="22686" y="34246"/>
                      <a:pt x="22686" y="51441"/>
                    </a:cubicBezTo>
                    <a:lnTo>
                      <a:pt x="22686" y="119500"/>
                    </a:lnTo>
                    <a:lnTo>
                      <a:pt x="0" y="119500"/>
                    </a:lnTo>
                    <a:lnTo>
                      <a:pt x="0" y="2890"/>
                    </a:ln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  <p:sp>
            <p:nvSpPr>
              <p:cNvPr id="60" name="Vrije vorm: vorm 59">
                <a:extLst>
                  <a:ext uri="{FF2B5EF4-FFF2-40B4-BE49-F238E27FC236}">
                    <a16:creationId xmlns:a16="http://schemas.microsoft.com/office/drawing/2014/main" id="{0007E6B3-7469-B62D-EA36-14921D43DC53}"/>
                  </a:ext>
                </a:extLst>
              </p:cNvPr>
              <p:cNvSpPr/>
              <p:nvPr/>
            </p:nvSpPr>
            <p:spPr>
              <a:xfrm>
                <a:off x="8041061" y="2878384"/>
                <a:ext cx="118488" cy="170146"/>
              </a:xfrm>
              <a:custGeom>
                <a:avLst/>
                <a:gdLst>
                  <a:gd name="connsiteX0" fmla="*/ 0 w 118488"/>
                  <a:gd name="connsiteY0" fmla="*/ 135033 h 170146"/>
                  <a:gd name="connsiteX1" fmla="*/ 25432 w 118488"/>
                  <a:gd name="connsiteY1" fmla="*/ 110975 h 170146"/>
                  <a:gd name="connsiteX2" fmla="*/ 28611 w 118488"/>
                  <a:gd name="connsiteY2" fmla="*/ 110975 h 170146"/>
                  <a:gd name="connsiteX3" fmla="*/ 28611 w 118488"/>
                  <a:gd name="connsiteY3" fmla="*/ 106423 h 170146"/>
                  <a:gd name="connsiteX4" fmla="*/ 13655 w 118488"/>
                  <a:gd name="connsiteY4" fmla="*/ 88722 h 170146"/>
                  <a:gd name="connsiteX5" fmla="*/ 23409 w 118488"/>
                  <a:gd name="connsiteY5" fmla="*/ 72177 h 170146"/>
                  <a:gd name="connsiteX6" fmla="*/ 10260 w 118488"/>
                  <a:gd name="connsiteY6" fmla="*/ 42193 h 170146"/>
                  <a:gd name="connsiteX7" fmla="*/ 56788 w 118488"/>
                  <a:gd name="connsiteY7" fmla="*/ 0 h 170146"/>
                  <a:gd name="connsiteX8" fmla="*/ 72899 w 118488"/>
                  <a:gd name="connsiteY8" fmla="*/ 2745 h 170146"/>
                  <a:gd name="connsiteX9" fmla="*/ 116682 w 118488"/>
                  <a:gd name="connsiteY9" fmla="*/ 722 h 170146"/>
                  <a:gd name="connsiteX10" fmla="*/ 116682 w 118488"/>
                  <a:gd name="connsiteY10" fmla="*/ 20230 h 170146"/>
                  <a:gd name="connsiteX11" fmla="*/ 85398 w 118488"/>
                  <a:gd name="connsiteY11" fmla="*/ 20230 h 170146"/>
                  <a:gd name="connsiteX12" fmla="*/ 85398 w 118488"/>
                  <a:gd name="connsiteY12" fmla="*/ 24781 h 170146"/>
                  <a:gd name="connsiteX13" fmla="*/ 102377 w 118488"/>
                  <a:gd name="connsiteY13" fmla="*/ 47251 h 170146"/>
                  <a:gd name="connsiteX14" fmla="*/ 56788 w 118488"/>
                  <a:gd name="connsiteY14" fmla="*/ 83520 h 170146"/>
                  <a:gd name="connsiteX15" fmla="*/ 40676 w 118488"/>
                  <a:gd name="connsiteY15" fmla="*/ 80991 h 170146"/>
                  <a:gd name="connsiteX16" fmla="*/ 35691 w 118488"/>
                  <a:gd name="connsiteY16" fmla="*/ 88505 h 170146"/>
                  <a:gd name="connsiteX17" fmla="*/ 47034 w 118488"/>
                  <a:gd name="connsiteY17" fmla="*/ 96886 h 170146"/>
                  <a:gd name="connsiteX18" fmla="*/ 80630 w 118488"/>
                  <a:gd name="connsiteY18" fmla="*/ 96886 h 170146"/>
                  <a:gd name="connsiteX19" fmla="*/ 118488 w 118488"/>
                  <a:gd name="connsiteY19" fmla="*/ 130698 h 170146"/>
                  <a:gd name="connsiteX20" fmla="*/ 57438 w 118488"/>
                  <a:gd name="connsiteY20" fmla="*/ 170146 h 170146"/>
                  <a:gd name="connsiteX21" fmla="*/ 72 w 118488"/>
                  <a:gd name="connsiteY21" fmla="*/ 134961 h 170146"/>
                  <a:gd name="connsiteX22" fmla="*/ 57366 w 118488"/>
                  <a:gd name="connsiteY22" fmla="*/ 150495 h 170146"/>
                  <a:gd name="connsiteX23" fmla="*/ 95513 w 118488"/>
                  <a:gd name="connsiteY23" fmla="*/ 131421 h 170146"/>
                  <a:gd name="connsiteX24" fmla="*/ 76223 w 118488"/>
                  <a:gd name="connsiteY24" fmla="*/ 116465 h 170146"/>
                  <a:gd name="connsiteX25" fmla="*/ 41037 w 118488"/>
                  <a:gd name="connsiteY25" fmla="*/ 116465 h 170146"/>
                  <a:gd name="connsiteX26" fmla="*/ 22903 w 118488"/>
                  <a:gd name="connsiteY26" fmla="*/ 131638 h 170146"/>
                  <a:gd name="connsiteX27" fmla="*/ 57366 w 118488"/>
                  <a:gd name="connsiteY27" fmla="*/ 150495 h 170146"/>
                  <a:gd name="connsiteX28" fmla="*/ 56716 w 118488"/>
                  <a:gd name="connsiteY28" fmla="*/ 66325 h 170146"/>
                  <a:gd name="connsiteX29" fmla="*/ 81208 w 118488"/>
                  <a:gd name="connsiteY29" fmla="*/ 42266 h 170146"/>
                  <a:gd name="connsiteX30" fmla="*/ 56716 w 118488"/>
                  <a:gd name="connsiteY30" fmla="*/ 18929 h 170146"/>
                  <a:gd name="connsiteX31" fmla="*/ 32440 w 118488"/>
                  <a:gd name="connsiteY31" fmla="*/ 42266 h 170146"/>
                  <a:gd name="connsiteX32" fmla="*/ 56716 w 118488"/>
                  <a:gd name="connsiteY32" fmla="*/ 66325 h 170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18488" h="170146">
                    <a:moveTo>
                      <a:pt x="0" y="135033"/>
                    </a:moveTo>
                    <a:cubicBezTo>
                      <a:pt x="0" y="122318"/>
                      <a:pt x="9754" y="110975"/>
                      <a:pt x="25432" y="110975"/>
                    </a:cubicBezTo>
                    <a:lnTo>
                      <a:pt x="28611" y="110975"/>
                    </a:lnTo>
                    <a:lnTo>
                      <a:pt x="28611" y="106423"/>
                    </a:lnTo>
                    <a:cubicBezTo>
                      <a:pt x="19291" y="104400"/>
                      <a:pt x="13655" y="97608"/>
                      <a:pt x="13655" y="88722"/>
                    </a:cubicBezTo>
                    <a:cubicBezTo>
                      <a:pt x="13655" y="80558"/>
                      <a:pt x="18640" y="74850"/>
                      <a:pt x="23409" y="72177"/>
                    </a:cubicBezTo>
                    <a:cubicBezTo>
                      <a:pt x="15245" y="65385"/>
                      <a:pt x="10260" y="54909"/>
                      <a:pt x="10260" y="42193"/>
                    </a:cubicBezTo>
                    <a:cubicBezTo>
                      <a:pt x="10260" y="16545"/>
                      <a:pt x="29767" y="0"/>
                      <a:pt x="56788" y="0"/>
                    </a:cubicBezTo>
                    <a:cubicBezTo>
                      <a:pt x="62207" y="0"/>
                      <a:pt x="67697" y="939"/>
                      <a:pt x="72899" y="2745"/>
                    </a:cubicBezTo>
                    <a:lnTo>
                      <a:pt x="116682" y="722"/>
                    </a:lnTo>
                    <a:lnTo>
                      <a:pt x="116682" y="20230"/>
                    </a:lnTo>
                    <a:lnTo>
                      <a:pt x="85398" y="20230"/>
                    </a:lnTo>
                    <a:lnTo>
                      <a:pt x="85398" y="24781"/>
                    </a:lnTo>
                    <a:cubicBezTo>
                      <a:pt x="95802" y="27310"/>
                      <a:pt x="102377" y="36558"/>
                      <a:pt x="102377" y="47251"/>
                    </a:cubicBezTo>
                    <a:cubicBezTo>
                      <a:pt x="102377" y="70587"/>
                      <a:pt x="81063" y="83520"/>
                      <a:pt x="56788" y="83520"/>
                    </a:cubicBezTo>
                    <a:cubicBezTo>
                      <a:pt x="51369" y="83520"/>
                      <a:pt x="45661" y="82870"/>
                      <a:pt x="40676" y="80991"/>
                    </a:cubicBezTo>
                    <a:cubicBezTo>
                      <a:pt x="38436" y="81930"/>
                      <a:pt x="35691" y="84604"/>
                      <a:pt x="35691" y="88505"/>
                    </a:cubicBezTo>
                    <a:cubicBezTo>
                      <a:pt x="35691" y="94429"/>
                      <a:pt x="41110" y="96886"/>
                      <a:pt x="47034" y="96886"/>
                    </a:cubicBezTo>
                    <a:lnTo>
                      <a:pt x="80630" y="96886"/>
                    </a:lnTo>
                    <a:cubicBezTo>
                      <a:pt x="103750" y="96886"/>
                      <a:pt x="118488" y="110252"/>
                      <a:pt x="118488" y="130698"/>
                    </a:cubicBezTo>
                    <a:cubicBezTo>
                      <a:pt x="118488" y="161982"/>
                      <a:pt x="84892" y="170146"/>
                      <a:pt x="57438" y="170146"/>
                    </a:cubicBezTo>
                    <a:cubicBezTo>
                      <a:pt x="25215" y="170146"/>
                      <a:pt x="72" y="159237"/>
                      <a:pt x="72" y="134961"/>
                    </a:cubicBezTo>
                    <a:close/>
                    <a:moveTo>
                      <a:pt x="57366" y="150495"/>
                    </a:moveTo>
                    <a:cubicBezTo>
                      <a:pt x="78246" y="150495"/>
                      <a:pt x="95513" y="145726"/>
                      <a:pt x="95513" y="131421"/>
                    </a:cubicBezTo>
                    <a:cubicBezTo>
                      <a:pt x="95513" y="122823"/>
                      <a:pt x="88938" y="116465"/>
                      <a:pt x="76223" y="116465"/>
                    </a:cubicBezTo>
                    <a:lnTo>
                      <a:pt x="41037" y="116465"/>
                    </a:lnTo>
                    <a:cubicBezTo>
                      <a:pt x="30128" y="116465"/>
                      <a:pt x="22903" y="122823"/>
                      <a:pt x="22903" y="131638"/>
                    </a:cubicBezTo>
                    <a:cubicBezTo>
                      <a:pt x="22903" y="146377"/>
                      <a:pt x="39231" y="150495"/>
                      <a:pt x="57366" y="150495"/>
                    </a:cubicBezTo>
                    <a:close/>
                    <a:moveTo>
                      <a:pt x="56716" y="66325"/>
                    </a:moveTo>
                    <a:cubicBezTo>
                      <a:pt x="71671" y="66325"/>
                      <a:pt x="81208" y="56571"/>
                      <a:pt x="81208" y="42266"/>
                    </a:cubicBezTo>
                    <a:cubicBezTo>
                      <a:pt x="81208" y="29116"/>
                      <a:pt x="71671" y="18929"/>
                      <a:pt x="56716" y="18929"/>
                    </a:cubicBezTo>
                    <a:cubicBezTo>
                      <a:pt x="41760" y="18929"/>
                      <a:pt x="32440" y="29116"/>
                      <a:pt x="32440" y="42266"/>
                    </a:cubicBezTo>
                    <a:cubicBezTo>
                      <a:pt x="32440" y="56571"/>
                      <a:pt x="41977" y="66325"/>
                      <a:pt x="56716" y="66325"/>
                    </a:cubicBezTo>
                    <a:close/>
                  </a:path>
                </a:pathLst>
              </a:custGeom>
              <a:grpFill/>
              <a:ln w="722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/>
              </a:p>
            </p:txBody>
          </p:sp>
        </p:grpSp>
      </p:grpSp>
      <p:sp>
        <p:nvSpPr>
          <p:cNvPr id="61" name="Vrije vorm: vorm 60">
            <a:extLst>
              <a:ext uri="{FF2B5EF4-FFF2-40B4-BE49-F238E27FC236}">
                <a16:creationId xmlns:a16="http://schemas.microsoft.com/office/drawing/2014/main" id="{5BACFEA2-9C39-F737-CDFD-8525318AFE86}"/>
              </a:ext>
            </a:extLst>
          </p:cNvPr>
          <p:cNvSpPr/>
          <p:nvPr/>
        </p:nvSpPr>
        <p:spPr>
          <a:xfrm>
            <a:off x="6595505" y="2547556"/>
            <a:ext cx="137995" cy="95946"/>
          </a:xfrm>
          <a:custGeom>
            <a:avLst/>
            <a:gdLst>
              <a:gd name="connsiteX0" fmla="*/ 14233 w 137995"/>
              <a:gd name="connsiteY0" fmla="*/ 0 h 95946"/>
              <a:gd name="connsiteX1" fmla="*/ 78101 w 137995"/>
              <a:gd name="connsiteY1" fmla="*/ 32295 h 95946"/>
              <a:gd name="connsiteX2" fmla="*/ 137995 w 137995"/>
              <a:gd name="connsiteY2" fmla="*/ 71454 h 95946"/>
              <a:gd name="connsiteX3" fmla="*/ 123835 w 137995"/>
              <a:gd name="connsiteY3" fmla="*/ 95947 h 95946"/>
              <a:gd name="connsiteX4" fmla="*/ 59967 w 137995"/>
              <a:gd name="connsiteY4" fmla="*/ 63651 h 95946"/>
              <a:gd name="connsiteX5" fmla="*/ 0 w 137995"/>
              <a:gd name="connsiteY5" fmla="*/ 24492 h 95946"/>
              <a:gd name="connsiteX6" fmla="*/ 14161 w 137995"/>
              <a:gd name="connsiteY6" fmla="*/ 0 h 9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995" h="95946">
                <a:moveTo>
                  <a:pt x="14233" y="0"/>
                </a:moveTo>
                <a:cubicBezTo>
                  <a:pt x="14233" y="0"/>
                  <a:pt x="44650" y="13005"/>
                  <a:pt x="78101" y="32295"/>
                </a:cubicBezTo>
                <a:cubicBezTo>
                  <a:pt x="111552" y="51586"/>
                  <a:pt x="137995" y="71454"/>
                  <a:pt x="137995" y="71454"/>
                </a:cubicBezTo>
                <a:lnTo>
                  <a:pt x="123835" y="95947"/>
                </a:lnTo>
                <a:cubicBezTo>
                  <a:pt x="123835" y="95947"/>
                  <a:pt x="93418" y="82942"/>
                  <a:pt x="59967" y="63651"/>
                </a:cubicBezTo>
                <a:cubicBezTo>
                  <a:pt x="26515" y="44361"/>
                  <a:pt x="0" y="24492"/>
                  <a:pt x="0" y="24492"/>
                </a:cubicBezTo>
                <a:lnTo>
                  <a:pt x="14161" y="0"/>
                </a:lnTo>
                <a:close/>
              </a:path>
            </a:pathLst>
          </a:custGeom>
          <a:solidFill>
            <a:schemeClr val="accent1"/>
          </a:solidFill>
          <a:ln w="722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3" name="Vrije vorm: vorm 62">
            <a:extLst>
              <a:ext uri="{FF2B5EF4-FFF2-40B4-BE49-F238E27FC236}">
                <a16:creationId xmlns:a16="http://schemas.microsoft.com/office/drawing/2014/main" id="{71481753-805B-AFA6-D364-0C83F66084F4}"/>
              </a:ext>
            </a:extLst>
          </p:cNvPr>
          <p:cNvSpPr/>
          <p:nvPr/>
        </p:nvSpPr>
        <p:spPr>
          <a:xfrm>
            <a:off x="6347980" y="2690464"/>
            <a:ext cx="137995" cy="95946"/>
          </a:xfrm>
          <a:custGeom>
            <a:avLst/>
            <a:gdLst>
              <a:gd name="connsiteX0" fmla="*/ 14233 w 137995"/>
              <a:gd name="connsiteY0" fmla="*/ 0 h 95946"/>
              <a:gd name="connsiteX1" fmla="*/ 78101 w 137995"/>
              <a:gd name="connsiteY1" fmla="*/ 32295 h 95946"/>
              <a:gd name="connsiteX2" fmla="*/ 137995 w 137995"/>
              <a:gd name="connsiteY2" fmla="*/ 71454 h 95946"/>
              <a:gd name="connsiteX3" fmla="*/ 123834 w 137995"/>
              <a:gd name="connsiteY3" fmla="*/ 95947 h 95946"/>
              <a:gd name="connsiteX4" fmla="*/ 59966 w 137995"/>
              <a:gd name="connsiteY4" fmla="*/ 63651 h 95946"/>
              <a:gd name="connsiteX5" fmla="*/ 0 w 137995"/>
              <a:gd name="connsiteY5" fmla="*/ 24492 h 95946"/>
              <a:gd name="connsiteX6" fmla="*/ 14161 w 137995"/>
              <a:gd name="connsiteY6" fmla="*/ 0 h 9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995" h="95946">
                <a:moveTo>
                  <a:pt x="14233" y="0"/>
                </a:moveTo>
                <a:cubicBezTo>
                  <a:pt x="14233" y="0"/>
                  <a:pt x="44650" y="13005"/>
                  <a:pt x="78101" y="32295"/>
                </a:cubicBezTo>
                <a:cubicBezTo>
                  <a:pt x="111552" y="51586"/>
                  <a:pt x="137995" y="71454"/>
                  <a:pt x="137995" y="71454"/>
                </a:cubicBezTo>
                <a:lnTo>
                  <a:pt x="123834" y="95947"/>
                </a:lnTo>
                <a:cubicBezTo>
                  <a:pt x="123834" y="95947"/>
                  <a:pt x="93418" y="82942"/>
                  <a:pt x="59966" y="63651"/>
                </a:cubicBezTo>
                <a:cubicBezTo>
                  <a:pt x="26515" y="44361"/>
                  <a:pt x="0" y="24492"/>
                  <a:pt x="0" y="24492"/>
                </a:cubicBezTo>
                <a:lnTo>
                  <a:pt x="14161" y="0"/>
                </a:lnTo>
                <a:close/>
              </a:path>
            </a:pathLst>
          </a:custGeom>
          <a:solidFill>
            <a:schemeClr val="accent1"/>
          </a:solidFill>
          <a:ln w="722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4" name="Vrije vorm: vorm 63">
            <a:extLst>
              <a:ext uri="{FF2B5EF4-FFF2-40B4-BE49-F238E27FC236}">
                <a16:creationId xmlns:a16="http://schemas.microsoft.com/office/drawing/2014/main" id="{736B41D3-B045-412E-B9C8-09731015E133}"/>
              </a:ext>
            </a:extLst>
          </p:cNvPr>
          <p:cNvSpPr/>
          <p:nvPr/>
        </p:nvSpPr>
        <p:spPr>
          <a:xfrm>
            <a:off x="6348053" y="2833445"/>
            <a:ext cx="137995" cy="96018"/>
          </a:xfrm>
          <a:custGeom>
            <a:avLst/>
            <a:gdLst>
              <a:gd name="connsiteX0" fmla="*/ 0 w 137995"/>
              <a:gd name="connsiteY0" fmla="*/ 71454 h 96018"/>
              <a:gd name="connsiteX1" fmla="*/ 59967 w 137995"/>
              <a:gd name="connsiteY1" fmla="*/ 32295 h 96018"/>
              <a:gd name="connsiteX2" fmla="*/ 123835 w 137995"/>
              <a:gd name="connsiteY2" fmla="*/ 0 h 96018"/>
              <a:gd name="connsiteX3" fmla="*/ 137995 w 137995"/>
              <a:gd name="connsiteY3" fmla="*/ 24492 h 96018"/>
              <a:gd name="connsiteX4" fmla="*/ 78101 w 137995"/>
              <a:gd name="connsiteY4" fmla="*/ 63651 h 96018"/>
              <a:gd name="connsiteX5" fmla="*/ 14233 w 137995"/>
              <a:gd name="connsiteY5" fmla="*/ 96019 h 96018"/>
              <a:gd name="connsiteX6" fmla="*/ 72 w 137995"/>
              <a:gd name="connsiteY6" fmla="*/ 71527 h 96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995" h="96018">
                <a:moveTo>
                  <a:pt x="0" y="71454"/>
                </a:moveTo>
                <a:cubicBezTo>
                  <a:pt x="0" y="71454"/>
                  <a:pt x="26515" y="51586"/>
                  <a:pt x="59967" y="32295"/>
                </a:cubicBezTo>
                <a:cubicBezTo>
                  <a:pt x="93418" y="13005"/>
                  <a:pt x="123835" y="0"/>
                  <a:pt x="123835" y="0"/>
                </a:cubicBezTo>
                <a:lnTo>
                  <a:pt x="137995" y="24492"/>
                </a:lnTo>
                <a:cubicBezTo>
                  <a:pt x="137995" y="24492"/>
                  <a:pt x="111480" y="44361"/>
                  <a:pt x="78101" y="63651"/>
                </a:cubicBezTo>
                <a:cubicBezTo>
                  <a:pt x="44650" y="82942"/>
                  <a:pt x="14233" y="96019"/>
                  <a:pt x="14233" y="96019"/>
                </a:cubicBezTo>
                <a:lnTo>
                  <a:pt x="72" y="71527"/>
                </a:lnTo>
                <a:close/>
              </a:path>
            </a:pathLst>
          </a:custGeom>
          <a:solidFill>
            <a:schemeClr val="accent1"/>
          </a:solidFill>
          <a:ln w="722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5" name="Vrije vorm: vorm 64">
            <a:extLst>
              <a:ext uri="{FF2B5EF4-FFF2-40B4-BE49-F238E27FC236}">
                <a16:creationId xmlns:a16="http://schemas.microsoft.com/office/drawing/2014/main" id="{ECB2EC3F-BFE8-5217-068E-E2EC285B6EB8}"/>
              </a:ext>
            </a:extLst>
          </p:cNvPr>
          <p:cNvSpPr/>
          <p:nvPr/>
        </p:nvSpPr>
        <p:spPr>
          <a:xfrm>
            <a:off x="6595577" y="2404575"/>
            <a:ext cx="137995" cy="96018"/>
          </a:xfrm>
          <a:custGeom>
            <a:avLst/>
            <a:gdLst>
              <a:gd name="connsiteX0" fmla="*/ 0 w 137995"/>
              <a:gd name="connsiteY0" fmla="*/ 71454 h 96018"/>
              <a:gd name="connsiteX1" fmla="*/ 59966 w 137995"/>
              <a:gd name="connsiteY1" fmla="*/ 32295 h 96018"/>
              <a:gd name="connsiteX2" fmla="*/ 123834 w 137995"/>
              <a:gd name="connsiteY2" fmla="*/ 0 h 96018"/>
              <a:gd name="connsiteX3" fmla="*/ 137995 w 137995"/>
              <a:gd name="connsiteY3" fmla="*/ 24492 h 96018"/>
              <a:gd name="connsiteX4" fmla="*/ 78101 w 137995"/>
              <a:gd name="connsiteY4" fmla="*/ 63651 h 96018"/>
              <a:gd name="connsiteX5" fmla="*/ 14233 w 137995"/>
              <a:gd name="connsiteY5" fmla="*/ 96019 h 96018"/>
              <a:gd name="connsiteX6" fmla="*/ 72 w 137995"/>
              <a:gd name="connsiteY6" fmla="*/ 71527 h 96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995" h="96018">
                <a:moveTo>
                  <a:pt x="0" y="71454"/>
                </a:moveTo>
                <a:cubicBezTo>
                  <a:pt x="0" y="71454"/>
                  <a:pt x="26515" y="51586"/>
                  <a:pt x="59966" y="32295"/>
                </a:cubicBezTo>
                <a:cubicBezTo>
                  <a:pt x="93418" y="13005"/>
                  <a:pt x="123834" y="0"/>
                  <a:pt x="123834" y="0"/>
                </a:cubicBezTo>
                <a:lnTo>
                  <a:pt x="137995" y="24492"/>
                </a:lnTo>
                <a:cubicBezTo>
                  <a:pt x="137995" y="24492"/>
                  <a:pt x="111480" y="44361"/>
                  <a:pt x="78101" y="63651"/>
                </a:cubicBezTo>
                <a:cubicBezTo>
                  <a:pt x="44722" y="82942"/>
                  <a:pt x="14233" y="96019"/>
                  <a:pt x="14233" y="96019"/>
                </a:cubicBezTo>
                <a:lnTo>
                  <a:pt x="72" y="71527"/>
                </a:lnTo>
                <a:close/>
              </a:path>
            </a:pathLst>
          </a:custGeom>
          <a:solidFill>
            <a:schemeClr val="accent1"/>
          </a:solidFill>
          <a:ln w="722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6" name="Vrije vorm: vorm 65">
            <a:extLst>
              <a:ext uri="{FF2B5EF4-FFF2-40B4-BE49-F238E27FC236}">
                <a16:creationId xmlns:a16="http://schemas.microsoft.com/office/drawing/2014/main" id="{5EC8DC2C-0C21-9D4F-B673-20CF909B002E}"/>
              </a:ext>
            </a:extLst>
          </p:cNvPr>
          <p:cNvSpPr/>
          <p:nvPr/>
        </p:nvSpPr>
        <p:spPr>
          <a:xfrm>
            <a:off x="6522678" y="2309640"/>
            <a:ext cx="36124" cy="142908"/>
          </a:xfrm>
          <a:custGeom>
            <a:avLst/>
            <a:gdLst>
              <a:gd name="connsiteX0" fmla="*/ 32223 w 36124"/>
              <a:gd name="connsiteY0" fmla="*/ 0 h 142908"/>
              <a:gd name="connsiteX1" fmla="*/ 36124 w 36124"/>
              <a:gd name="connsiteY1" fmla="*/ 71454 h 142908"/>
              <a:gd name="connsiteX2" fmla="*/ 32223 w 36124"/>
              <a:gd name="connsiteY2" fmla="*/ 142909 h 142908"/>
              <a:gd name="connsiteX3" fmla="*/ 3902 w 36124"/>
              <a:gd name="connsiteY3" fmla="*/ 142909 h 142908"/>
              <a:gd name="connsiteX4" fmla="*/ 0 w 36124"/>
              <a:gd name="connsiteY4" fmla="*/ 71454 h 142908"/>
              <a:gd name="connsiteX5" fmla="*/ 3902 w 36124"/>
              <a:gd name="connsiteY5" fmla="*/ 0 h 142908"/>
              <a:gd name="connsiteX6" fmla="*/ 32223 w 36124"/>
              <a:gd name="connsiteY6" fmla="*/ 0 h 14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124" h="142908">
                <a:moveTo>
                  <a:pt x="32223" y="0"/>
                </a:moveTo>
                <a:cubicBezTo>
                  <a:pt x="32223" y="0"/>
                  <a:pt x="36124" y="32873"/>
                  <a:pt x="36124" y="71454"/>
                </a:cubicBezTo>
                <a:cubicBezTo>
                  <a:pt x="36124" y="110035"/>
                  <a:pt x="32223" y="142909"/>
                  <a:pt x="32223" y="142909"/>
                </a:cubicBezTo>
                <a:lnTo>
                  <a:pt x="3902" y="142909"/>
                </a:lnTo>
                <a:cubicBezTo>
                  <a:pt x="3902" y="142909"/>
                  <a:pt x="0" y="110035"/>
                  <a:pt x="0" y="71454"/>
                </a:cubicBezTo>
                <a:cubicBezTo>
                  <a:pt x="0" y="32873"/>
                  <a:pt x="3902" y="0"/>
                  <a:pt x="3902" y="0"/>
                </a:cubicBezTo>
                <a:lnTo>
                  <a:pt x="32223" y="0"/>
                </a:lnTo>
                <a:close/>
              </a:path>
            </a:pathLst>
          </a:custGeom>
          <a:solidFill>
            <a:schemeClr val="accent1"/>
          </a:solidFill>
          <a:ln w="722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7" name="Vrije vorm: vorm 66">
            <a:extLst>
              <a:ext uri="{FF2B5EF4-FFF2-40B4-BE49-F238E27FC236}">
                <a16:creationId xmlns:a16="http://schemas.microsoft.com/office/drawing/2014/main" id="{AEF535B7-00EF-781E-D777-86C49511CBC9}"/>
              </a:ext>
            </a:extLst>
          </p:cNvPr>
          <p:cNvSpPr/>
          <p:nvPr/>
        </p:nvSpPr>
        <p:spPr>
          <a:xfrm>
            <a:off x="6522678" y="2595529"/>
            <a:ext cx="36124" cy="142908"/>
          </a:xfrm>
          <a:custGeom>
            <a:avLst/>
            <a:gdLst>
              <a:gd name="connsiteX0" fmla="*/ 32223 w 36124"/>
              <a:gd name="connsiteY0" fmla="*/ 0 h 142908"/>
              <a:gd name="connsiteX1" fmla="*/ 36124 w 36124"/>
              <a:gd name="connsiteY1" fmla="*/ 71454 h 142908"/>
              <a:gd name="connsiteX2" fmla="*/ 32223 w 36124"/>
              <a:gd name="connsiteY2" fmla="*/ 142909 h 142908"/>
              <a:gd name="connsiteX3" fmla="*/ 3902 w 36124"/>
              <a:gd name="connsiteY3" fmla="*/ 142909 h 142908"/>
              <a:gd name="connsiteX4" fmla="*/ 0 w 36124"/>
              <a:gd name="connsiteY4" fmla="*/ 71454 h 142908"/>
              <a:gd name="connsiteX5" fmla="*/ 3902 w 36124"/>
              <a:gd name="connsiteY5" fmla="*/ 0 h 142908"/>
              <a:gd name="connsiteX6" fmla="*/ 32223 w 36124"/>
              <a:gd name="connsiteY6" fmla="*/ 0 h 14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124" h="142908">
                <a:moveTo>
                  <a:pt x="32223" y="0"/>
                </a:moveTo>
                <a:cubicBezTo>
                  <a:pt x="32223" y="0"/>
                  <a:pt x="36124" y="32873"/>
                  <a:pt x="36124" y="71454"/>
                </a:cubicBezTo>
                <a:cubicBezTo>
                  <a:pt x="36124" y="110035"/>
                  <a:pt x="32223" y="142909"/>
                  <a:pt x="32223" y="142909"/>
                </a:cubicBezTo>
                <a:lnTo>
                  <a:pt x="3902" y="142909"/>
                </a:lnTo>
                <a:cubicBezTo>
                  <a:pt x="3902" y="142909"/>
                  <a:pt x="0" y="110035"/>
                  <a:pt x="0" y="71454"/>
                </a:cubicBezTo>
                <a:cubicBezTo>
                  <a:pt x="0" y="32873"/>
                  <a:pt x="3902" y="0"/>
                  <a:pt x="3902" y="0"/>
                </a:cubicBezTo>
                <a:lnTo>
                  <a:pt x="32223" y="0"/>
                </a:lnTo>
                <a:close/>
              </a:path>
            </a:pathLst>
          </a:custGeom>
          <a:solidFill>
            <a:schemeClr val="accent1"/>
          </a:solidFill>
          <a:ln w="722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8" name="Vrije vorm: vorm 67">
            <a:extLst>
              <a:ext uri="{FF2B5EF4-FFF2-40B4-BE49-F238E27FC236}">
                <a16:creationId xmlns:a16="http://schemas.microsoft.com/office/drawing/2014/main" id="{567F5294-1C9A-B96D-1F25-FCCA4D677508}"/>
              </a:ext>
            </a:extLst>
          </p:cNvPr>
          <p:cNvSpPr/>
          <p:nvPr/>
        </p:nvSpPr>
        <p:spPr>
          <a:xfrm>
            <a:off x="6522678" y="2881418"/>
            <a:ext cx="36124" cy="142908"/>
          </a:xfrm>
          <a:custGeom>
            <a:avLst/>
            <a:gdLst>
              <a:gd name="connsiteX0" fmla="*/ 32223 w 36124"/>
              <a:gd name="connsiteY0" fmla="*/ 0 h 142908"/>
              <a:gd name="connsiteX1" fmla="*/ 36124 w 36124"/>
              <a:gd name="connsiteY1" fmla="*/ 71454 h 142908"/>
              <a:gd name="connsiteX2" fmla="*/ 32223 w 36124"/>
              <a:gd name="connsiteY2" fmla="*/ 142909 h 142908"/>
              <a:gd name="connsiteX3" fmla="*/ 3902 w 36124"/>
              <a:gd name="connsiteY3" fmla="*/ 142909 h 142908"/>
              <a:gd name="connsiteX4" fmla="*/ 0 w 36124"/>
              <a:gd name="connsiteY4" fmla="*/ 71454 h 142908"/>
              <a:gd name="connsiteX5" fmla="*/ 3902 w 36124"/>
              <a:gd name="connsiteY5" fmla="*/ 0 h 142908"/>
              <a:gd name="connsiteX6" fmla="*/ 32223 w 36124"/>
              <a:gd name="connsiteY6" fmla="*/ 0 h 14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124" h="142908">
                <a:moveTo>
                  <a:pt x="32223" y="0"/>
                </a:moveTo>
                <a:cubicBezTo>
                  <a:pt x="32223" y="0"/>
                  <a:pt x="36124" y="32873"/>
                  <a:pt x="36124" y="71454"/>
                </a:cubicBezTo>
                <a:cubicBezTo>
                  <a:pt x="36124" y="110035"/>
                  <a:pt x="32223" y="142909"/>
                  <a:pt x="32223" y="142909"/>
                </a:cubicBezTo>
                <a:lnTo>
                  <a:pt x="3902" y="142909"/>
                </a:lnTo>
                <a:cubicBezTo>
                  <a:pt x="3902" y="142909"/>
                  <a:pt x="0" y="110035"/>
                  <a:pt x="0" y="71454"/>
                </a:cubicBezTo>
                <a:cubicBezTo>
                  <a:pt x="0" y="32873"/>
                  <a:pt x="3902" y="0"/>
                  <a:pt x="3902" y="0"/>
                </a:cubicBezTo>
                <a:lnTo>
                  <a:pt x="32223" y="0"/>
                </a:lnTo>
                <a:close/>
              </a:path>
            </a:pathLst>
          </a:custGeom>
          <a:solidFill>
            <a:schemeClr val="accent1"/>
          </a:solidFill>
          <a:ln w="7224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" name="Tijdelijke aanduiding voor tekst 7">
            <a:extLst>
              <a:ext uri="{FF2B5EF4-FFF2-40B4-BE49-F238E27FC236}">
                <a16:creationId xmlns:a16="http://schemas.microsoft.com/office/drawing/2014/main" id="{36971B6F-DDAA-175D-E82A-2D3770080A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5886132"/>
            <a:ext cx="3584046" cy="243205"/>
          </a:xfrm>
        </p:spPr>
        <p:txBody>
          <a:bodyPr anchor="ctr" anchorCtr="0"/>
          <a:lstStyle>
            <a:lvl1pPr marL="0" indent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05458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path" presetSubtype="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667 -0.00046 L -2.08333E-7 3.7037E-7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" y="23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3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1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9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 + afbeelding (M) #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0" y="0"/>
            <a:ext cx="6096000" cy="6129338"/>
          </a:xfrm>
          <a:solidFill>
            <a:schemeClr val="bg1">
              <a:lumMod val="20000"/>
              <a:lumOff val="80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dit kader, ga naar ‘Slidebuilder’, </a:t>
            </a:r>
            <a:br>
              <a:rPr lang="nl-NL" dirty="0"/>
            </a:br>
            <a:r>
              <a:rPr lang="nl-NL" dirty="0"/>
              <a:t>klik op ‘Afbeeldingen’, selecteer een afbeelding en klik op ‘Invoegen’.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 userDrawn="1">
            <p:ph type="body" orient="vert" idx="1" hasCustomPrompt="1"/>
          </p:nvPr>
        </p:nvSpPr>
        <p:spPr>
          <a:xfrm>
            <a:off x="6564313" y="1449388"/>
            <a:ext cx="4906963" cy="39957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25941"/>
            <a:ext cx="216123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accent1"/>
                </a:solidFill>
                <a:latin typeface="+mj-lt"/>
              </a:rPr>
              <a:t>Tekst + afbeelding (M) #3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797F079-7232-AFC4-F51C-19D931AE9FE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564313" y="623174"/>
            <a:ext cx="4906963" cy="465851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580EB9C0-CFA3-F688-5EE3-A27FEA6C4CE0}"/>
              </a:ext>
            </a:extLst>
          </p:cNvPr>
          <p:cNvSpPr/>
          <p:nvPr userDrawn="1"/>
        </p:nvSpPr>
        <p:spPr>
          <a:xfrm>
            <a:off x="0" y="6129338"/>
            <a:ext cx="609600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pic>
        <p:nvPicPr>
          <p:cNvPr id="10" name="Logo sky blue">
            <a:extLst>
              <a:ext uri="{FF2B5EF4-FFF2-40B4-BE49-F238E27FC236}">
                <a16:creationId xmlns:a16="http://schemas.microsoft.com/office/drawing/2014/main" id="{113315AC-5D02-75EB-9315-683589683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842" y="6387054"/>
            <a:ext cx="1391277" cy="250283"/>
          </a:xfrm>
          <a:prstGeom prst="rect">
            <a:avLst/>
          </a:prstGeom>
        </p:spPr>
      </p:pic>
      <p:grpSp>
        <p:nvGrpSpPr>
          <p:cNvPr id="171" name="INSTRUCTIE">
            <a:extLst>
              <a:ext uri="{FF2B5EF4-FFF2-40B4-BE49-F238E27FC236}">
                <a16:creationId xmlns:a16="http://schemas.microsoft.com/office/drawing/2014/main" id="{3804203C-8349-150F-3270-F405E1638EFF}"/>
              </a:ext>
            </a:extLst>
          </p:cNvPr>
          <p:cNvGrpSpPr/>
          <p:nvPr userDrawn="1"/>
        </p:nvGrpSpPr>
        <p:grpSpPr>
          <a:xfrm>
            <a:off x="-3786437" y="0"/>
            <a:ext cx="3693113" cy="5247148"/>
            <a:chOff x="-3786164" y="0"/>
            <a:chExt cx="3693113" cy="5247148"/>
          </a:xfrm>
        </p:grpSpPr>
        <p:sp>
          <p:nvSpPr>
            <p:cNvPr id="172" name="Rechthoek 171">
              <a:extLst>
                <a:ext uri="{FF2B5EF4-FFF2-40B4-BE49-F238E27FC236}">
                  <a16:creationId xmlns:a16="http://schemas.microsoft.com/office/drawing/2014/main" id="{D00940B7-9A20-8DB1-F6E3-B90E3ECCE71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9685267D-8DCD-AD49-C695-978BEFEDAE32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174" name="Ovaal 173">
              <a:extLst>
                <a:ext uri="{FF2B5EF4-FFF2-40B4-BE49-F238E27FC236}">
                  <a16:creationId xmlns:a16="http://schemas.microsoft.com/office/drawing/2014/main" id="{D39C9739-504D-E3B8-DFA3-8D5121CCF47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5" name="Rechthoek 174">
              <a:extLst>
                <a:ext uri="{FF2B5EF4-FFF2-40B4-BE49-F238E27FC236}">
                  <a16:creationId xmlns:a16="http://schemas.microsoft.com/office/drawing/2014/main" id="{8FB1991B-F884-A9DE-71D2-C2098B7A9C4D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ADBAD4F8-B5F3-2F61-CBB3-6528D15F3A90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E4BE1375-BAB8-D5B2-3218-EF011DED2B3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8" name="Rechthoek 177">
              <a:extLst>
                <a:ext uri="{FF2B5EF4-FFF2-40B4-BE49-F238E27FC236}">
                  <a16:creationId xmlns:a16="http://schemas.microsoft.com/office/drawing/2014/main" id="{0EB7CC16-D151-B1AA-05E3-B0795E2A43E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179" name="Ovaal 178">
              <a:extLst>
                <a:ext uri="{FF2B5EF4-FFF2-40B4-BE49-F238E27FC236}">
                  <a16:creationId xmlns:a16="http://schemas.microsoft.com/office/drawing/2014/main" id="{9D51CC0D-E7D9-F282-56CA-EA15AC17DF3A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0" name="Rechthoek 179">
              <a:extLst>
                <a:ext uri="{FF2B5EF4-FFF2-40B4-BE49-F238E27FC236}">
                  <a16:creationId xmlns:a16="http://schemas.microsoft.com/office/drawing/2014/main" id="{52B6A0CE-2F1E-C8F0-23BF-2BA9BC02B37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81" name="Groep 180">
              <a:extLst>
                <a:ext uri="{FF2B5EF4-FFF2-40B4-BE49-F238E27FC236}">
                  <a16:creationId xmlns:a16="http://schemas.microsoft.com/office/drawing/2014/main" id="{8B13ECC3-0303-F842-588F-5FA5E8C87D4F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1770385A-3935-23CB-C74B-C8E2E06CA06B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201" name="Groep 200">
                  <a:extLst>
                    <a:ext uri="{FF2B5EF4-FFF2-40B4-BE49-F238E27FC236}">
                      <a16:creationId xmlns:a16="http://schemas.microsoft.com/office/drawing/2014/main" id="{7EDF7DF1-0E8D-B6E5-60DB-20BDA2F321EA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208" name="Groep 207">
                    <a:extLst>
                      <a:ext uri="{FF2B5EF4-FFF2-40B4-BE49-F238E27FC236}">
                        <a16:creationId xmlns:a16="http://schemas.microsoft.com/office/drawing/2014/main" id="{AB9CF9A7-69BC-146A-03C7-FB5DC0653D6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211" name="Rechthoek 210">
                      <a:extLst>
                        <a:ext uri="{FF2B5EF4-FFF2-40B4-BE49-F238E27FC236}">
                          <a16:creationId xmlns:a16="http://schemas.microsoft.com/office/drawing/2014/main" id="{F739D24B-7014-3C7F-5718-9792357E476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2" name="Rechthoek 211">
                      <a:extLst>
                        <a:ext uri="{FF2B5EF4-FFF2-40B4-BE49-F238E27FC236}">
                          <a16:creationId xmlns:a16="http://schemas.microsoft.com/office/drawing/2014/main" id="{2188E9EB-59BB-697F-DEAA-D556F9B6669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3" name="Ovaal 212">
                      <a:extLst>
                        <a:ext uri="{FF2B5EF4-FFF2-40B4-BE49-F238E27FC236}">
                          <a16:creationId xmlns:a16="http://schemas.microsoft.com/office/drawing/2014/main" id="{421CC1D5-1471-83D5-D153-5BB2ECFB856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09" name="Afbeelding 208">
                    <a:extLst>
                      <a:ext uri="{FF2B5EF4-FFF2-40B4-BE49-F238E27FC236}">
                        <a16:creationId xmlns:a16="http://schemas.microsoft.com/office/drawing/2014/main" id="{35AD232B-B598-3D96-28CA-7652D80645D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10" name="Afbeelding 209">
                    <a:extLst>
                      <a:ext uri="{FF2B5EF4-FFF2-40B4-BE49-F238E27FC236}">
                        <a16:creationId xmlns:a16="http://schemas.microsoft.com/office/drawing/2014/main" id="{44CD0757-FABC-248A-B22C-0AF71430E7E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CCFC48F1-93F5-B989-FCCE-2AA69CE0064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06" name="Rechthoek 205">
                    <a:extLst>
                      <a:ext uri="{FF2B5EF4-FFF2-40B4-BE49-F238E27FC236}">
                        <a16:creationId xmlns:a16="http://schemas.microsoft.com/office/drawing/2014/main" id="{C741F93C-DD55-87E4-F7E0-5DD4D0E5F6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7" name="Rechthoek 206">
                    <a:extLst>
                      <a:ext uri="{FF2B5EF4-FFF2-40B4-BE49-F238E27FC236}">
                        <a16:creationId xmlns:a16="http://schemas.microsoft.com/office/drawing/2014/main" id="{A42D9894-6D5A-01B5-FF64-F5D93D83963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3" name="Groep 202">
                  <a:extLst>
                    <a:ext uri="{FF2B5EF4-FFF2-40B4-BE49-F238E27FC236}">
                      <a16:creationId xmlns:a16="http://schemas.microsoft.com/office/drawing/2014/main" id="{5C800E8E-7B8A-50EF-75A0-2579C4D1698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04" name="Rechthoek 203">
                    <a:extLst>
                      <a:ext uri="{FF2B5EF4-FFF2-40B4-BE49-F238E27FC236}">
                        <a16:creationId xmlns:a16="http://schemas.microsoft.com/office/drawing/2014/main" id="{2A149A8A-DB5A-EB28-7B97-2FD454A4766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5" name="Rechthoek 204">
                    <a:extLst>
                      <a:ext uri="{FF2B5EF4-FFF2-40B4-BE49-F238E27FC236}">
                        <a16:creationId xmlns:a16="http://schemas.microsoft.com/office/drawing/2014/main" id="{2BE13EA4-1F73-DF5B-F1C2-4450E87CBF6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99" name="Rechthoek 198">
                <a:extLst>
                  <a:ext uri="{FF2B5EF4-FFF2-40B4-BE49-F238E27FC236}">
                    <a16:creationId xmlns:a16="http://schemas.microsoft.com/office/drawing/2014/main" id="{A3448025-3A3A-F0C3-3255-B37EC45FF87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200" name="Gelijkbenige driehoek 199">
                <a:extLst>
                  <a:ext uri="{FF2B5EF4-FFF2-40B4-BE49-F238E27FC236}">
                    <a16:creationId xmlns:a16="http://schemas.microsoft.com/office/drawing/2014/main" id="{D5C669DA-D5FB-CB06-F6D2-35BA64F81FF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2" name="ICOON_info">
              <a:extLst>
                <a:ext uri="{FF2B5EF4-FFF2-40B4-BE49-F238E27FC236}">
                  <a16:creationId xmlns:a16="http://schemas.microsoft.com/office/drawing/2014/main" id="{BC1A2A5C-576A-12BD-176D-90BEFE0024E2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196" name="Ovaal 195">
                <a:extLst>
                  <a:ext uri="{FF2B5EF4-FFF2-40B4-BE49-F238E27FC236}">
                    <a16:creationId xmlns:a16="http://schemas.microsoft.com/office/drawing/2014/main" id="{095E9759-7CA3-7510-F4A0-5B452AB4B2E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7" name="Graphic 163" descr="Informatie">
                <a:extLst>
                  <a:ext uri="{FF2B5EF4-FFF2-40B4-BE49-F238E27FC236}">
                    <a16:creationId xmlns:a16="http://schemas.microsoft.com/office/drawing/2014/main" id="{856833A3-4EDE-534E-9398-E01939BFF60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3" name="Groep 182">
              <a:extLst>
                <a:ext uri="{FF2B5EF4-FFF2-40B4-BE49-F238E27FC236}">
                  <a16:creationId xmlns:a16="http://schemas.microsoft.com/office/drawing/2014/main" id="{E241D3CB-E80B-1C05-E88E-002AF1624AF3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191" name="Inspireren">
                <a:extLst>
                  <a:ext uri="{FF2B5EF4-FFF2-40B4-BE49-F238E27FC236}">
                    <a16:creationId xmlns:a16="http://schemas.microsoft.com/office/drawing/2014/main" id="{5C1AD9A6-62FE-E623-0E98-CAD0D79A3FA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93" name="Freeform 12">
                  <a:extLst>
                    <a:ext uri="{FF2B5EF4-FFF2-40B4-BE49-F238E27FC236}">
                      <a16:creationId xmlns:a16="http://schemas.microsoft.com/office/drawing/2014/main" id="{CB0EF1C2-5FB6-FB74-C14A-ABF8DD2544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94" name="Freeform 13">
                  <a:extLst>
                    <a:ext uri="{FF2B5EF4-FFF2-40B4-BE49-F238E27FC236}">
                      <a16:creationId xmlns:a16="http://schemas.microsoft.com/office/drawing/2014/main" id="{D4BFA036-1E39-86DA-FE03-B3E321AB62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95" name="Freeform 14">
                  <a:extLst>
                    <a:ext uri="{FF2B5EF4-FFF2-40B4-BE49-F238E27FC236}">
                      <a16:creationId xmlns:a16="http://schemas.microsoft.com/office/drawing/2014/main" id="{DF74242E-5292-E7E5-379F-B2BC348BAF1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92" name="Tekstvak 191">
                <a:extLst>
                  <a:ext uri="{FF2B5EF4-FFF2-40B4-BE49-F238E27FC236}">
                    <a16:creationId xmlns:a16="http://schemas.microsoft.com/office/drawing/2014/main" id="{B8FB5A41-453E-43AE-49B4-CF9C8748F2F1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184" name="Groep 183">
              <a:extLst>
                <a:ext uri="{FF2B5EF4-FFF2-40B4-BE49-F238E27FC236}">
                  <a16:creationId xmlns:a16="http://schemas.microsoft.com/office/drawing/2014/main" id="{C3A07B2D-7CFF-285F-4B6E-D47DC393C31F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B9B38540-2D25-6C7A-1042-772D17B12502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187" name="Vrije vorm: vorm 186">
                  <a:extLst>
                    <a:ext uri="{FF2B5EF4-FFF2-40B4-BE49-F238E27FC236}">
                      <a16:creationId xmlns:a16="http://schemas.microsoft.com/office/drawing/2014/main" id="{D055D158-8244-2DDD-0815-6B81E96F4F38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188" name="Groep 187">
                  <a:extLst>
                    <a:ext uri="{FF2B5EF4-FFF2-40B4-BE49-F238E27FC236}">
                      <a16:creationId xmlns:a16="http://schemas.microsoft.com/office/drawing/2014/main" id="{26BF94F5-406C-84C0-4F9B-C636C21FF503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89" name="Vrije vorm: vorm 188">
                    <a:extLst>
                      <a:ext uri="{FF2B5EF4-FFF2-40B4-BE49-F238E27FC236}">
                        <a16:creationId xmlns:a16="http://schemas.microsoft.com/office/drawing/2014/main" id="{172E3E74-2E64-4806-020E-CF577EE3C5CC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190" name="Vrije vorm: vorm 189">
                    <a:extLst>
                      <a:ext uri="{FF2B5EF4-FFF2-40B4-BE49-F238E27FC236}">
                        <a16:creationId xmlns:a16="http://schemas.microsoft.com/office/drawing/2014/main" id="{37F38203-207F-5347-BE96-2FAA45FE781D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86" name="Tekstvak 185">
                <a:extLst>
                  <a:ext uri="{FF2B5EF4-FFF2-40B4-BE49-F238E27FC236}">
                    <a16:creationId xmlns:a16="http://schemas.microsoft.com/office/drawing/2014/main" id="{38E34895-F697-854E-7E21-3CC1B6F40473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grpSp>
        <p:nvGrpSpPr>
          <p:cNvPr id="2" name="Groep 1">
            <a:extLst>
              <a:ext uri="{FF2B5EF4-FFF2-40B4-BE49-F238E27FC236}">
                <a16:creationId xmlns:a16="http://schemas.microsoft.com/office/drawing/2014/main" id="{D7604E3D-B9DA-EB3A-E5AF-FDAA3F82EBBF}"/>
              </a:ext>
            </a:extLst>
          </p:cNvPr>
          <p:cNvGrpSpPr/>
          <p:nvPr userDrawn="1"/>
        </p:nvGrpSpPr>
        <p:grpSpPr>
          <a:xfrm>
            <a:off x="12368784" y="0"/>
            <a:ext cx="3702197" cy="5359349"/>
            <a:chOff x="12368784" y="0"/>
            <a:chExt cx="3702197" cy="5359349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5CADC257-82DE-8374-2B77-7583B17E35B8}"/>
                </a:ext>
              </a:extLst>
            </p:cNvPr>
            <p:cNvSpPr/>
            <p:nvPr userDrawn="1"/>
          </p:nvSpPr>
          <p:spPr>
            <a:xfrm>
              <a:off x="12377867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4A2A5D50-0F7B-98A4-C29F-BF2EC9F47FD3}"/>
                </a:ext>
              </a:extLst>
            </p:cNvPr>
            <p:cNvSpPr/>
            <p:nvPr userDrawn="1"/>
          </p:nvSpPr>
          <p:spPr>
            <a:xfrm>
              <a:off x="12368784" y="1694688"/>
              <a:ext cx="3614928" cy="28346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nl-NL" sz="1600" dirty="0" err="1"/>
            </a:p>
          </p:txBody>
        </p:sp>
        <p:sp>
          <p:nvSpPr>
            <p:cNvPr id="13" name="Ovaal 12">
              <a:extLst>
                <a:ext uri="{FF2B5EF4-FFF2-40B4-BE49-F238E27FC236}">
                  <a16:creationId xmlns:a16="http://schemas.microsoft.com/office/drawing/2014/main" id="{D41981C7-DDA0-28ED-2D05-48B21C3B1B73}"/>
                </a:ext>
              </a:extLst>
            </p:cNvPr>
            <p:cNvSpPr/>
            <p:nvPr userDrawn="1"/>
          </p:nvSpPr>
          <p:spPr>
            <a:xfrm>
              <a:off x="12559849" y="18374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4639D561-B9D4-0613-ADA3-6FE07FA1E21E}"/>
                </a:ext>
              </a:extLst>
            </p:cNvPr>
            <p:cNvSpPr/>
            <p:nvPr userDrawn="1"/>
          </p:nvSpPr>
          <p:spPr>
            <a:xfrm>
              <a:off x="12844617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9" name="Ovaal 18">
              <a:extLst>
                <a:ext uri="{FF2B5EF4-FFF2-40B4-BE49-F238E27FC236}">
                  <a16:creationId xmlns:a16="http://schemas.microsoft.com/office/drawing/2014/main" id="{2806C2AE-95DC-C468-C8B9-0FB7FA958065}"/>
                </a:ext>
              </a:extLst>
            </p:cNvPr>
            <p:cNvSpPr/>
            <p:nvPr userDrawn="1"/>
          </p:nvSpPr>
          <p:spPr>
            <a:xfrm>
              <a:off x="12559849" y="212876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29" name="Rechthoek 28">
              <a:extLst>
                <a:ext uri="{FF2B5EF4-FFF2-40B4-BE49-F238E27FC236}">
                  <a16:creationId xmlns:a16="http://schemas.microsoft.com/office/drawing/2014/main" id="{1BF02C09-1736-B1CE-4D74-FF3AA69A472A}"/>
                </a:ext>
              </a:extLst>
            </p:cNvPr>
            <p:cNvSpPr/>
            <p:nvPr userDrawn="1"/>
          </p:nvSpPr>
          <p:spPr>
            <a:xfrm>
              <a:off x="12559849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F83982-E169-4F7C-4DE9-C703C64B9ACA}"/>
                </a:ext>
              </a:extLst>
            </p:cNvPr>
            <p:cNvSpPr/>
            <p:nvPr userDrawn="1"/>
          </p:nvSpPr>
          <p:spPr>
            <a:xfrm>
              <a:off x="12844617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49" name="Ovaal 48">
              <a:extLst>
                <a:ext uri="{FF2B5EF4-FFF2-40B4-BE49-F238E27FC236}">
                  <a16:creationId xmlns:a16="http://schemas.microsoft.com/office/drawing/2014/main" id="{3021C15E-B2AD-F1CC-37F9-9560A8B84D9F}"/>
                </a:ext>
              </a:extLst>
            </p:cNvPr>
            <p:cNvSpPr/>
            <p:nvPr userDrawn="1"/>
          </p:nvSpPr>
          <p:spPr>
            <a:xfrm>
              <a:off x="12559849" y="242005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59" name="Rechthoek 58">
              <a:extLst>
                <a:ext uri="{FF2B5EF4-FFF2-40B4-BE49-F238E27FC236}">
                  <a16:creationId xmlns:a16="http://schemas.microsoft.com/office/drawing/2014/main" id="{EB8E5247-1D4B-7743-AE43-90D59FD6B0AC}"/>
                </a:ext>
              </a:extLst>
            </p:cNvPr>
            <p:cNvSpPr/>
            <p:nvPr userDrawn="1"/>
          </p:nvSpPr>
          <p:spPr>
            <a:xfrm>
              <a:off x="12844617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79C8BF53-FDE2-CC7B-96B4-33E2989355EC}"/>
                </a:ext>
              </a:extLst>
            </p:cNvPr>
            <p:cNvSpPr/>
            <p:nvPr userDrawn="1"/>
          </p:nvSpPr>
          <p:spPr>
            <a:xfrm>
              <a:off x="12559849" y="2711336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2604EFFA-59E5-B70B-913D-71CBD8CE9C31}"/>
                </a:ext>
              </a:extLst>
            </p:cNvPr>
            <p:cNvSpPr/>
            <p:nvPr userDrawn="1"/>
          </p:nvSpPr>
          <p:spPr>
            <a:xfrm>
              <a:off x="12844617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89" name="Ovaal 88">
              <a:extLst>
                <a:ext uri="{FF2B5EF4-FFF2-40B4-BE49-F238E27FC236}">
                  <a16:creationId xmlns:a16="http://schemas.microsoft.com/office/drawing/2014/main" id="{933A660E-BF35-F17A-13D4-2E0618F6AE1A}"/>
                </a:ext>
              </a:extLst>
            </p:cNvPr>
            <p:cNvSpPr/>
            <p:nvPr userDrawn="1"/>
          </p:nvSpPr>
          <p:spPr>
            <a:xfrm>
              <a:off x="12559849" y="3002620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7D649E09-F070-382D-99C1-D0F2BA29AA10}"/>
                </a:ext>
              </a:extLst>
            </p:cNvPr>
            <p:cNvSpPr/>
            <p:nvPr userDrawn="1"/>
          </p:nvSpPr>
          <p:spPr>
            <a:xfrm>
              <a:off x="12844617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Subtitel #1</a:t>
              </a:r>
            </a:p>
          </p:txBody>
        </p:sp>
        <p:sp>
          <p:nvSpPr>
            <p:cNvPr id="91" name="Ovaal 90">
              <a:extLst>
                <a:ext uri="{FF2B5EF4-FFF2-40B4-BE49-F238E27FC236}">
                  <a16:creationId xmlns:a16="http://schemas.microsoft.com/office/drawing/2014/main" id="{5944DAED-E394-C8DF-075D-5D82F141A012}"/>
                </a:ext>
              </a:extLst>
            </p:cNvPr>
            <p:cNvSpPr/>
            <p:nvPr userDrawn="1"/>
          </p:nvSpPr>
          <p:spPr>
            <a:xfrm>
              <a:off x="12559849" y="329390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B3AF1FFA-ABE9-A6DA-B977-C9928B6EC80E}"/>
                </a:ext>
              </a:extLst>
            </p:cNvPr>
            <p:cNvSpPr/>
            <p:nvPr userDrawn="1"/>
          </p:nvSpPr>
          <p:spPr>
            <a:xfrm>
              <a:off x="12844617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93" name="Ovaal 92">
              <a:extLst>
                <a:ext uri="{FF2B5EF4-FFF2-40B4-BE49-F238E27FC236}">
                  <a16:creationId xmlns:a16="http://schemas.microsoft.com/office/drawing/2014/main" id="{75016ABB-0FED-9FB3-55E7-161F55C5528C}"/>
                </a:ext>
              </a:extLst>
            </p:cNvPr>
            <p:cNvSpPr/>
            <p:nvPr userDrawn="1"/>
          </p:nvSpPr>
          <p:spPr>
            <a:xfrm>
              <a:off x="12559849" y="358518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DC999595-A1D6-C205-AFFD-715C362195BA}"/>
                </a:ext>
              </a:extLst>
            </p:cNvPr>
            <p:cNvSpPr/>
            <p:nvPr userDrawn="1"/>
          </p:nvSpPr>
          <p:spPr>
            <a:xfrm>
              <a:off x="12838202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95" name="Ovaal 94">
              <a:extLst>
                <a:ext uri="{FF2B5EF4-FFF2-40B4-BE49-F238E27FC236}">
                  <a16:creationId xmlns:a16="http://schemas.microsoft.com/office/drawing/2014/main" id="{8409FB0D-6BEB-22EC-00DD-97EF8906292B}"/>
                </a:ext>
              </a:extLst>
            </p:cNvPr>
            <p:cNvSpPr/>
            <p:nvPr userDrawn="1"/>
          </p:nvSpPr>
          <p:spPr>
            <a:xfrm>
              <a:off x="12559849" y="387647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C0B5C33D-90C3-CEF7-C141-335AF7AD1D7E}"/>
                </a:ext>
              </a:extLst>
            </p:cNvPr>
            <p:cNvSpPr/>
            <p:nvPr userDrawn="1"/>
          </p:nvSpPr>
          <p:spPr>
            <a:xfrm>
              <a:off x="12559849" y="416859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00" name="Rechthoek 99">
              <a:extLst>
                <a:ext uri="{FF2B5EF4-FFF2-40B4-BE49-F238E27FC236}">
                  <a16:creationId xmlns:a16="http://schemas.microsoft.com/office/drawing/2014/main" id="{43424020-5C78-7310-6185-6FAADA2569A2}"/>
                </a:ext>
              </a:extLst>
            </p:cNvPr>
            <p:cNvSpPr/>
            <p:nvPr userDrawn="1"/>
          </p:nvSpPr>
          <p:spPr>
            <a:xfrm>
              <a:off x="12844617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Subtitel #2</a:t>
              </a:r>
            </a:p>
          </p:txBody>
        </p:sp>
        <p:sp>
          <p:nvSpPr>
            <p:cNvPr id="214" name="Rechthoek 213">
              <a:extLst>
                <a:ext uri="{FF2B5EF4-FFF2-40B4-BE49-F238E27FC236}">
                  <a16:creationId xmlns:a16="http://schemas.microsoft.com/office/drawing/2014/main" id="{2A788306-FE73-14DA-14C1-B4A9F26DAE0F}"/>
                </a:ext>
              </a:extLst>
            </p:cNvPr>
            <p:cNvSpPr/>
            <p:nvPr userDrawn="1"/>
          </p:nvSpPr>
          <p:spPr>
            <a:xfrm>
              <a:off x="12377595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215" name="ICOON_info">
              <a:extLst>
                <a:ext uri="{FF2B5EF4-FFF2-40B4-BE49-F238E27FC236}">
                  <a16:creationId xmlns:a16="http://schemas.microsoft.com/office/drawing/2014/main" id="{312F944D-8DC1-C9B4-441E-87D773BF5809}"/>
                </a:ext>
              </a:extLst>
            </p:cNvPr>
            <p:cNvGrpSpPr/>
            <p:nvPr userDrawn="1"/>
          </p:nvGrpSpPr>
          <p:grpSpPr>
            <a:xfrm>
              <a:off x="15787296" y="4400186"/>
              <a:ext cx="283685" cy="283685"/>
              <a:chOff x="-510741" y="5913713"/>
              <a:chExt cx="267555" cy="267555"/>
            </a:xfrm>
          </p:grpSpPr>
          <p:sp>
            <p:nvSpPr>
              <p:cNvPr id="264" name="Ovaal 263">
                <a:extLst>
                  <a:ext uri="{FF2B5EF4-FFF2-40B4-BE49-F238E27FC236}">
                    <a16:creationId xmlns:a16="http://schemas.microsoft.com/office/drawing/2014/main" id="{51DF9D2B-5C44-1E78-9534-D2CA5AC15DB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65" name="Graphic 163" descr="Informatie">
                <a:extLst>
                  <a:ext uri="{FF2B5EF4-FFF2-40B4-BE49-F238E27FC236}">
                    <a16:creationId xmlns:a16="http://schemas.microsoft.com/office/drawing/2014/main" id="{EE4DE88B-7F13-A2E5-61C3-FC5B41AB7A59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6" name="VOORBEELD">
              <a:extLst>
                <a:ext uri="{FF2B5EF4-FFF2-40B4-BE49-F238E27FC236}">
                  <a16:creationId xmlns:a16="http://schemas.microsoft.com/office/drawing/2014/main" id="{293BE156-D8A3-0A6E-59F7-437C24FC55B5}"/>
                </a:ext>
              </a:extLst>
            </p:cNvPr>
            <p:cNvGrpSpPr/>
            <p:nvPr userDrawn="1"/>
          </p:nvGrpSpPr>
          <p:grpSpPr>
            <a:xfrm>
              <a:off x="12558861" y="458674"/>
              <a:ext cx="3234311" cy="558875"/>
              <a:chOff x="-3605171" y="458674"/>
              <a:chExt cx="3234311" cy="558875"/>
            </a:xfrm>
          </p:grpSpPr>
          <p:sp>
            <p:nvSpPr>
              <p:cNvPr id="224" name="Rechthoek 223">
                <a:extLst>
                  <a:ext uri="{FF2B5EF4-FFF2-40B4-BE49-F238E27FC236}">
                    <a16:creationId xmlns:a16="http://schemas.microsoft.com/office/drawing/2014/main" id="{8D631320-020B-7B22-8961-BB5736911F6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225" name="Rechthoek 224">
                <a:extLst>
                  <a:ext uri="{FF2B5EF4-FFF2-40B4-BE49-F238E27FC236}">
                    <a16:creationId xmlns:a16="http://schemas.microsoft.com/office/drawing/2014/main" id="{437FCDD9-75BE-8A61-5C09-B72135F2F761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26" name="Groep 225">
                <a:extLst>
                  <a:ext uri="{FF2B5EF4-FFF2-40B4-BE49-F238E27FC236}">
                    <a16:creationId xmlns:a16="http://schemas.microsoft.com/office/drawing/2014/main" id="{D27419AF-35F1-2EDF-4E79-6B944C0FCE6F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57" name="Groep 256">
                  <a:extLst>
                    <a:ext uri="{FF2B5EF4-FFF2-40B4-BE49-F238E27FC236}">
                      <a16:creationId xmlns:a16="http://schemas.microsoft.com/office/drawing/2014/main" id="{C2AC1DA3-7ED9-84CB-7C63-02EFE7304E6D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59" name="Rechte verbindingslijn 258">
                    <a:extLst>
                      <a:ext uri="{FF2B5EF4-FFF2-40B4-BE49-F238E27FC236}">
                        <a16:creationId xmlns:a16="http://schemas.microsoft.com/office/drawing/2014/main" id="{87C48890-ED82-A1E5-03F4-70CD3CC5F5C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0" name="Rechte verbindingslijn 259">
                    <a:extLst>
                      <a:ext uri="{FF2B5EF4-FFF2-40B4-BE49-F238E27FC236}">
                        <a16:creationId xmlns:a16="http://schemas.microsoft.com/office/drawing/2014/main" id="{6BBC06F7-8E56-57F7-8423-801454371FD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1" name="Rechte verbindingslijn 260">
                    <a:extLst>
                      <a:ext uri="{FF2B5EF4-FFF2-40B4-BE49-F238E27FC236}">
                        <a16:creationId xmlns:a16="http://schemas.microsoft.com/office/drawing/2014/main" id="{171FD27F-92CA-9672-1B65-4275131715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2" name="Rechte verbindingslijn 261">
                    <a:extLst>
                      <a:ext uri="{FF2B5EF4-FFF2-40B4-BE49-F238E27FC236}">
                        <a16:creationId xmlns:a16="http://schemas.microsoft.com/office/drawing/2014/main" id="{8313A1F9-D2D3-E6B2-F0CF-80C13A7CA2A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63" name="Rechte verbindingslijn 262">
                    <a:extLst>
                      <a:ext uri="{FF2B5EF4-FFF2-40B4-BE49-F238E27FC236}">
                        <a16:creationId xmlns:a16="http://schemas.microsoft.com/office/drawing/2014/main" id="{9AD32546-0E38-A425-DC05-0A206A9382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8" name="Pijl: rechts 257">
                  <a:extLst>
                    <a:ext uri="{FF2B5EF4-FFF2-40B4-BE49-F238E27FC236}">
                      <a16:creationId xmlns:a16="http://schemas.microsoft.com/office/drawing/2014/main" id="{149C9CFA-1C64-9CBB-465B-9AE93A99F50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27" name="Groep 226">
                <a:extLst>
                  <a:ext uri="{FF2B5EF4-FFF2-40B4-BE49-F238E27FC236}">
                    <a16:creationId xmlns:a16="http://schemas.microsoft.com/office/drawing/2014/main" id="{03BC285B-A100-AEAF-4AD4-AF35F9581134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250" name="Groep 249">
                  <a:extLst>
                    <a:ext uri="{FF2B5EF4-FFF2-40B4-BE49-F238E27FC236}">
                      <a16:creationId xmlns:a16="http://schemas.microsoft.com/office/drawing/2014/main" id="{B850E535-7D2A-8C85-06B7-906FE8480CA3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52" name="Rechte verbindingslijn 251">
                    <a:extLst>
                      <a:ext uri="{FF2B5EF4-FFF2-40B4-BE49-F238E27FC236}">
                        <a16:creationId xmlns:a16="http://schemas.microsoft.com/office/drawing/2014/main" id="{3580509D-670A-304C-EB52-898FF1E91A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3" name="Rechte verbindingslijn 252">
                    <a:extLst>
                      <a:ext uri="{FF2B5EF4-FFF2-40B4-BE49-F238E27FC236}">
                        <a16:creationId xmlns:a16="http://schemas.microsoft.com/office/drawing/2014/main" id="{4C15C179-0C69-54EB-5A26-2D29A6F5873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4" name="Rechte verbindingslijn 253">
                    <a:extLst>
                      <a:ext uri="{FF2B5EF4-FFF2-40B4-BE49-F238E27FC236}">
                        <a16:creationId xmlns:a16="http://schemas.microsoft.com/office/drawing/2014/main" id="{CD49C9F0-858E-727C-D8FD-78307BD12CA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5" name="Rechte verbindingslijn 254">
                    <a:extLst>
                      <a:ext uri="{FF2B5EF4-FFF2-40B4-BE49-F238E27FC236}">
                        <a16:creationId xmlns:a16="http://schemas.microsoft.com/office/drawing/2014/main" id="{DCD6A6D7-13D3-15C0-9982-F241BB15BBA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56" name="Rechte verbindingslijn 255">
                    <a:extLst>
                      <a:ext uri="{FF2B5EF4-FFF2-40B4-BE49-F238E27FC236}">
                        <a16:creationId xmlns:a16="http://schemas.microsoft.com/office/drawing/2014/main" id="{25EEC1F0-CC0A-44B1-650D-FCBAC907B8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51" name="Pijl: rechts 250">
                  <a:extLst>
                    <a:ext uri="{FF2B5EF4-FFF2-40B4-BE49-F238E27FC236}">
                      <a16:creationId xmlns:a16="http://schemas.microsoft.com/office/drawing/2014/main" id="{871C65B3-4B23-9854-9255-870AFEB1EC5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228" name="Rechte verbindingslijn 227">
                <a:extLst>
                  <a:ext uri="{FF2B5EF4-FFF2-40B4-BE49-F238E27FC236}">
                    <a16:creationId xmlns:a16="http://schemas.microsoft.com/office/drawing/2014/main" id="{94DED5FE-49D3-BEC2-81FE-7877D4125F8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229" name="Rechte verbindingslijn 228">
                <a:extLst>
                  <a:ext uri="{FF2B5EF4-FFF2-40B4-BE49-F238E27FC236}">
                    <a16:creationId xmlns:a16="http://schemas.microsoft.com/office/drawing/2014/main" id="{CDA357C3-28F9-A260-BDCF-C0262C617D6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230" name="Rechthoek 229">
                <a:extLst>
                  <a:ext uri="{FF2B5EF4-FFF2-40B4-BE49-F238E27FC236}">
                    <a16:creationId xmlns:a16="http://schemas.microsoft.com/office/drawing/2014/main" id="{1C56DE5F-4393-E4FA-841A-606101201487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231" name="Rechthoek 230">
                <a:extLst>
                  <a:ext uri="{FF2B5EF4-FFF2-40B4-BE49-F238E27FC236}">
                    <a16:creationId xmlns:a16="http://schemas.microsoft.com/office/drawing/2014/main" id="{BA5BCF11-B04B-1DBE-F16F-42B16E9A9F9C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232" name="Groep 231">
                <a:extLst>
                  <a:ext uri="{FF2B5EF4-FFF2-40B4-BE49-F238E27FC236}">
                    <a16:creationId xmlns:a16="http://schemas.microsoft.com/office/drawing/2014/main" id="{FA91C447-2503-72DE-1B00-8CCA7FDFC027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242" name="Rechthoek 241">
                  <a:extLst>
                    <a:ext uri="{FF2B5EF4-FFF2-40B4-BE49-F238E27FC236}">
                      <a16:creationId xmlns:a16="http://schemas.microsoft.com/office/drawing/2014/main" id="{9B164A02-B9FE-C5DE-E74C-A238FE82309E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43" name="Groep 242">
                  <a:extLst>
                    <a:ext uri="{FF2B5EF4-FFF2-40B4-BE49-F238E27FC236}">
                      <a16:creationId xmlns:a16="http://schemas.microsoft.com/office/drawing/2014/main" id="{97BB11A0-4219-7264-FB28-5447C1D9ACA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45" name="Rechte verbindingslijn 244">
                    <a:extLst>
                      <a:ext uri="{FF2B5EF4-FFF2-40B4-BE49-F238E27FC236}">
                        <a16:creationId xmlns:a16="http://schemas.microsoft.com/office/drawing/2014/main" id="{BE5776E2-1709-2CD0-CFC0-F98465149A4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6" name="Rechte verbindingslijn 245">
                    <a:extLst>
                      <a:ext uri="{FF2B5EF4-FFF2-40B4-BE49-F238E27FC236}">
                        <a16:creationId xmlns:a16="http://schemas.microsoft.com/office/drawing/2014/main" id="{C28D0E53-30A1-E36A-1791-A8358731E0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7" name="Rechte verbindingslijn 246">
                    <a:extLst>
                      <a:ext uri="{FF2B5EF4-FFF2-40B4-BE49-F238E27FC236}">
                        <a16:creationId xmlns:a16="http://schemas.microsoft.com/office/drawing/2014/main" id="{25F6BF3A-25BC-AC05-980F-5385BDEE167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8" name="Rechte verbindingslijn 247">
                    <a:extLst>
                      <a:ext uri="{FF2B5EF4-FFF2-40B4-BE49-F238E27FC236}">
                        <a16:creationId xmlns:a16="http://schemas.microsoft.com/office/drawing/2014/main" id="{5BCE0802-CE47-3535-DF55-382161B81BD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9" name="Rechte verbindingslijn 248">
                    <a:extLst>
                      <a:ext uri="{FF2B5EF4-FFF2-40B4-BE49-F238E27FC236}">
                        <a16:creationId xmlns:a16="http://schemas.microsoft.com/office/drawing/2014/main" id="{EBBC1EE9-EB85-67E6-B33D-40C76A37A0B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44" name="Pijl: rechts 243">
                  <a:extLst>
                    <a:ext uri="{FF2B5EF4-FFF2-40B4-BE49-F238E27FC236}">
                      <a16:creationId xmlns:a16="http://schemas.microsoft.com/office/drawing/2014/main" id="{2F9DC9F7-F8B3-F8B2-171A-DC684D91CA21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33" name="Groep 232">
                <a:extLst>
                  <a:ext uri="{FF2B5EF4-FFF2-40B4-BE49-F238E27FC236}">
                    <a16:creationId xmlns:a16="http://schemas.microsoft.com/office/drawing/2014/main" id="{275E91FB-3FE0-B358-3277-75E20D64BDFC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234" name="Rechthoek 233">
                  <a:extLst>
                    <a:ext uri="{FF2B5EF4-FFF2-40B4-BE49-F238E27FC236}">
                      <a16:creationId xmlns:a16="http://schemas.microsoft.com/office/drawing/2014/main" id="{09D69CCD-7AF7-D666-7A15-2E36C8A9AC64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235" name="Groep 234">
                  <a:extLst>
                    <a:ext uri="{FF2B5EF4-FFF2-40B4-BE49-F238E27FC236}">
                      <a16:creationId xmlns:a16="http://schemas.microsoft.com/office/drawing/2014/main" id="{3E881AA3-6826-2E63-3FBF-190B65D14242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237" name="Rechte verbindingslijn 236">
                    <a:extLst>
                      <a:ext uri="{FF2B5EF4-FFF2-40B4-BE49-F238E27FC236}">
                        <a16:creationId xmlns:a16="http://schemas.microsoft.com/office/drawing/2014/main" id="{289A1265-D049-9A78-203A-D6D633854A7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8" name="Rechte verbindingslijn 237">
                    <a:extLst>
                      <a:ext uri="{FF2B5EF4-FFF2-40B4-BE49-F238E27FC236}">
                        <a16:creationId xmlns:a16="http://schemas.microsoft.com/office/drawing/2014/main" id="{2ADB2972-3ACE-38AA-087E-71C67E49CE0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39" name="Rechte verbindingslijn 238">
                    <a:extLst>
                      <a:ext uri="{FF2B5EF4-FFF2-40B4-BE49-F238E27FC236}">
                        <a16:creationId xmlns:a16="http://schemas.microsoft.com/office/drawing/2014/main" id="{B2AAF6A8-5E8D-1BAF-A628-2C1FCD52916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0" name="Rechte verbindingslijn 239">
                    <a:extLst>
                      <a:ext uri="{FF2B5EF4-FFF2-40B4-BE49-F238E27FC236}">
                        <a16:creationId xmlns:a16="http://schemas.microsoft.com/office/drawing/2014/main" id="{466FC8C4-90D6-81F2-DC3D-771BA5DAE89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41" name="Rechte verbindingslijn 240">
                    <a:extLst>
                      <a:ext uri="{FF2B5EF4-FFF2-40B4-BE49-F238E27FC236}">
                        <a16:creationId xmlns:a16="http://schemas.microsoft.com/office/drawing/2014/main" id="{4A35D3EB-3A1B-7356-B1B2-9B815ABB7D0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36" name="Pijl: rechts 235">
                  <a:extLst>
                    <a:ext uri="{FF2B5EF4-FFF2-40B4-BE49-F238E27FC236}">
                      <a16:creationId xmlns:a16="http://schemas.microsoft.com/office/drawing/2014/main" id="{C5884A00-C94E-DFA6-8FF7-7B255384503E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17" name="Groep 216">
              <a:extLst>
                <a:ext uri="{FF2B5EF4-FFF2-40B4-BE49-F238E27FC236}">
                  <a16:creationId xmlns:a16="http://schemas.microsoft.com/office/drawing/2014/main" id="{E97791A1-459C-E702-3A19-AD91398B5C1C}"/>
                </a:ext>
              </a:extLst>
            </p:cNvPr>
            <p:cNvGrpSpPr/>
            <p:nvPr userDrawn="1"/>
          </p:nvGrpSpPr>
          <p:grpSpPr>
            <a:xfrm>
              <a:off x="15225598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219" name="Inspireren">
                <a:extLst>
                  <a:ext uri="{FF2B5EF4-FFF2-40B4-BE49-F238E27FC236}">
                    <a16:creationId xmlns:a16="http://schemas.microsoft.com/office/drawing/2014/main" id="{3D8CEA17-5758-8E99-83D4-7CAD02CEDFA4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221" name="Freeform 12">
                  <a:extLst>
                    <a:ext uri="{FF2B5EF4-FFF2-40B4-BE49-F238E27FC236}">
                      <a16:creationId xmlns:a16="http://schemas.microsoft.com/office/drawing/2014/main" id="{851E33B2-DB30-3A6D-C9AC-5849A409C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222" name="Freeform 13">
                  <a:extLst>
                    <a:ext uri="{FF2B5EF4-FFF2-40B4-BE49-F238E27FC236}">
                      <a16:creationId xmlns:a16="http://schemas.microsoft.com/office/drawing/2014/main" id="{AA5B0842-2156-EA08-6BC8-1382F590E1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223" name="Freeform 14">
                  <a:extLst>
                    <a:ext uri="{FF2B5EF4-FFF2-40B4-BE49-F238E27FC236}">
                      <a16:creationId xmlns:a16="http://schemas.microsoft.com/office/drawing/2014/main" id="{95F661C4-EC8E-E40D-ADD1-1608D656D6A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220" name="Tekstvak 219">
                <a:extLst>
                  <a:ext uri="{FF2B5EF4-FFF2-40B4-BE49-F238E27FC236}">
                    <a16:creationId xmlns:a16="http://schemas.microsoft.com/office/drawing/2014/main" id="{BC3E8A7F-F991-FA73-CEC0-7C7127DFF74C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sp>
          <p:nvSpPr>
            <p:cNvPr id="218" name="Rechthoek 217">
              <a:extLst>
                <a:ext uri="{FF2B5EF4-FFF2-40B4-BE49-F238E27FC236}">
                  <a16:creationId xmlns:a16="http://schemas.microsoft.com/office/drawing/2014/main" id="{ECEBF4B6-BB30-C81B-BB66-828710585990}"/>
                </a:ext>
              </a:extLst>
            </p:cNvPr>
            <p:cNvSpPr/>
            <p:nvPr userDrawn="1"/>
          </p:nvSpPr>
          <p:spPr>
            <a:xfrm>
              <a:off x="12844617" y="4166566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Bronvermelding</a:t>
              </a:r>
            </a:p>
          </p:txBody>
        </p:sp>
      </p:grp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03144F26-D52A-EFBA-56E4-5083A73E4AA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12575" y="6381750"/>
            <a:ext cx="252413" cy="2508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843DB9-9987-4157-AB9C-CEA8D7D910BB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8447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 + afbeelding (M)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11">
            <a:extLst>
              <a:ext uri="{FF2B5EF4-FFF2-40B4-BE49-F238E27FC236}">
                <a16:creationId xmlns:a16="http://schemas.microsoft.com/office/drawing/2014/main" id="{8095BF86-8F77-F0D7-EA4D-292977BFA4A7}"/>
              </a:ext>
            </a:extLst>
          </p:cNvPr>
          <p:cNvGrpSpPr/>
          <p:nvPr userDrawn="1"/>
        </p:nvGrpSpPr>
        <p:grpSpPr>
          <a:xfrm>
            <a:off x="6073400" y="6042660"/>
            <a:ext cx="6118600" cy="815340"/>
            <a:chOff x="6073400" y="6042660"/>
            <a:chExt cx="6118600" cy="815340"/>
          </a:xfrm>
        </p:grpSpPr>
        <p:sp>
          <p:nvSpPr>
            <p:cNvPr id="15" name="Vrije vorm: vorm 14">
              <a:extLst>
                <a:ext uri="{FF2B5EF4-FFF2-40B4-BE49-F238E27FC236}">
                  <a16:creationId xmlns:a16="http://schemas.microsoft.com/office/drawing/2014/main" id="{CCE68BA3-BEEC-1F42-A9F9-F315496AC553}"/>
                </a:ext>
              </a:extLst>
            </p:cNvPr>
            <p:cNvSpPr/>
            <p:nvPr/>
          </p:nvSpPr>
          <p:spPr>
            <a:xfrm>
              <a:off x="6073464" y="6423478"/>
              <a:ext cx="220536" cy="153681"/>
            </a:xfrm>
            <a:custGeom>
              <a:avLst/>
              <a:gdLst>
                <a:gd name="connsiteX0" fmla="*/ 22400 w 218749"/>
                <a:gd name="connsiteY0" fmla="*/ 0 h 152245"/>
                <a:gd name="connsiteX1" fmla="*/ 123707 w 218749"/>
                <a:gd name="connsiteY1" fmla="*/ 51318 h 152245"/>
                <a:gd name="connsiteX2" fmla="*/ 218750 w 218749"/>
                <a:gd name="connsiteY2" fmla="*/ 113393 h 152245"/>
                <a:gd name="connsiteX3" fmla="*/ 196286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00" y="0"/>
                  </a:moveTo>
                  <a:cubicBezTo>
                    <a:pt x="22400" y="0"/>
                    <a:pt x="70681" y="20692"/>
                    <a:pt x="123707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286" y="152245"/>
                  </a:lnTo>
                  <a:cubicBezTo>
                    <a:pt x="196286" y="152245"/>
                    <a:pt x="148006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6" name="Vrije vorm: vorm 15">
              <a:extLst>
                <a:ext uri="{FF2B5EF4-FFF2-40B4-BE49-F238E27FC236}">
                  <a16:creationId xmlns:a16="http://schemas.microsoft.com/office/drawing/2014/main" id="{7DBF20A5-4239-13E4-739E-2BB59BBF1DBB}"/>
                </a:ext>
              </a:extLst>
            </p:cNvPr>
            <p:cNvSpPr/>
            <p:nvPr/>
          </p:nvSpPr>
          <p:spPr>
            <a:xfrm>
              <a:off x="6073400" y="6652340"/>
              <a:ext cx="220601" cy="153681"/>
            </a:xfrm>
            <a:custGeom>
              <a:avLst/>
              <a:gdLst>
                <a:gd name="connsiteX0" fmla="*/ 0 w 218813"/>
                <a:gd name="connsiteY0" fmla="*/ 113330 h 152245"/>
                <a:gd name="connsiteX1" fmla="*/ 95043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30 h 152245"/>
                <a:gd name="connsiteX7" fmla="*/ 0 w 218813"/>
                <a:gd name="connsiteY7" fmla="*/ 11333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92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30"/>
                  </a:lnTo>
                  <a:lnTo>
                    <a:pt x="0" y="11333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7" name="Vrije vorm: vorm 16">
              <a:extLst>
                <a:ext uri="{FF2B5EF4-FFF2-40B4-BE49-F238E27FC236}">
                  <a16:creationId xmlns:a16="http://schemas.microsoft.com/office/drawing/2014/main" id="{6D7AFC63-B783-CDE0-7879-FDFCF673465C}"/>
                </a:ext>
              </a:extLst>
            </p:cNvPr>
            <p:cNvSpPr/>
            <p:nvPr/>
          </p:nvSpPr>
          <p:spPr>
            <a:xfrm>
              <a:off x="6352691" y="6271521"/>
              <a:ext cx="57797" cy="228861"/>
            </a:xfrm>
            <a:custGeom>
              <a:avLst/>
              <a:gdLst>
                <a:gd name="connsiteX0" fmla="*/ 51128 w 57329"/>
                <a:gd name="connsiteY0" fmla="*/ 0 h 226722"/>
                <a:gd name="connsiteX1" fmla="*/ 57329 w 57329"/>
                <a:gd name="connsiteY1" fmla="*/ 113393 h 226722"/>
                <a:gd name="connsiteX2" fmla="*/ 51128 w 57329"/>
                <a:gd name="connsiteY2" fmla="*/ 226723 h 226722"/>
                <a:gd name="connsiteX3" fmla="*/ 6201 w 57329"/>
                <a:gd name="connsiteY3" fmla="*/ 226723 h 226722"/>
                <a:gd name="connsiteX4" fmla="*/ 0 w 57329"/>
                <a:gd name="connsiteY4" fmla="*/ 113393 h 226722"/>
                <a:gd name="connsiteX5" fmla="*/ 6201 w 57329"/>
                <a:gd name="connsiteY5" fmla="*/ 0 h 226722"/>
                <a:gd name="connsiteX6" fmla="*/ 51128 w 57329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29" h="226722">
                  <a:moveTo>
                    <a:pt x="51128" y="0"/>
                  </a:moveTo>
                  <a:cubicBezTo>
                    <a:pt x="51128" y="0"/>
                    <a:pt x="57329" y="52141"/>
                    <a:pt x="57329" y="113393"/>
                  </a:cubicBezTo>
                  <a:cubicBezTo>
                    <a:pt x="57329" y="174645"/>
                    <a:pt x="51128" y="226723"/>
                    <a:pt x="51128" y="226723"/>
                  </a:cubicBezTo>
                  <a:lnTo>
                    <a:pt x="6201" y="226723"/>
                  </a:lnTo>
                  <a:cubicBezTo>
                    <a:pt x="6201" y="226723"/>
                    <a:pt x="0" y="174582"/>
                    <a:pt x="0" y="113393"/>
                  </a:cubicBezTo>
                  <a:cubicBezTo>
                    <a:pt x="0" y="52204"/>
                    <a:pt x="6201" y="0"/>
                    <a:pt x="6201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8" name="Vrije vorm: vorm 17">
              <a:extLst>
                <a:ext uri="{FF2B5EF4-FFF2-40B4-BE49-F238E27FC236}">
                  <a16:creationId xmlns:a16="http://schemas.microsoft.com/office/drawing/2014/main" id="{853DE771-2D43-E8CE-6D68-3C6DA7FD7A9D}"/>
                </a:ext>
              </a:extLst>
            </p:cNvPr>
            <p:cNvSpPr/>
            <p:nvPr/>
          </p:nvSpPr>
          <p:spPr>
            <a:xfrm>
              <a:off x="6073400" y="6194681"/>
              <a:ext cx="220601" cy="153681"/>
            </a:xfrm>
            <a:custGeom>
              <a:avLst/>
              <a:gdLst>
                <a:gd name="connsiteX0" fmla="*/ 0 w 218813"/>
                <a:gd name="connsiteY0" fmla="*/ 113330 h 152245"/>
                <a:gd name="connsiteX1" fmla="*/ 95043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93 h 152245"/>
                <a:gd name="connsiteX7" fmla="*/ 0 w 218813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28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0771161A-F087-DB5F-9595-525CFE9D26CE}"/>
                </a:ext>
              </a:extLst>
            </p:cNvPr>
            <p:cNvSpPr/>
            <p:nvPr/>
          </p:nvSpPr>
          <p:spPr>
            <a:xfrm>
              <a:off x="6352690" y="6729180"/>
              <a:ext cx="5600435" cy="128820"/>
            </a:xfrm>
            <a:custGeom>
              <a:avLst/>
              <a:gdLst>
                <a:gd name="connsiteX0" fmla="*/ 5496966 w 5548094"/>
                <a:gd name="connsiteY0" fmla="*/ 0 h 127616"/>
                <a:gd name="connsiteX1" fmla="*/ 5541837 w 5548094"/>
                <a:gd name="connsiteY1" fmla="*/ 0 h 127616"/>
                <a:gd name="connsiteX2" fmla="*/ 5548094 w 5548094"/>
                <a:gd name="connsiteY2" fmla="*/ 113393 h 127616"/>
                <a:gd name="connsiteX3" fmla="*/ 5547775 w 5548094"/>
                <a:gd name="connsiteY3" fmla="*/ 127616 h 127616"/>
                <a:gd name="connsiteX4" fmla="*/ 5491089 w 5548094"/>
                <a:gd name="connsiteY4" fmla="*/ 127616 h 127616"/>
                <a:gd name="connsiteX5" fmla="*/ 5490773 w 5548094"/>
                <a:gd name="connsiteY5" fmla="*/ 113393 h 127616"/>
                <a:gd name="connsiteX6" fmla="*/ 5496966 w 5548094"/>
                <a:gd name="connsiteY6" fmla="*/ 0 h 127616"/>
                <a:gd name="connsiteX7" fmla="*/ 4712615 w 5548094"/>
                <a:gd name="connsiteY7" fmla="*/ 0 h 127616"/>
                <a:gd name="connsiteX8" fmla="*/ 4757423 w 5548094"/>
                <a:gd name="connsiteY8" fmla="*/ 0 h 127616"/>
                <a:gd name="connsiteX9" fmla="*/ 4763680 w 5548094"/>
                <a:gd name="connsiteY9" fmla="*/ 113393 h 127616"/>
                <a:gd name="connsiteX10" fmla="*/ 4763361 w 5548094"/>
                <a:gd name="connsiteY10" fmla="*/ 127616 h 127616"/>
                <a:gd name="connsiteX11" fmla="*/ 4706678 w 5548094"/>
                <a:gd name="connsiteY11" fmla="*/ 127616 h 127616"/>
                <a:gd name="connsiteX12" fmla="*/ 4706359 w 5548094"/>
                <a:gd name="connsiteY12" fmla="*/ 113393 h 127616"/>
                <a:gd name="connsiteX13" fmla="*/ 4712615 w 5548094"/>
                <a:gd name="connsiteY13" fmla="*/ 0 h 127616"/>
                <a:gd name="connsiteX14" fmla="*/ 3928201 w 5548094"/>
                <a:gd name="connsiteY14" fmla="*/ 0 h 127616"/>
                <a:gd name="connsiteX15" fmla="*/ 3973072 w 5548094"/>
                <a:gd name="connsiteY15" fmla="*/ 0 h 127616"/>
                <a:gd name="connsiteX16" fmla="*/ 3979266 w 5548094"/>
                <a:gd name="connsiteY16" fmla="*/ 113393 h 127616"/>
                <a:gd name="connsiteX17" fmla="*/ 3978950 w 5548094"/>
                <a:gd name="connsiteY17" fmla="*/ 127616 h 127616"/>
                <a:gd name="connsiteX18" fmla="*/ 3922264 w 5548094"/>
                <a:gd name="connsiteY18" fmla="*/ 127616 h 127616"/>
                <a:gd name="connsiteX19" fmla="*/ 3921945 w 5548094"/>
                <a:gd name="connsiteY19" fmla="*/ 113393 h 127616"/>
                <a:gd name="connsiteX20" fmla="*/ 3928201 w 5548094"/>
                <a:gd name="connsiteY20" fmla="*/ 0 h 127616"/>
                <a:gd name="connsiteX21" fmla="*/ 3143787 w 5548094"/>
                <a:gd name="connsiteY21" fmla="*/ 0 h 127616"/>
                <a:gd name="connsiteX22" fmla="*/ 3188658 w 5548094"/>
                <a:gd name="connsiteY22" fmla="*/ 0 h 127616"/>
                <a:gd name="connsiteX23" fmla="*/ 3194914 w 5548094"/>
                <a:gd name="connsiteY23" fmla="*/ 113393 h 127616"/>
                <a:gd name="connsiteX24" fmla="*/ 3194595 w 5548094"/>
                <a:gd name="connsiteY24" fmla="*/ 127616 h 127616"/>
                <a:gd name="connsiteX25" fmla="*/ 3137910 w 5548094"/>
                <a:gd name="connsiteY25" fmla="*/ 127616 h 127616"/>
                <a:gd name="connsiteX26" fmla="*/ 3137594 w 5548094"/>
                <a:gd name="connsiteY26" fmla="*/ 113393 h 127616"/>
                <a:gd name="connsiteX27" fmla="*/ 3143787 w 5548094"/>
                <a:gd name="connsiteY27" fmla="*/ 0 h 127616"/>
                <a:gd name="connsiteX28" fmla="*/ 2359435 w 5548094"/>
                <a:gd name="connsiteY28" fmla="*/ 0 h 127616"/>
                <a:gd name="connsiteX29" fmla="*/ 2404243 w 5548094"/>
                <a:gd name="connsiteY29" fmla="*/ 0 h 127616"/>
                <a:gd name="connsiteX30" fmla="*/ 2410500 w 5548094"/>
                <a:gd name="connsiteY30" fmla="*/ 113393 h 127616"/>
                <a:gd name="connsiteX31" fmla="*/ 2410181 w 5548094"/>
                <a:gd name="connsiteY31" fmla="*/ 127616 h 127616"/>
                <a:gd name="connsiteX32" fmla="*/ 2353499 w 5548094"/>
                <a:gd name="connsiteY32" fmla="*/ 127616 h 127616"/>
                <a:gd name="connsiteX33" fmla="*/ 2353179 w 5548094"/>
                <a:gd name="connsiteY33" fmla="*/ 113393 h 127616"/>
                <a:gd name="connsiteX34" fmla="*/ 2359435 w 5548094"/>
                <a:gd name="connsiteY34" fmla="*/ 0 h 127616"/>
                <a:gd name="connsiteX35" fmla="*/ 1575021 w 5548094"/>
                <a:gd name="connsiteY35" fmla="*/ 0 h 127616"/>
                <a:gd name="connsiteX36" fmla="*/ 1619829 w 5548094"/>
                <a:gd name="connsiteY36" fmla="*/ 0 h 127616"/>
                <a:gd name="connsiteX37" fmla="*/ 1626085 w 5548094"/>
                <a:gd name="connsiteY37" fmla="*/ 113393 h 127616"/>
                <a:gd name="connsiteX38" fmla="*/ 1625766 w 5548094"/>
                <a:gd name="connsiteY38" fmla="*/ 127616 h 127616"/>
                <a:gd name="connsiteX39" fmla="*/ 1569085 w 5548094"/>
                <a:gd name="connsiteY39" fmla="*/ 127616 h 127616"/>
                <a:gd name="connsiteX40" fmla="*/ 1568765 w 5548094"/>
                <a:gd name="connsiteY40" fmla="*/ 113393 h 127616"/>
                <a:gd name="connsiteX41" fmla="*/ 1575021 w 5548094"/>
                <a:gd name="connsiteY41" fmla="*/ 0 h 127616"/>
                <a:gd name="connsiteX42" fmla="*/ 790606 w 5548094"/>
                <a:gd name="connsiteY42" fmla="*/ 0 h 127616"/>
                <a:gd name="connsiteX43" fmla="*/ 835477 w 5548094"/>
                <a:gd name="connsiteY43" fmla="*/ 0 h 127616"/>
                <a:gd name="connsiteX44" fmla="*/ 841671 w 5548094"/>
                <a:gd name="connsiteY44" fmla="*/ 113393 h 127616"/>
                <a:gd name="connsiteX45" fmla="*/ 841355 w 5548094"/>
                <a:gd name="connsiteY45" fmla="*/ 127616 h 127616"/>
                <a:gd name="connsiteX46" fmla="*/ 784670 w 5548094"/>
                <a:gd name="connsiteY46" fmla="*/ 127616 h 127616"/>
                <a:gd name="connsiteX47" fmla="*/ 784350 w 5548094"/>
                <a:gd name="connsiteY47" fmla="*/ 113393 h 127616"/>
                <a:gd name="connsiteX48" fmla="*/ 790606 w 5548094"/>
                <a:gd name="connsiteY48" fmla="*/ 0 h 127616"/>
                <a:gd name="connsiteX49" fmla="*/ 6193 w 5548094"/>
                <a:gd name="connsiteY49" fmla="*/ 0 h 127616"/>
                <a:gd name="connsiteX50" fmla="*/ 51064 w 5548094"/>
                <a:gd name="connsiteY50" fmla="*/ 0 h 127616"/>
                <a:gd name="connsiteX51" fmla="*/ 57257 w 5548094"/>
                <a:gd name="connsiteY51" fmla="*/ 113393 h 127616"/>
                <a:gd name="connsiteX52" fmla="*/ 56941 w 5548094"/>
                <a:gd name="connsiteY52" fmla="*/ 127616 h 127616"/>
                <a:gd name="connsiteX53" fmla="*/ 317 w 5548094"/>
                <a:gd name="connsiteY53" fmla="*/ 127616 h 127616"/>
                <a:gd name="connsiteX54" fmla="*/ 0 w 5548094"/>
                <a:gd name="connsiteY54" fmla="*/ 113393 h 127616"/>
                <a:gd name="connsiteX55" fmla="*/ 6193 w 5548094"/>
                <a:gd name="connsiteY55" fmla="*/ 0 h 12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548094" h="127616">
                  <a:moveTo>
                    <a:pt x="5496966" y="0"/>
                  </a:moveTo>
                  <a:lnTo>
                    <a:pt x="5541837" y="0"/>
                  </a:lnTo>
                  <a:cubicBezTo>
                    <a:pt x="5541837" y="0"/>
                    <a:pt x="5548094" y="52141"/>
                    <a:pt x="5548094" y="113393"/>
                  </a:cubicBezTo>
                  <a:lnTo>
                    <a:pt x="5547775" y="127616"/>
                  </a:lnTo>
                  <a:lnTo>
                    <a:pt x="5491089" y="127616"/>
                  </a:lnTo>
                  <a:lnTo>
                    <a:pt x="5490773" y="113393"/>
                  </a:lnTo>
                  <a:cubicBezTo>
                    <a:pt x="5490773" y="52204"/>
                    <a:pt x="5496966" y="0"/>
                    <a:pt x="5496966" y="0"/>
                  </a:cubicBezTo>
                  <a:close/>
                  <a:moveTo>
                    <a:pt x="4712615" y="0"/>
                  </a:moveTo>
                  <a:lnTo>
                    <a:pt x="4757423" y="0"/>
                  </a:lnTo>
                  <a:cubicBezTo>
                    <a:pt x="4757423" y="0"/>
                    <a:pt x="4763680" y="52141"/>
                    <a:pt x="4763680" y="113393"/>
                  </a:cubicBezTo>
                  <a:lnTo>
                    <a:pt x="4763361" y="127616"/>
                  </a:lnTo>
                  <a:lnTo>
                    <a:pt x="4706678" y="127616"/>
                  </a:lnTo>
                  <a:lnTo>
                    <a:pt x="4706359" y="113393"/>
                  </a:lnTo>
                  <a:cubicBezTo>
                    <a:pt x="4706359" y="52204"/>
                    <a:pt x="4712615" y="0"/>
                    <a:pt x="4712615" y="0"/>
                  </a:cubicBezTo>
                  <a:close/>
                  <a:moveTo>
                    <a:pt x="3928201" y="0"/>
                  </a:moveTo>
                  <a:lnTo>
                    <a:pt x="3973072" y="0"/>
                  </a:lnTo>
                  <a:cubicBezTo>
                    <a:pt x="3973072" y="0"/>
                    <a:pt x="3979266" y="52141"/>
                    <a:pt x="3979266" y="113393"/>
                  </a:cubicBezTo>
                  <a:lnTo>
                    <a:pt x="3978950" y="127616"/>
                  </a:lnTo>
                  <a:lnTo>
                    <a:pt x="3922264" y="127616"/>
                  </a:lnTo>
                  <a:lnTo>
                    <a:pt x="3921945" y="113393"/>
                  </a:lnTo>
                  <a:cubicBezTo>
                    <a:pt x="3921945" y="52204"/>
                    <a:pt x="3928201" y="0"/>
                    <a:pt x="3928201" y="0"/>
                  </a:cubicBezTo>
                  <a:close/>
                  <a:moveTo>
                    <a:pt x="3143787" y="0"/>
                  </a:moveTo>
                  <a:lnTo>
                    <a:pt x="3188658" y="0"/>
                  </a:lnTo>
                  <a:cubicBezTo>
                    <a:pt x="3188658" y="0"/>
                    <a:pt x="3194914" y="52141"/>
                    <a:pt x="3194914" y="113393"/>
                  </a:cubicBezTo>
                  <a:lnTo>
                    <a:pt x="3194595" y="127616"/>
                  </a:lnTo>
                  <a:lnTo>
                    <a:pt x="3137910" y="127616"/>
                  </a:lnTo>
                  <a:lnTo>
                    <a:pt x="3137594" y="113393"/>
                  </a:lnTo>
                  <a:cubicBezTo>
                    <a:pt x="3137594" y="52204"/>
                    <a:pt x="3143787" y="0"/>
                    <a:pt x="3143787" y="0"/>
                  </a:cubicBezTo>
                  <a:close/>
                  <a:moveTo>
                    <a:pt x="2359435" y="0"/>
                  </a:moveTo>
                  <a:lnTo>
                    <a:pt x="2404243" y="0"/>
                  </a:lnTo>
                  <a:cubicBezTo>
                    <a:pt x="2404243" y="0"/>
                    <a:pt x="2410500" y="52141"/>
                    <a:pt x="2410500" y="113393"/>
                  </a:cubicBezTo>
                  <a:lnTo>
                    <a:pt x="2410181" y="127616"/>
                  </a:lnTo>
                  <a:lnTo>
                    <a:pt x="2353499" y="127616"/>
                  </a:lnTo>
                  <a:lnTo>
                    <a:pt x="2353179" y="113393"/>
                  </a:lnTo>
                  <a:cubicBezTo>
                    <a:pt x="2353179" y="52204"/>
                    <a:pt x="2359435" y="0"/>
                    <a:pt x="2359435" y="0"/>
                  </a:cubicBezTo>
                  <a:close/>
                  <a:moveTo>
                    <a:pt x="1575021" y="0"/>
                  </a:moveTo>
                  <a:lnTo>
                    <a:pt x="1619829" y="0"/>
                  </a:lnTo>
                  <a:cubicBezTo>
                    <a:pt x="1619829" y="0"/>
                    <a:pt x="1626085" y="52141"/>
                    <a:pt x="1626085" y="113393"/>
                  </a:cubicBezTo>
                  <a:lnTo>
                    <a:pt x="1625766" y="127616"/>
                  </a:lnTo>
                  <a:lnTo>
                    <a:pt x="1569085" y="127616"/>
                  </a:lnTo>
                  <a:lnTo>
                    <a:pt x="1568765" y="113393"/>
                  </a:lnTo>
                  <a:cubicBezTo>
                    <a:pt x="1568765" y="52204"/>
                    <a:pt x="1575021" y="0"/>
                    <a:pt x="1575021" y="0"/>
                  </a:cubicBezTo>
                  <a:close/>
                  <a:moveTo>
                    <a:pt x="790606" y="0"/>
                  </a:moveTo>
                  <a:lnTo>
                    <a:pt x="835477" y="0"/>
                  </a:lnTo>
                  <a:cubicBezTo>
                    <a:pt x="835477" y="0"/>
                    <a:pt x="841671" y="52141"/>
                    <a:pt x="841671" y="113393"/>
                  </a:cubicBezTo>
                  <a:lnTo>
                    <a:pt x="841355" y="127616"/>
                  </a:lnTo>
                  <a:lnTo>
                    <a:pt x="784670" y="127616"/>
                  </a:lnTo>
                  <a:lnTo>
                    <a:pt x="784350" y="113393"/>
                  </a:lnTo>
                  <a:cubicBezTo>
                    <a:pt x="784350" y="52204"/>
                    <a:pt x="790606" y="0"/>
                    <a:pt x="790606" y="0"/>
                  </a:cubicBezTo>
                  <a:close/>
                  <a:moveTo>
                    <a:pt x="6193" y="0"/>
                  </a:moveTo>
                  <a:lnTo>
                    <a:pt x="51064" y="0"/>
                  </a:lnTo>
                  <a:cubicBezTo>
                    <a:pt x="51064" y="0"/>
                    <a:pt x="57257" y="52141"/>
                    <a:pt x="57257" y="113393"/>
                  </a:cubicBezTo>
                  <a:lnTo>
                    <a:pt x="56941" y="127616"/>
                  </a:lnTo>
                  <a:lnTo>
                    <a:pt x="317" y="127616"/>
                  </a:lnTo>
                  <a:lnTo>
                    <a:pt x="0" y="113393"/>
                  </a:lnTo>
                  <a:cubicBezTo>
                    <a:pt x="0" y="52204"/>
                    <a:pt x="6193" y="0"/>
                    <a:pt x="6193" y="0"/>
                  </a:cubicBez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0" name="Vrije vorm: vorm 19">
              <a:extLst>
                <a:ext uri="{FF2B5EF4-FFF2-40B4-BE49-F238E27FC236}">
                  <a16:creationId xmlns:a16="http://schemas.microsoft.com/office/drawing/2014/main" id="{8D6F27A5-ED08-52C6-8D81-E04E22F37B7E}"/>
                </a:ext>
              </a:extLst>
            </p:cNvPr>
            <p:cNvSpPr/>
            <p:nvPr/>
          </p:nvSpPr>
          <p:spPr>
            <a:xfrm>
              <a:off x="6469243" y="6652340"/>
              <a:ext cx="220601" cy="153681"/>
            </a:xfrm>
            <a:custGeom>
              <a:avLst/>
              <a:gdLst>
                <a:gd name="connsiteX0" fmla="*/ 22463 w 218813"/>
                <a:gd name="connsiteY0" fmla="*/ 0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043 w 218813"/>
                <a:gd name="connsiteY4" fmla="*/ 100991 h 152245"/>
                <a:gd name="connsiteX5" fmla="*/ 0 w 218813"/>
                <a:gd name="connsiteY5" fmla="*/ 38916 h 152245"/>
                <a:gd name="connsiteX6" fmla="*/ 22463 w 218813"/>
                <a:gd name="connsiteY6" fmla="*/ 0 h 152245"/>
                <a:gd name="connsiteX7" fmla="*/ 22463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3" y="0"/>
                  </a:moveTo>
                  <a:cubicBezTo>
                    <a:pt x="22463" y="0"/>
                    <a:pt x="70744" y="20692"/>
                    <a:pt x="123771" y="51318"/>
                  </a:cubicBezTo>
                  <a:cubicBezTo>
                    <a:pt x="176797" y="81881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1" name="Vrije vorm: vorm 20">
              <a:extLst>
                <a:ext uri="{FF2B5EF4-FFF2-40B4-BE49-F238E27FC236}">
                  <a16:creationId xmlns:a16="http://schemas.microsoft.com/office/drawing/2014/main" id="{93947ED2-5606-BCF0-4EFF-4AD0A06A8C07}"/>
                </a:ext>
              </a:extLst>
            </p:cNvPr>
            <p:cNvSpPr/>
            <p:nvPr/>
          </p:nvSpPr>
          <p:spPr>
            <a:xfrm>
              <a:off x="6748535" y="6042660"/>
              <a:ext cx="57861" cy="228861"/>
            </a:xfrm>
            <a:custGeom>
              <a:avLst/>
              <a:gdLst>
                <a:gd name="connsiteX0" fmla="*/ 51191 w 57392"/>
                <a:gd name="connsiteY0" fmla="*/ 0 h 226722"/>
                <a:gd name="connsiteX1" fmla="*/ 57393 w 57392"/>
                <a:gd name="connsiteY1" fmla="*/ 113393 h 226722"/>
                <a:gd name="connsiteX2" fmla="*/ 51191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91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91" y="0"/>
                  </a:moveTo>
                  <a:cubicBezTo>
                    <a:pt x="51191" y="0"/>
                    <a:pt x="57393" y="52141"/>
                    <a:pt x="57393" y="113393"/>
                  </a:cubicBezTo>
                  <a:cubicBezTo>
                    <a:pt x="57393" y="174645"/>
                    <a:pt x="51191" y="226723"/>
                    <a:pt x="51191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91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2" name="Vrije vorm: vorm 21">
              <a:extLst>
                <a:ext uri="{FF2B5EF4-FFF2-40B4-BE49-F238E27FC236}">
                  <a16:creationId xmlns:a16="http://schemas.microsoft.com/office/drawing/2014/main" id="{54F8AD7E-9872-B9A8-3C82-EA3ADA4CEB0A}"/>
                </a:ext>
              </a:extLst>
            </p:cNvPr>
            <p:cNvSpPr/>
            <p:nvPr/>
          </p:nvSpPr>
          <p:spPr>
            <a:xfrm>
              <a:off x="6748535" y="6500319"/>
              <a:ext cx="57861" cy="228861"/>
            </a:xfrm>
            <a:custGeom>
              <a:avLst/>
              <a:gdLst>
                <a:gd name="connsiteX0" fmla="*/ 51191 w 57392"/>
                <a:gd name="connsiteY0" fmla="*/ 0 h 226722"/>
                <a:gd name="connsiteX1" fmla="*/ 57393 w 57392"/>
                <a:gd name="connsiteY1" fmla="*/ 113393 h 226722"/>
                <a:gd name="connsiteX2" fmla="*/ 51191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91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91" y="0"/>
                  </a:moveTo>
                  <a:cubicBezTo>
                    <a:pt x="51191" y="0"/>
                    <a:pt x="57393" y="52141"/>
                    <a:pt x="57393" y="113393"/>
                  </a:cubicBezTo>
                  <a:cubicBezTo>
                    <a:pt x="57393" y="174645"/>
                    <a:pt x="51191" y="226723"/>
                    <a:pt x="51191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91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3" name="Vrije vorm: vorm 22">
              <a:extLst>
                <a:ext uri="{FF2B5EF4-FFF2-40B4-BE49-F238E27FC236}">
                  <a16:creationId xmlns:a16="http://schemas.microsoft.com/office/drawing/2014/main" id="{78287C07-4F80-27D0-E369-263F63C2FFB0}"/>
                </a:ext>
              </a:extLst>
            </p:cNvPr>
            <p:cNvSpPr/>
            <p:nvPr/>
          </p:nvSpPr>
          <p:spPr>
            <a:xfrm>
              <a:off x="6469243" y="6194616"/>
              <a:ext cx="220601" cy="153681"/>
            </a:xfrm>
            <a:custGeom>
              <a:avLst/>
              <a:gdLst>
                <a:gd name="connsiteX0" fmla="*/ 22463 w 218813"/>
                <a:gd name="connsiteY0" fmla="*/ 63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043 w 218813"/>
                <a:gd name="connsiteY4" fmla="*/ 100991 h 152245"/>
                <a:gd name="connsiteX5" fmla="*/ 0 w 218813"/>
                <a:gd name="connsiteY5" fmla="*/ 38916 h 152245"/>
                <a:gd name="connsiteX6" fmla="*/ 22463 w 218813"/>
                <a:gd name="connsiteY6" fmla="*/ 0 h 152245"/>
                <a:gd name="connsiteX7" fmla="*/ 22463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3" y="63"/>
                  </a:moveTo>
                  <a:cubicBezTo>
                    <a:pt x="22463" y="63"/>
                    <a:pt x="70744" y="20755"/>
                    <a:pt x="123771" y="51318"/>
                  </a:cubicBezTo>
                  <a:cubicBezTo>
                    <a:pt x="176797" y="81944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B36E8124-6407-DDB6-1FF3-8A0151A085A9}"/>
                </a:ext>
              </a:extLst>
            </p:cNvPr>
            <p:cNvSpPr/>
            <p:nvPr/>
          </p:nvSpPr>
          <p:spPr>
            <a:xfrm>
              <a:off x="6469243" y="6423478"/>
              <a:ext cx="220601" cy="153681"/>
            </a:xfrm>
            <a:custGeom>
              <a:avLst/>
              <a:gdLst>
                <a:gd name="connsiteX0" fmla="*/ 0 w 218813"/>
                <a:gd name="connsiteY0" fmla="*/ 113393 h 152245"/>
                <a:gd name="connsiteX1" fmla="*/ 95043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93 h 152245"/>
                <a:gd name="connsiteX7" fmla="*/ 0 w 218813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93"/>
                  </a:moveTo>
                  <a:cubicBezTo>
                    <a:pt x="0" y="113393"/>
                    <a:pt x="42016" y="81881"/>
                    <a:pt x="95043" y="51255"/>
                  </a:cubicBezTo>
                  <a:cubicBezTo>
                    <a:pt x="148069" y="20692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5" name="Vrije vorm: vorm 24">
              <a:extLst>
                <a:ext uri="{FF2B5EF4-FFF2-40B4-BE49-F238E27FC236}">
                  <a16:creationId xmlns:a16="http://schemas.microsoft.com/office/drawing/2014/main" id="{B08D760D-8AF7-A63B-8EC1-0CE11302BB8A}"/>
                </a:ext>
              </a:extLst>
            </p:cNvPr>
            <p:cNvSpPr/>
            <p:nvPr/>
          </p:nvSpPr>
          <p:spPr>
            <a:xfrm>
              <a:off x="6865151" y="6423478"/>
              <a:ext cx="220601" cy="153681"/>
            </a:xfrm>
            <a:custGeom>
              <a:avLst/>
              <a:gdLst>
                <a:gd name="connsiteX0" fmla="*/ 22463 w 218813"/>
                <a:gd name="connsiteY0" fmla="*/ 0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043 w 218813"/>
                <a:gd name="connsiteY4" fmla="*/ 100991 h 152245"/>
                <a:gd name="connsiteX5" fmla="*/ 0 w 218813"/>
                <a:gd name="connsiteY5" fmla="*/ 38916 h 152245"/>
                <a:gd name="connsiteX6" fmla="*/ 22463 w 218813"/>
                <a:gd name="connsiteY6" fmla="*/ 0 h 152245"/>
                <a:gd name="connsiteX7" fmla="*/ 22463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3" y="0"/>
                  </a:moveTo>
                  <a:cubicBezTo>
                    <a:pt x="22463" y="0"/>
                    <a:pt x="70744" y="20692"/>
                    <a:pt x="123771" y="51318"/>
                  </a:cubicBezTo>
                  <a:cubicBezTo>
                    <a:pt x="176797" y="81881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6" name="Vrije vorm: vorm 25">
              <a:extLst>
                <a:ext uri="{FF2B5EF4-FFF2-40B4-BE49-F238E27FC236}">
                  <a16:creationId xmlns:a16="http://schemas.microsoft.com/office/drawing/2014/main" id="{B3D4F9A4-7768-D036-0E06-BC41CFEEB2C4}"/>
                </a:ext>
              </a:extLst>
            </p:cNvPr>
            <p:cNvSpPr/>
            <p:nvPr/>
          </p:nvSpPr>
          <p:spPr>
            <a:xfrm>
              <a:off x="6865151" y="6652340"/>
              <a:ext cx="220601" cy="153681"/>
            </a:xfrm>
            <a:custGeom>
              <a:avLst/>
              <a:gdLst>
                <a:gd name="connsiteX0" fmla="*/ 0 w 218813"/>
                <a:gd name="connsiteY0" fmla="*/ 113330 h 152245"/>
                <a:gd name="connsiteX1" fmla="*/ 95043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30 h 152245"/>
                <a:gd name="connsiteX7" fmla="*/ 0 w 218813"/>
                <a:gd name="connsiteY7" fmla="*/ 11333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92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30"/>
                  </a:lnTo>
                  <a:lnTo>
                    <a:pt x="0" y="11333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7" name="Vrije vorm: vorm 26">
              <a:extLst>
                <a:ext uri="{FF2B5EF4-FFF2-40B4-BE49-F238E27FC236}">
                  <a16:creationId xmlns:a16="http://schemas.microsoft.com/office/drawing/2014/main" id="{30413C0B-D0F4-74A2-6583-C66C62EDF667}"/>
                </a:ext>
              </a:extLst>
            </p:cNvPr>
            <p:cNvSpPr/>
            <p:nvPr/>
          </p:nvSpPr>
          <p:spPr>
            <a:xfrm>
              <a:off x="7144441" y="6271521"/>
              <a:ext cx="57861" cy="228861"/>
            </a:xfrm>
            <a:custGeom>
              <a:avLst/>
              <a:gdLst>
                <a:gd name="connsiteX0" fmla="*/ 51191 w 57392"/>
                <a:gd name="connsiteY0" fmla="*/ 0 h 226722"/>
                <a:gd name="connsiteX1" fmla="*/ 57393 w 57392"/>
                <a:gd name="connsiteY1" fmla="*/ 113393 h 226722"/>
                <a:gd name="connsiteX2" fmla="*/ 51191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91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91" y="0"/>
                  </a:moveTo>
                  <a:cubicBezTo>
                    <a:pt x="51191" y="0"/>
                    <a:pt x="57393" y="52141"/>
                    <a:pt x="57393" y="113393"/>
                  </a:cubicBezTo>
                  <a:cubicBezTo>
                    <a:pt x="57393" y="174645"/>
                    <a:pt x="51191" y="226723"/>
                    <a:pt x="51191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91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28" name="Vrije vorm: vorm 27">
              <a:extLst>
                <a:ext uri="{FF2B5EF4-FFF2-40B4-BE49-F238E27FC236}">
                  <a16:creationId xmlns:a16="http://schemas.microsoft.com/office/drawing/2014/main" id="{AE1906BD-5B78-D088-560F-444DE753B556}"/>
                </a:ext>
              </a:extLst>
            </p:cNvPr>
            <p:cNvSpPr/>
            <p:nvPr/>
          </p:nvSpPr>
          <p:spPr>
            <a:xfrm>
              <a:off x="6865151" y="6194681"/>
              <a:ext cx="220601" cy="153681"/>
            </a:xfrm>
            <a:custGeom>
              <a:avLst/>
              <a:gdLst>
                <a:gd name="connsiteX0" fmla="*/ 0 w 218813"/>
                <a:gd name="connsiteY0" fmla="*/ 113330 h 152245"/>
                <a:gd name="connsiteX1" fmla="*/ 95043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93 h 152245"/>
                <a:gd name="connsiteX7" fmla="*/ 0 w 218813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28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0" name="Vrije vorm: vorm 29">
              <a:extLst>
                <a:ext uri="{FF2B5EF4-FFF2-40B4-BE49-F238E27FC236}">
                  <a16:creationId xmlns:a16="http://schemas.microsoft.com/office/drawing/2014/main" id="{AA6564E3-3236-1222-3A5C-A74ECB3EBA28}"/>
                </a:ext>
              </a:extLst>
            </p:cNvPr>
            <p:cNvSpPr/>
            <p:nvPr/>
          </p:nvSpPr>
          <p:spPr>
            <a:xfrm>
              <a:off x="7261057" y="6652340"/>
              <a:ext cx="220536" cy="153681"/>
            </a:xfrm>
            <a:custGeom>
              <a:avLst/>
              <a:gdLst>
                <a:gd name="connsiteX0" fmla="*/ 22463 w 218749"/>
                <a:gd name="connsiteY0" fmla="*/ 0 h 152245"/>
                <a:gd name="connsiteX1" fmla="*/ 123707 w 218749"/>
                <a:gd name="connsiteY1" fmla="*/ 51318 h 152245"/>
                <a:gd name="connsiteX2" fmla="*/ 218750 w 218749"/>
                <a:gd name="connsiteY2" fmla="*/ 113393 h 152245"/>
                <a:gd name="connsiteX3" fmla="*/ 196286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3" y="0"/>
                  </a:moveTo>
                  <a:cubicBezTo>
                    <a:pt x="22463" y="0"/>
                    <a:pt x="70681" y="20692"/>
                    <a:pt x="123707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286" y="152245"/>
                  </a:lnTo>
                  <a:cubicBezTo>
                    <a:pt x="196286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1" name="Vrije vorm: vorm 30">
              <a:extLst>
                <a:ext uri="{FF2B5EF4-FFF2-40B4-BE49-F238E27FC236}">
                  <a16:creationId xmlns:a16="http://schemas.microsoft.com/office/drawing/2014/main" id="{2634582F-3DBC-F73F-338F-27EA8EF48810}"/>
                </a:ext>
              </a:extLst>
            </p:cNvPr>
            <p:cNvSpPr/>
            <p:nvPr/>
          </p:nvSpPr>
          <p:spPr>
            <a:xfrm>
              <a:off x="7540349" y="6042660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83B788FD-50E0-FDA1-26B9-BAA9EAF8873E}"/>
                </a:ext>
              </a:extLst>
            </p:cNvPr>
            <p:cNvSpPr/>
            <p:nvPr/>
          </p:nvSpPr>
          <p:spPr>
            <a:xfrm>
              <a:off x="7540349" y="6500319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231BC096-3D55-9460-6BA2-746C562C469D}"/>
                </a:ext>
              </a:extLst>
            </p:cNvPr>
            <p:cNvSpPr/>
            <p:nvPr/>
          </p:nvSpPr>
          <p:spPr>
            <a:xfrm>
              <a:off x="7261057" y="6194616"/>
              <a:ext cx="220536" cy="153681"/>
            </a:xfrm>
            <a:custGeom>
              <a:avLst/>
              <a:gdLst>
                <a:gd name="connsiteX0" fmla="*/ 22463 w 218749"/>
                <a:gd name="connsiteY0" fmla="*/ 63 h 152245"/>
                <a:gd name="connsiteX1" fmla="*/ 123707 w 218749"/>
                <a:gd name="connsiteY1" fmla="*/ 51318 h 152245"/>
                <a:gd name="connsiteX2" fmla="*/ 218750 w 218749"/>
                <a:gd name="connsiteY2" fmla="*/ 113393 h 152245"/>
                <a:gd name="connsiteX3" fmla="*/ 196286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3" y="63"/>
                  </a:moveTo>
                  <a:cubicBezTo>
                    <a:pt x="22463" y="63"/>
                    <a:pt x="70681" y="20755"/>
                    <a:pt x="123707" y="51318"/>
                  </a:cubicBezTo>
                  <a:cubicBezTo>
                    <a:pt x="176734" y="81944"/>
                    <a:pt x="218750" y="113393"/>
                    <a:pt x="218750" y="113393"/>
                  </a:cubicBezTo>
                  <a:lnTo>
                    <a:pt x="196286" y="152245"/>
                  </a:lnTo>
                  <a:cubicBezTo>
                    <a:pt x="196286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4" name="Vrije vorm: vorm 33">
              <a:extLst>
                <a:ext uri="{FF2B5EF4-FFF2-40B4-BE49-F238E27FC236}">
                  <a16:creationId xmlns:a16="http://schemas.microsoft.com/office/drawing/2014/main" id="{E18A998B-736D-0B08-3331-5B0621138E1F}"/>
                </a:ext>
              </a:extLst>
            </p:cNvPr>
            <p:cNvSpPr/>
            <p:nvPr/>
          </p:nvSpPr>
          <p:spPr>
            <a:xfrm>
              <a:off x="7261057" y="6423478"/>
              <a:ext cx="220536" cy="153681"/>
            </a:xfrm>
            <a:custGeom>
              <a:avLst/>
              <a:gdLst>
                <a:gd name="connsiteX0" fmla="*/ 0 w 218749"/>
                <a:gd name="connsiteY0" fmla="*/ 113393 h 152245"/>
                <a:gd name="connsiteX1" fmla="*/ 95043 w 218749"/>
                <a:gd name="connsiteY1" fmla="*/ 51255 h 152245"/>
                <a:gd name="connsiteX2" fmla="*/ 196286 w 218749"/>
                <a:gd name="connsiteY2" fmla="*/ 0 h 152245"/>
                <a:gd name="connsiteX3" fmla="*/ 218750 w 218749"/>
                <a:gd name="connsiteY3" fmla="*/ 38916 h 152245"/>
                <a:gd name="connsiteX4" fmla="*/ 123707 w 218749"/>
                <a:gd name="connsiteY4" fmla="*/ 100991 h 152245"/>
                <a:gd name="connsiteX5" fmla="*/ 22463 w 218749"/>
                <a:gd name="connsiteY5" fmla="*/ 152245 h 152245"/>
                <a:gd name="connsiteX6" fmla="*/ 0 w 218749"/>
                <a:gd name="connsiteY6" fmla="*/ 113393 h 152245"/>
                <a:gd name="connsiteX7" fmla="*/ 0 w 218749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93"/>
                  </a:moveTo>
                  <a:cubicBezTo>
                    <a:pt x="0" y="113393"/>
                    <a:pt x="42016" y="81881"/>
                    <a:pt x="95043" y="51255"/>
                  </a:cubicBezTo>
                  <a:cubicBezTo>
                    <a:pt x="148069" y="20692"/>
                    <a:pt x="196286" y="0"/>
                    <a:pt x="196286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7" y="100991"/>
                  </a:cubicBezTo>
                  <a:cubicBezTo>
                    <a:pt x="70681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5" name="Vrije vorm: vorm 34">
              <a:extLst>
                <a:ext uri="{FF2B5EF4-FFF2-40B4-BE49-F238E27FC236}">
                  <a16:creationId xmlns:a16="http://schemas.microsoft.com/office/drawing/2014/main" id="{863BFB9C-46C1-DEC7-DF6F-44898FD027AD}"/>
                </a:ext>
              </a:extLst>
            </p:cNvPr>
            <p:cNvSpPr/>
            <p:nvPr/>
          </p:nvSpPr>
          <p:spPr>
            <a:xfrm>
              <a:off x="7656965" y="6423478"/>
              <a:ext cx="220536" cy="153681"/>
            </a:xfrm>
            <a:custGeom>
              <a:avLst/>
              <a:gdLst>
                <a:gd name="connsiteX0" fmla="*/ 22463 w 218749"/>
                <a:gd name="connsiteY0" fmla="*/ 0 h 152245"/>
                <a:gd name="connsiteX1" fmla="*/ 123707 w 218749"/>
                <a:gd name="connsiteY1" fmla="*/ 51318 h 152245"/>
                <a:gd name="connsiteX2" fmla="*/ 218750 w 218749"/>
                <a:gd name="connsiteY2" fmla="*/ 113393 h 152245"/>
                <a:gd name="connsiteX3" fmla="*/ 196286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3" y="0"/>
                  </a:moveTo>
                  <a:cubicBezTo>
                    <a:pt x="22463" y="0"/>
                    <a:pt x="70681" y="20692"/>
                    <a:pt x="123707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286" y="152245"/>
                  </a:lnTo>
                  <a:cubicBezTo>
                    <a:pt x="196286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6" name="Vrije vorm: vorm 35">
              <a:extLst>
                <a:ext uri="{FF2B5EF4-FFF2-40B4-BE49-F238E27FC236}">
                  <a16:creationId xmlns:a16="http://schemas.microsoft.com/office/drawing/2014/main" id="{0A028806-5757-4019-B4A6-80C8E5309479}"/>
                </a:ext>
              </a:extLst>
            </p:cNvPr>
            <p:cNvSpPr/>
            <p:nvPr/>
          </p:nvSpPr>
          <p:spPr>
            <a:xfrm>
              <a:off x="7656965" y="6652340"/>
              <a:ext cx="220536" cy="153681"/>
            </a:xfrm>
            <a:custGeom>
              <a:avLst/>
              <a:gdLst>
                <a:gd name="connsiteX0" fmla="*/ 0 w 218749"/>
                <a:gd name="connsiteY0" fmla="*/ 113330 h 152245"/>
                <a:gd name="connsiteX1" fmla="*/ 95043 w 218749"/>
                <a:gd name="connsiteY1" fmla="*/ 51255 h 152245"/>
                <a:gd name="connsiteX2" fmla="*/ 196286 w 218749"/>
                <a:gd name="connsiteY2" fmla="*/ 0 h 152245"/>
                <a:gd name="connsiteX3" fmla="*/ 218750 w 218749"/>
                <a:gd name="connsiteY3" fmla="*/ 38916 h 152245"/>
                <a:gd name="connsiteX4" fmla="*/ 123707 w 218749"/>
                <a:gd name="connsiteY4" fmla="*/ 100991 h 152245"/>
                <a:gd name="connsiteX5" fmla="*/ 22463 w 218749"/>
                <a:gd name="connsiteY5" fmla="*/ 152245 h 152245"/>
                <a:gd name="connsiteX6" fmla="*/ 0 w 218749"/>
                <a:gd name="connsiteY6" fmla="*/ 113330 h 152245"/>
                <a:gd name="connsiteX7" fmla="*/ 0 w 218749"/>
                <a:gd name="connsiteY7" fmla="*/ 11333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92"/>
                    <a:pt x="196286" y="0"/>
                    <a:pt x="196286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7" y="100991"/>
                  </a:cubicBezTo>
                  <a:cubicBezTo>
                    <a:pt x="70681" y="131617"/>
                    <a:pt x="22463" y="152245"/>
                    <a:pt x="22463" y="152245"/>
                  </a:cubicBezTo>
                  <a:lnTo>
                    <a:pt x="0" y="113330"/>
                  </a:lnTo>
                  <a:lnTo>
                    <a:pt x="0" y="11333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7" name="Vrije vorm: vorm 36">
              <a:extLst>
                <a:ext uri="{FF2B5EF4-FFF2-40B4-BE49-F238E27FC236}">
                  <a16:creationId xmlns:a16="http://schemas.microsoft.com/office/drawing/2014/main" id="{126D6D91-3DE3-7B53-6B63-2CF59CC8C9F7}"/>
                </a:ext>
              </a:extLst>
            </p:cNvPr>
            <p:cNvSpPr/>
            <p:nvPr/>
          </p:nvSpPr>
          <p:spPr>
            <a:xfrm>
              <a:off x="7936256" y="6271521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2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2" y="52141"/>
                    <a:pt x="57392" y="113393"/>
                  </a:cubicBezTo>
                  <a:cubicBezTo>
                    <a:pt x="57392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38" name="Vrije vorm: vorm 37">
              <a:extLst>
                <a:ext uri="{FF2B5EF4-FFF2-40B4-BE49-F238E27FC236}">
                  <a16:creationId xmlns:a16="http://schemas.microsoft.com/office/drawing/2014/main" id="{98870182-FDB9-E58A-7C53-8D009E337579}"/>
                </a:ext>
              </a:extLst>
            </p:cNvPr>
            <p:cNvSpPr/>
            <p:nvPr/>
          </p:nvSpPr>
          <p:spPr>
            <a:xfrm>
              <a:off x="7656965" y="6194681"/>
              <a:ext cx="220536" cy="153681"/>
            </a:xfrm>
            <a:custGeom>
              <a:avLst/>
              <a:gdLst>
                <a:gd name="connsiteX0" fmla="*/ 0 w 218749"/>
                <a:gd name="connsiteY0" fmla="*/ 113330 h 152245"/>
                <a:gd name="connsiteX1" fmla="*/ 95043 w 218749"/>
                <a:gd name="connsiteY1" fmla="*/ 51255 h 152245"/>
                <a:gd name="connsiteX2" fmla="*/ 196286 w 218749"/>
                <a:gd name="connsiteY2" fmla="*/ 0 h 152245"/>
                <a:gd name="connsiteX3" fmla="*/ 218750 w 218749"/>
                <a:gd name="connsiteY3" fmla="*/ 38916 h 152245"/>
                <a:gd name="connsiteX4" fmla="*/ 123707 w 218749"/>
                <a:gd name="connsiteY4" fmla="*/ 100991 h 152245"/>
                <a:gd name="connsiteX5" fmla="*/ 22463 w 218749"/>
                <a:gd name="connsiteY5" fmla="*/ 152245 h 152245"/>
                <a:gd name="connsiteX6" fmla="*/ 0 w 218749"/>
                <a:gd name="connsiteY6" fmla="*/ 113393 h 152245"/>
                <a:gd name="connsiteX7" fmla="*/ 0 w 218749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28"/>
                    <a:pt x="196286" y="0"/>
                    <a:pt x="196286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7" y="100991"/>
                  </a:cubicBezTo>
                  <a:cubicBezTo>
                    <a:pt x="70681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0" name="Vrije vorm: vorm 39">
              <a:extLst>
                <a:ext uri="{FF2B5EF4-FFF2-40B4-BE49-F238E27FC236}">
                  <a16:creationId xmlns:a16="http://schemas.microsoft.com/office/drawing/2014/main" id="{794FC598-11C1-E6D3-EFA5-B872A0734714}"/>
                </a:ext>
              </a:extLst>
            </p:cNvPr>
            <p:cNvSpPr/>
            <p:nvPr/>
          </p:nvSpPr>
          <p:spPr>
            <a:xfrm>
              <a:off x="8052872" y="6652340"/>
              <a:ext cx="220536" cy="153681"/>
            </a:xfrm>
            <a:custGeom>
              <a:avLst/>
              <a:gdLst>
                <a:gd name="connsiteX0" fmla="*/ 22463 w 218749"/>
                <a:gd name="connsiteY0" fmla="*/ 0 h 152245"/>
                <a:gd name="connsiteX1" fmla="*/ 123707 w 218749"/>
                <a:gd name="connsiteY1" fmla="*/ 51318 h 152245"/>
                <a:gd name="connsiteX2" fmla="*/ 218750 w 218749"/>
                <a:gd name="connsiteY2" fmla="*/ 113393 h 152245"/>
                <a:gd name="connsiteX3" fmla="*/ 196286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3" y="0"/>
                  </a:moveTo>
                  <a:cubicBezTo>
                    <a:pt x="22463" y="0"/>
                    <a:pt x="70681" y="20692"/>
                    <a:pt x="123707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286" y="152245"/>
                  </a:lnTo>
                  <a:cubicBezTo>
                    <a:pt x="196286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1" name="Vrije vorm: vorm 40">
              <a:extLst>
                <a:ext uri="{FF2B5EF4-FFF2-40B4-BE49-F238E27FC236}">
                  <a16:creationId xmlns:a16="http://schemas.microsoft.com/office/drawing/2014/main" id="{4856E473-182B-5772-B546-6C601506EFCD}"/>
                </a:ext>
              </a:extLst>
            </p:cNvPr>
            <p:cNvSpPr/>
            <p:nvPr/>
          </p:nvSpPr>
          <p:spPr>
            <a:xfrm>
              <a:off x="8332163" y="6042660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6216F7D-F428-713B-7C18-EA92635E82E1}"/>
                </a:ext>
              </a:extLst>
            </p:cNvPr>
            <p:cNvSpPr/>
            <p:nvPr/>
          </p:nvSpPr>
          <p:spPr>
            <a:xfrm>
              <a:off x="8332163" y="6500319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88086EAF-1E25-5354-755F-D1048ADE9787}"/>
                </a:ext>
              </a:extLst>
            </p:cNvPr>
            <p:cNvSpPr/>
            <p:nvPr/>
          </p:nvSpPr>
          <p:spPr>
            <a:xfrm>
              <a:off x="8052872" y="6194616"/>
              <a:ext cx="220536" cy="153681"/>
            </a:xfrm>
            <a:custGeom>
              <a:avLst/>
              <a:gdLst>
                <a:gd name="connsiteX0" fmla="*/ 22463 w 218749"/>
                <a:gd name="connsiteY0" fmla="*/ 63 h 152245"/>
                <a:gd name="connsiteX1" fmla="*/ 123707 w 218749"/>
                <a:gd name="connsiteY1" fmla="*/ 51318 h 152245"/>
                <a:gd name="connsiteX2" fmla="*/ 218750 w 218749"/>
                <a:gd name="connsiteY2" fmla="*/ 113393 h 152245"/>
                <a:gd name="connsiteX3" fmla="*/ 196286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3" y="63"/>
                  </a:moveTo>
                  <a:cubicBezTo>
                    <a:pt x="22463" y="63"/>
                    <a:pt x="70681" y="20755"/>
                    <a:pt x="123707" y="51318"/>
                  </a:cubicBezTo>
                  <a:cubicBezTo>
                    <a:pt x="176734" y="81944"/>
                    <a:pt x="218750" y="113393"/>
                    <a:pt x="218750" y="113393"/>
                  </a:cubicBezTo>
                  <a:lnTo>
                    <a:pt x="196286" y="152245"/>
                  </a:lnTo>
                  <a:cubicBezTo>
                    <a:pt x="196286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79EA7BCE-6824-80FC-52C2-BB9742DE53F4}"/>
                </a:ext>
              </a:extLst>
            </p:cNvPr>
            <p:cNvSpPr/>
            <p:nvPr/>
          </p:nvSpPr>
          <p:spPr>
            <a:xfrm>
              <a:off x="8052872" y="6423478"/>
              <a:ext cx="220536" cy="153681"/>
            </a:xfrm>
            <a:custGeom>
              <a:avLst/>
              <a:gdLst>
                <a:gd name="connsiteX0" fmla="*/ 0 w 218749"/>
                <a:gd name="connsiteY0" fmla="*/ 113393 h 152245"/>
                <a:gd name="connsiteX1" fmla="*/ 95043 w 218749"/>
                <a:gd name="connsiteY1" fmla="*/ 51255 h 152245"/>
                <a:gd name="connsiteX2" fmla="*/ 196286 w 218749"/>
                <a:gd name="connsiteY2" fmla="*/ 0 h 152245"/>
                <a:gd name="connsiteX3" fmla="*/ 218750 w 218749"/>
                <a:gd name="connsiteY3" fmla="*/ 38916 h 152245"/>
                <a:gd name="connsiteX4" fmla="*/ 123707 w 218749"/>
                <a:gd name="connsiteY4" fmla="*/ 100991 h 152245"/>
                <a:gd name="connsiteX5" fmla="*/ 22463 w 218749"/>
                <a:gd name="connsiteY5" fmla="*/ 152245 h 152245"/>
                <a:gd name="connsiteX6" fmla="*/ 0 w 218749"/>
                <a:gd name="connsiteY6" fmla="*/ 113393 h 152245"/>
                <a:gd name="connsiteX7" fmla="*/ 0 w 218749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93"/>
                  </a:moveTo>
                  <a:cubicBezTo>
                    <a:pt x="0" y="113393"/>
                    <a:pt x="42016" y="81881"/>
                    <a:pt x="95043" y="51255"/>
                  </a:cubicBezTo>
                  <a:cubicBezTo>
                    <a:pt x="148069" y="20692"/>
                    <a:pt x="196286" y="0"/>
                    <a:pt x="196286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7" y="100991"/>
                  </a:cubicBezTo>
                  <a:cubicBezTo>
                    <a:pt x="70681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E0EE9ACF-4996-70E7-DB38-5156AB742763}"/>
                </a:ext>
              </a:extLst>
            </p:cNvPr>
            <p:cNvSpPr/>
            <p:nvPr/>
          </p:nvSpPr>
          <p:spPr>
            <a:xfrm>
              <a:off x="8448779" y="6423478"/>
              <a:ext cx="220536" cy="153681"/>
            </a:xfrm>
            <a:custGeom>
              <a:avLst/>
              <a:gdLst>
                <a:gd name="connsiteX0" fmla="*/ 22463 w 218749"/>
                <a:gd name="connsiteY0" fmla="*/ 0 h 152245"/>
                <a:gd name="connsiteX1" fmla="*/ 123707 w 218749"/>
                <a:gd name="connsiteY1" fmla="*/ 51318 h 152245"/>
                <a:gd name="connsiteX2" fmla="*/ 218750 w 218749"/>
                <a:gd name="connsiteY2" fmla="*/ 113393 h 152245"/>
                <a:gd name="connsiteX3" fmla="*/ 196286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3" y="0"/>
                  </a:moveTo>
                  <a:cubicBezTo>
                    <a:pt x="22463" y="0"/>
                    <a:pt x="70681" y="20692"/>
                    <a:pt x="123707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286" y="152245"/>
                  </a:lnTo>
                  <a:cubicBezTo>
                    <a:pt x="196286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6" name="Vrije vorm: vorm 45">
              <a:extLst>
                <a:ext uri="{FF2B5EF4-FFF2-40B4-BE49-F238E27FC236}">
                  <a16:creationId xmlns:a16="http://schemas.microsoft.com/office/drawing/2014/main" id="{AFD37108-6A4F-A2EB-2F04-23B7E7EE1852}"/>
                </a:ext>
              </a:extLst>
            </p:cNvPr>
            <p:cNvSpPr/>
            <p:nvPr/>
          </p:nvSpPr>
          <p:spPr>
            <a:xfrm>
              <a:off x="8448779" y="6652340"/>
              <a:ext cx="220536" cy="153681"/>
            </a:xfrm>
            <a:custGeom>
              <a:avLst/>
              <a:gdLst>
                <a:gd name="connsiteX0" fmla="*/ 0 w 218749"/>
                <a:gd name="connsiteY0" fmla="*/ 113330 h 152245"/>
                <a:gd name="connsiteX1" fmla="*/ 95043 w 218749"/>
                <a:gd name="connsiteY1" fmla="*/ 51255 h 152245"/>
                <a:gd name="connsiteX2" fmla="*/ 196286 w 218749"/>
                <a:gd name="connsiteY2" fmla="*/ 0 h 152245"/>
                <a:gd name="connsiteX3" fmla="*/ 218750 w 218749"/>
                <a:gd name="connsiteY3" fmla="*/ 38916 h 152245"/>
                <a:gd name="connsiteX4" fmla="*/ 123707 w 218749"/>
                <a:gd name="connsiteY4" fmla="*/ 100991 h 152245"/>
                <a:gd name="connsiteX5" fmla="*/ 22463 w 218749"/>
                <a:gd name="connsiteY5" fmla="*/ 152245 h 152245"/>
                <a:gd name="connsiteX6" fmla="*/ 0 w 218749"/>
                <a:gd name="connsiteY6" fmla="*/ 113330 h 152245"/>
                <a:gd name="connsiteX7" fmla="*/ 0 w 218749"/>
                <a:gd name="connsiteY7" fmla="*/ 11333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92"/>
                    <a:pt x="196286" y="0"/>
                    <a:pt x="196286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7" y="100991"/>
                  </a:cubicBezTo>
                  <a:cubicBezTo>
                    <a:pt x="70681" y="131617"/>
                    <a:pt x="22463" y="152245"/>
                    <a:pt x="22463" y="152245"/>
                  </a:cubicBezTo>
                  <a:lnTo>
                    <a:pt x="0" y="113330"/>
                  </a:lnTo>
                  <a:lnTo>
                    <a:pt x="0" y="11333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7" name="Vrije vorm: vorm 46">
              <a:extLst>
                <a:ext uri="{FF2B5EF4-FFF2-40B4-BE49-F238E27FC236}">
                  <a16:creationId xmlns:a16="http://schemas.microsoft.com/office/drawing/2014/main" id="{797C8DBF-35D0-C6FE-6847-399FFF71D421}"/>
                </a:ext>
              </a:extLst>
            </p:cNvPr>
            <p:cNvSpPr/>
            <p:nvPr/>
          </p:nvSpPr>
          <p:spPr>
            <a:xfrm>
              <a:off x="8728070" y="6271521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48" name="Vrije vorm: vorm 47">
              <a:extLst>
                <a:ext uri="{FF2B5EF4-FFF2-40B4-BE49-F238E27FC236}">
                  <a16:creationId xmlns:a16="http://schemas.microsoft.com/office/drawing/2014/main" id="{0E2F1865-7B99-DE8B-FA6C-62827404CBE0}"/>
                </a:ext>
              </a:extLst>
            </p:cNvPr>
            <p:cNvSpPr/>
            <p:nvPr/>
          </p:nvSpPr>
          <p:spPr>
            <a:xfrm>
              <a:off x="8448779" y="6194681"/>
              <a:ext cx="220536" cy="153681"/>
            </a:xfrm>
            <a:custGeom>
              <a:avLst/>
              <a:gdLst>
                <a:gd name="connsiteX0" fmla="*/ 0 w 218749"/>
                <a:gd name="connsiteY0" fmla="*/ 113330 h 152245"/>
                <a:gd name="connsiteX1" fmla="*/ 95043 w 218749"/>
                <a:gd name="connsiteY1" fmla="*/ 51255 h 152245"/>
                <a:gd name="connsiteX2" fmla="*/ 196286 w 218749"/>
                <a:gd name="connsiteY2" fmla="*/ 0 h 152245"/>
                <a:gd name="connsiteX3" fmla="*/ 218750 w 218749"/>
                <a:gd name="connsiteY3" fmla="*/ 38916 h 152245"/>
                <a:gd name="connsiteX4" fmla="*/ 123707 w 218749"/>
                <a:gd name="connsiteY4" fmla="*/ 100991 h 152245"/>
                <a:gd name="connsiteX5" fmla="*/ 22463 w 218749"/>
                <a:gd name="connsiteY5" fmla="*/ 152245 h 152245"/>
                <a:gd name="connsiteX6" fmla="*/ 0 w 218749"/>
                <a:gd name="connsiteY6" fmla="*/ 113393 h 152245"/>
                <a:gd name="connsiteX7" fmla="*/ 0 w 218749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28"/>
                    <a:pt x="196286" y="0"/>
                    <a:pt x="196286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7" y="100991"/>
                  </a:cubicBezTo>
                  <a:cubicBezTo>
                    <a:pt x="70681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0" name="Vrije vorm: vorm 49">
              <a:extLst>
                <a:ext uri="{FF2B5EF4-FFF2-40B4-BE49-F238E27FC236}">
                  <a16:creationId xmlns:a16="http://schemas.microsoft.com/office/drawing/2014/main" id="{83ED1BD4-DAFD-6268-2DC3-D7FB45BDB039}"/>
                </a:ext>
              </a:extLst>
            </p:cNvPr>
            <p:cNvSpPr/>
            <p:nvPr/>
          </p:nvSpPr>
          <p:spPr>
            <a:xfrm>
              <a:off x="8844622" y="6652340"/>
              <a:ext cx="220601" cy="153681"/>
            </a:xfrm>
            <a:custGeom>
              <a:avLst/>
              <a:gdLst>
                <a:gd name="connsiteX0" fmla="*/ 22464 w 218813"/>
                <a:gd name="connsiteY0" fmla="*/ 0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106 w 218813"/>
                <a:gd name="connsiteY4" fmla="*/ 100991 h 152245"/>
                <a:gd name="connsiteX5" fmla="*/ 0 w 218813"/>
                <a:gd name="connsiteY5" fmla="*/ 38916 h 152245"/>
                <a:gd name="connsiteX6" fmla="*/ 22464 w 218813"/>
                <a:gd name="connsiteY6" fmla="*/ 0 h 152245"/>
                <a:gd name="connsiteX7" fmla="*/ 22464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4" y="0"/>
                  </a:moveTo>
                  <a:cubicBezTo>
                    <a:pt x="22464" y="0"/>
                    <a:pt x="70744" y="20692"/>
                    <a:pt x="123771" y="51318"/>
                  </a:cubicBezTo>
                  <a:cubicBezTo>
                    <a:pt x="176797" y="81881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132" y="131617"/>
                    <a:pt x="95106" y="100991"/>
                  </a:cubicBezTo>
                  <a:cubicBezTo>
                    <a:pt x="42079" y="70364"/>
                    <a:pt x="0" y="38916"/>
                    <a:pt x="0" y="38916"/>
                  </a:cubicBezTo>
                  <a:lnTo>
                    <a:pt x="22464" y="0"/>
                  </a:lnTo>
                  <a:lnTo>
                    <a:pt x="22464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1" name="Vrije vorm: vorm 50">
              <a:extLst>
                <a:ext uri="{FF2B5EF4-FFF2-40B4-BE49-F238E27FC236}">
                  <a16:creationId xmlns:a16="http://schemas.microsoft.com/office/drawing/2014/main" id="{28ED2E7F-2C95-0682-1CB9-7678BFA3B610}"/>
                </a:ext>
              </a:extLst>
            </p:cNvPr>
            <p:cNvSpPr/>
            <p:nvPr/>
          </p:nvSpPr>
          <p:spPr>
            <a:xfrm>
              <a:off x="9123977" y="6042660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01 w 57392"/>
                <a:gd name="connsiteY3" fmla="*/ 226723 h 226722"/>
                <a:gd name="connsiteX4" fmla="*/ 0 w 57392"/>
                <a:gd name="connsiteY4" fmla="*/ 113393 h 226722"/>
                <a:gd name="connsiteX5" fmla="*/ 6201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01" y="226723"/>
                  </a:lnTo>
                  <a:cubicBezTo>
                    <a:pt x="6201" y="226723"/>
                    <a:pt x="0" y="174582"/>
                    <a:pt x="0" y="113393"/>
                  </a:cubicBezTo>
                  <a:cubicBezTo>
                    <a:pt x="0" y="52204"/>
                    <a:pt x="6201" y="0"/>
                    <a:pt x="6201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2" name="Vrije vorm: vorm 51">
              <a:extLst>
                <a:ext uri="{FF2B5EF4-FFF2-40B4-BE49-F238E27FC236}">
                  <a16:creationId xmlns:a16="http://schemas.microsoft.com/office/drawing/2014/main" id="{28E0A005-3027-8563-F6DC-CB4390FE5EF8}"/>
                </a:ext>
              </a:extLst>
            </p:cNvPr>
            <p:cNvSpPr/>
            <p:nvPr/>
          </p:nvSpPr>
          <p:spPr>
            <a:xfrm>
              <a:off x="9123977" y="6500319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01 w 57392"/>
                <a:gd name="connsiteY3" fmla="*/ 226723 h 226722"/>
                <a:gd name="connsiteX4" fmla="*/ 0 w 57392"/>
                <a:gd name="connsiteY4" fmla="*/ 113393 h 226722"/>
                <a:gd name="connsiteX5" fmla="*/ 6201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01" y="226723"/>
                  </a:lnTo>
                  <a:cubicBezTo>
                    <a:pt x="6201" y="226723"/>
                    <a:pt x="0" y="174582"/>
                    <a:pt x="0" y="113393"/>
                  </a:cubicBezTo>
                  <a:cubicBezTo>
                    <a:pt x="0" y="52204"/>
                    <a:pt x="6201" y="0"/>
                    <a:pt x="6201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3" name="Vrije vorm: vorm 52">
              <a:extLst>
                <a:ext uri="{FF2B5EF4-FFF2-40B4-BE49-F238E27FC236}">
                  <a16:creationId xmlns:a16="http://schemas.microsoft.com/office/drawing/2014/main" id="{9DD3EFCE-FD88-BB10-D492-1072D5FC6B81}"/>
                </a:ext>
              </a:extLst>
            </p:cNvPr>
            <p:cNvSpPr/>
            <p:nvPr/>
          </p:nvSpPr>
          <p:spPr>
            <a:xfrm>
              <a:off x="8844622" y="6194616"/>
              <a:ext cx="220601" cy="153681"/>
            </a:xfrm>
            <a:custGeom>
              <a:avLst/>
              <a:gdLst>
                <a:gd name="connsiteX0" fmla="*/ 22464 w 218813"/>
                <a:gd name="connsiteY0" fmla="*/ 63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106 w 218813"/>
                <a:gd name="connsiteY4" fmla="*/ 100991 h 152245"/>
                <a:gd name="connsiteX5" fmla="*/ 0 w 218813"/>
                <a:gd name="connsiteY5" fmla="*/ 38916 h 152245"/>
                <a:gd name="connsiteX6" fmla="*/ 22464 w 218813"/>
                <a:gd name="connsiteY6" fmla="*/ 0 h 152245"/>
                <a:gd name="connsiteX7" fmla="*/ 22464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4" y="63"/>
                  </a:moveTo>
                  <a:cubicBezTo>
                    <a:pt x="22464" y="63"/>
                    <a:pt x="70744" y="20755"/>
                    <a:pt x="123771" y="51318"/>
                  </a:cubicBezTo>
                  <a:cubicBezTo>
                    <a:pt x="176797" y="81944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132" y="131617"/>
                    <a:pt x="95106" y="100991"/>
                  </a:cubicBezTo>
                  <a:cubicBezTo>
                    <a:pt x="42079" y="70364"/>
                    <a:pt x="0" y="38916"/>
                    <a:pt x="0" y="38916"/>
                  </a:cubicBezTo>
                  <a:lnTo>
                    <a:pt x="22464" y="0"/>
                  </a:lnTo>
                  <a:lnTo>
                    <a:pt x="22464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A8831D4C-F071-0F1F-7B30-5C44D5974B45}"/>
                </a:ext>
              </a:extLst>
            </p:cNvPr>
            <p:cNvSpPr/>
            <p:nvPr/>
          </p:nvSpPr>
          <p:spPr>
            <a:xfrm>
              <a:off x="8844622" y="6423478"/>
              <a:ext cx="220601" cy="153681"/>
            </a:xfrm>
            <a:custGeom>
              <a:avLst/>
              <a:gdLst>
                <a:gd name="connsiteX0" fmla="*/ 0 w 218813"/>
                <a:gd name="connsiteY0" fmla="*/ 113393 h 152245"/>
                <a:gd name="connsiteX1" fmla="*/ 95106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4 w 218813"/>
                <a:gd name="connsiteY5" fmla="*/ 152245 h 152245"/>
                <a:gd name="connsiteX6" fmla="*/ 0 w 218813"/>
                <a:gd name="connsiteY6" fmla="*/ 113393 h 152245"/>
                <a:gd name="connsiteX7" fmla="*/ 0 w 218813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93"/>
                  </a:moveTo>
                  <a:cubicBezTo>
                    <a:pt x="0" y="113393"/>
                    <a:pt x="42016" y="81881"/>
                    <a:pt x="95106" y="51255"/>
                  </a:cubicBezTo>
                  <a:cubicBezTo>
                    <a:pt x="148132" y="20692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4" y="152245"/>
                    <a:pt x="22464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28EEB62F-B1FE-8F87-E735-4EF2F1332F5D}"/>
                </a:ext>
              </a:extLst>
            </p:cNvPr>
            <p:cNvSpPr/>
            <p:nvPr/>
          </p:nvSpPr>
          <p:spPr>
            <a:xfrm>
              <a:off x="9240529" y="6423478"/>
              <a:ext cx="220601" cy="153681"/>
            </a:xfrm>
            <a:custGeom>
              <a:avLst/>
              <a:gdLst>
                <a:gd name="connsiteX0" fmla="*/ 22463 w 218813"/>
                <a:gd name="connsiteY0" fmla="*/ 0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106 w 218813"/>
                <a:gd name="connsiteY4" fmla="*/ 100991 h 152245"/>
                <a:gd name="connsiteX5" fmla="*/ 0 w 218813"/>
                <a:gd name="connsiteY5" fmla="*/ 38916 h 152245"/>
                <a:gd name="connsiteX6" fmla="*/ 22463 w 218813"/>
                <a:gd name="connsiteY6" fmla="*/ 0 h 152245"/>
                <a:gd name="connsiteX7" fmla="*/ 22463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3" y="0"/>
                  </a:moveTo>
                  <a:cubicBezTo>
                    <a:pt x="22463" y="0"/>
                    <a:pt x="70744" y="20692"/>
                    <a:pt x="123771" y="51318"/>
                  </a:cubicBezTo>
                  <a:cubicBezTo>
                    <a:pt x="176797" y="81881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133" y="131617"/>
                    <a:pt x="95106" y="100991"/>
                  </a:cubicBezTo>
                  <a:cubicBezTo>
                    <a:pt x="42080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08855768-3B99-5155-6CF6-ADD1F3F683CC}"/>
                </a:ext>
              </a:extLst>
            </p:cNvPr>
            <p:cNvSpPr/>
            <p:nvPr/>
          </p:nvSpPr>
          <p:spPr>
            <a:xfrm>
              <a:off x="9240529" y="6652340"/>
              <a:ext cx="220601" cy="153681"/>
            </a:xfrm>
            <a:custGeom>
              <a:avLst/>
              <a:gdLst>
                <a:gd name="connsiteX0" fmla="*/ 0 w 218813"/>
                <a:gd name="connsiteY0" fmla="*/ 113330 h 152245"/>
                <a:gd name="connsiteX1" fmla="*/ 95106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30 h 152245"/>
                <a:gd name="connsiteX7" fmla="*/ 0 w 218813"/>
                <a:gd name="connsiteY7" fmla="*/ 11333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30"/>
                  </a:moveTo>
                  <a:cubicBezTo>
                    <a:pt x="0" y="113330"/>
                    <a:pt x="42016" y="81881"/>
                    <a:pt x="95106" y="51255"/>
                  </a:cubicBezTo>
                  <a:cubicBezTo>
                    <a:pt x="148133" y="20692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30"/>
                  </a:lnTo>
                  <a:lnTo>
                    <a:pt x="0" y="11333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1F4C6ACC-DCA3-BDB1-C95D-708733EB430A}"/>
                </a:ext>
              </a:extLst>
            </p:cNvPr>
            <p:cNvSpPr/>
            <p:nvPr/>
          </p:nvSpPr>
          <p:spPr>
            <a:xfrm>
              <a:off x="9519885" y="6271521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2 w 57392"/>
                <a:gd name="connsiteY1" fmla="*/ 113393 h 226722"/>
                <a:gd name="connsiteX2" fmla="*/ 51128 w 57392"/>
                <a:gd name="connsiteY2" fmla="*/ 226723 h 226722"/>
                <a:gd name="connsiteX3" fmla="*/ 6201 w 57392"/>
                <a:gd name="connsiteY3" fmla="*/ 226723 h 226722"/>
                <a:gd name="connsiteX4" fmla="*/ 0 w 57392"/>
                <a:gd name="connsiteY4" fmla="*/ 113393 h 226722"/>
                <a:gd name="connsiteX5" fmla="*/ 6201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2" y="52141"/>
                    <a:pt x="57392" y="113393"/>
                  </a:cubicBezTo>
                  <a:cubicBezTo>
                    <a:pt x="57392" y="174645"/>
                    <a:pt x="51128" y="226723"/>
                    <a:pt x="51128" y="226723"/>
                  </a:cubicBezTo>
                  <a:lnTo>
                    <a:pt x="6201" y="226723"/>
                  </a:lnTo>
                  <a:cubicBezTo>
                    <a:pt x="6201" y="226723"/>
                    <a:pt x="0" y="174582"/>
                    <a:pt x="0" y="113393"/>
                  </a:cubicBezTo>
                  <a:cubicBezTo>
                    <a:pt x="0" y="52204"/>
                    <a:pt x="6201" y="0"/>
                    <a:pt x="6201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58" name="Vrije vorm: vorm 57">
              <a:extLst>
                <a:ext uri="{FF2B5EF4-FFF2-40B4-BE49-F238E27FC236}">
                  <a16:creationId xmlns:a16="http://schemas.microsoft.com/office/drawing/2014/main" id="{F8141667-3226-16D2-33BF-51B0C0BFD43F}"/>
                </a:ext>
              </a:extLst>
            </p:cNvPr>
            <p:cNvSpPr/>
            <p:nvPr/>
          </p:nvSpPr>
          <p:spPr>
            <a:xfrm>
              <a:off x="9240529" y="6194681"/>
              <a:ext cx="220601" cy="153681"/>
            </a:xfrm>
            <a:custGeom>
              <a:avLst/>
              <a:gdLst>
                <a:gd name="connsiteX0" fmla="*/ 0 w 218813"/>
                <a:gd name="connsiteY0" fmla="*/ 113330 h 152245"/>
                <a:gd name="connsiteX1" fmla="*/ 95106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93 h 152245"/>
                <a:gd name="connsiteX7" fmla="*/ 0 w 218813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30"/>
                  </a:moveTo>
                  <a:cubicBezTo>
                    <a:pt x="0" y="113330"/>
                    <a:pt x="42016" y="81881"/>
                    <a:pt x="95106" y="51255"/>
                  </a:cubicBezTo>
                  <a:cubicBezTo>
                    <a:pt x="148133" y="20628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0" name="Vrije vorm: vorm 59">
              <a:extLst>
                <a:ext uri="{FF2B5EF4-FFF2-40B4-BE49-F238E27FC236}">
                  <a16:creationId xmlns:a16="http://schemas.microsoft.com/office/drawing/2014/main" id="{510BF479-31A3-EC15-6922-7D91AD70B821}"/>
                </a:ext>
              </a:extLst>
            </p:cNvPr>
            <p:cNvSpPr/>
            <p:nvPr/>
          </p:nvSpPr>
          <p:spPr>
            <a:xfrm>
              <a:off x="9636437" y="6652340"/>
              <a:ext cx="220601" cy="153681"/>
            </a:xfrm>
            <a:custGeom>
              <a:avLst/>
              <a:gdLst>
                <a:gd name="connsiteX0" fmla="*/ 22463 w 218813"/>
                <a:gd name="connsiteY0" fmla="*/ 0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043 w 218813"/>
                <a:gd name="connsiteY4" fmla="*/ 100991 h 152245"/>
                <a:gd name="connsiteX5" fmla="*/ 0 w 218813"/>
                <a:gd name="connsiteY5" fmla="*/ 38916 h 152245"/>
                <a:gd name="connsiteX6" fmla="*/ 22463 w 218813"/>
                <a:gd name="connsiteY6" fmla="*/ 0 h 152245"/>
                <a:gd name="connsiteX7" fmla="*/ 22463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3" y="0"/>
                  </a:moveTo>
                  <a:cubicBezTo>
                    <a:pt x="22463" y="0"/>
                    <a:pt x="70744" y="20692"/>
                    <a:pt x="123771" y="51318"/>
                  </a:cubicBezTo>
                  <a:cubicBezTo>
                    <a:pt x="176797" y="81881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1" name="Vrije vorm: vorm 60">
              <a:extLst>
                <a:ext uri="{FF2B5EF4-FFF2-40B4-BE49-F238E27FC236}">
                  <a16:creationId xmlns:a16="http://schemas.microsoft.com/office/drawing/2014/main" id="{7EDA6AC6-EAD5-2E26-E16E-78578F51FC31}"/>
                </a:ext>
              </a:extLst>
            </p:cNvPr>
            <p:cNvSpPr/>
            <p:nvPr/>
          </p:nvSpPr>
          <p:spPr>
            <a:xfrm>
              <a:off x="9915729" y="6042660"/>
              <a:ext cx="57861" cy="228861"/>
            </a:xfrm>
            <a:custGeom>
              <a:avLst/>
              <a:gdLst>
                <a:gd name="connsiteX0" fmla="*/ 51191 w 57392"/>
                <a:gd name="connsiteY0" fmla="*/ 0 h 226722"/>
                <a:gd name="connsiteX1" fmla="*/ 57393 w 57392"/>
                <a:gd name="connsiteY1" fmla="*/ 113393 h 226722"/>
                <a:gd name="connsiteX2" fmla="*/ 51191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91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91" y="0"/>
                  </a:moveTo>
                  <a:cubicBezTo>
                    <a:pt x="51191" y="0"/>
                    <a:pt x="57393" y="52141"/>
                    <a:pt x="57393" y="113393"/>
                  </a:cubicBezTo>
                  <a:cubicBezTo>
                    <a:pt x="57393" y="174645"/>
                    <a:pt x="51191" y="226723"/>
                    <a:pt x="51191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91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2" name="Vrije vorm: vorm 61">
              <a:extLst>
                <a:ext uri="{FF2B5EF4-FFF2-40B4-BE49-F238E27FC236}">
                  <a16:creationId xmlns:a16="http://schemas.microsoft.com/office/drawing/2014/main" id="{289A466A-0FCD-3479-F139-1A98F2B6A3A6}"/>
                </a:ext>
              </a:extLst>
            </p:cNvPr>
            <p:cNvSpPr/>
            <p:nvPr/>
          </p:nvSpPr>
          <p:spPr>
            <a:xfrm>
              <a:off x="9915729" y="6500319"/>
              <a:ext cx="57861" cy="228861"/>
            </a:xfrm>
            <a:custGeom>
              <a:avLst/>
              <a:gdLst>
                <a:gd name="connsiteX0" fmla="*/ 51191 w 57392"/>
                <a:gd name="connsiteY0" fmla="*/ 0 h 226722"/>
                <a:gd name="connsiteX1" fmla="*/ 57393 w 57392"/>
                <a:gd name="connsiteY1" fmla="*/ 113393 h 226722"/>
                <a:gd name="connsiteX2" fmla="*/ 51191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91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91" y="0"/>
                  </a:moveTo>
                  <a:cubicBezTo>
                    <a:pt x="51191" y="0"/>
                    <a:pt x="57393" y="52141"/>
                    <a:pt x="57393" y="113393"/>
                  </a:cubicBezTo>
                  <a:cubicBezTo>
                    <a:pt x="57393" y="174645"/>
                    <a:pt x="51191" y="226723"/>
                    <a:pt x="51191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91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3" name="Vrije vorm: vorm 62">
              <a:extLst>
                <a:ext uri="{FF2B5EF4-FFF2-40B4-BE49-F238E27FC236}">
                  <a16:creationId xmlns:a16="http://schemas.microsoft.com/office/drawing/2014/main" id="{FEE017E5-0CCD-DCB2-D248-E7B7E01BB987}"/>
                </a:ext>
              </a:extLst>
            </p:cNvPr>
            <p:cNvSpPr/>
            <p:nvPr/>
          </p:nvSpPr>
          <p:spPr>
            <a:xfrm>
              <a:off x="9636437" y="6194616"/>
              <a:ext cx="220601" cy="153681"/>
            </a:xfrm>
            <a:custGeom>
              <a:avLst/>
              <a:gdLst>
                <a:gd name="connsiteX0" fmla="*/ 22463 w 218813"/>
                <a:gd name="connsiteY0" fmla="*/ 63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043 w 218813"/>
                <a:gd name="connsiteY4" fmla="*/ 100991 h 152245"/>
                <a:gd name="connsiteX5" fmla="*/ 0 w 218813"/>
                <a:gd name="connsiteY5" fmla="*/ 38916 h 152245"/>
                <a:gd name="connsiteX6" fmla="*/ 22463 w 218813"/>
                <a:gd name="connsiteY6" fmla="*/ 0 h 152245"/>
                <a:gd name="connsiteX7" fmla="*/ 22463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3" y="63"/>
                  </a:moveTo>
                  <a:cubicBezTo>
                    <a:pt x="22463" y="63"/>
                    <a:pt x="70744" y="20755"/>
                    <a:pt x="123771" y="51318"/>
                  </a:cubicBezTo>
                  <a:cubicBezTo>
                    <a:pt x="176797" y="81944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4" name="Vrije vorm: vorm 63">
              <a:extLst>
                <a:ext uri="{FF2B5EF4-FFF2-40B4-BE49-F238E27FC236}">
                  <a16:creationId xmlns:a16="http://schemas.microsoft.com/office/drawing/2014/main" id="{BE613068-52DF-57E8-8A51-07237586EDB4}"/>
                </a:ext>
              </a:extLst>
            </p:cNvPr>
            <p:cNvSpPr/>
            <p:nvPr/>
          </p:nvSpPr>
          <p:spPr>
            <a:xfrm>
              <a:off x="9636437" y="6423478"/>
              <a:ext cx="220601" cy="153681"/>
            </a:xfrm>
            <a:custGeom>
              <a:avLst/>
              <a:gdLst>
                <a:gd name="connsiteX0" fmla="*/ 0 w 218813"/>
                <a:gd name="connsiteY0" fmla="*/ 113393 h 152245"/>
                <a:gd name="connsiteX1" fmla="*/ 95043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93 h 152245"/>
                <a:gd name="connsiteX7" fmla="*/ 0 w 218813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93"/>
                  </a:moveTo>
                  <a:cubicBezTo>
                    <a:pt x="0" y="113393"/>
                    <a:pt x="42016" y="81881"/>
                    <a:pt x="95043" y="51255"/>
                  </a:cubicBezTo>
                  <a:cubicBezTo>
                    <a:pt x="148069" y="20692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5" name="Vrije vorm: vorm 64">
              <a:extLst>
                <a:ext uri="{FF2B5EF4-FFF2-40B4-BE49-F238E27FC236}">
                  <a16:creationId xmlns:a16="http://schemas.microsoft.com/office/drawing/2014/main" id="{2ED903B5-A28D-BFE1-94F2-0DD722B47C8D}"/>
                </a:ext>
              </a:extLst>
            </p:cNvPr>
            <p:cNvSpPr/>
            <p:nvPr/>
          </p:nvSpPr>
          <p:spPr>
            <a:xfrm>
              <a:off x="10032345" y="6423478"/>
              <a:ext cx="220601" cy="153681"/>
            </a:xfrm>
            <a:custGeom>
              <a:avLst/>
              <a:gdLst>
                <a:gd name="connsiteX0" fmla="*/ 22463 w 218813"/>
                <a:gd name="connsiteY0" fmla="*/ 0 h 152245"/>
                <a:gd name="connsiteX1" fmla="*/ 123771 w 218813"/>
                <a:gd name="connsiteY1" fmla="*/ 51318 h 152245"/>
                <a:gd name="connsiteX2" fmla="*/ 218813 w 218813"/>
                <a:gd name="connsiteY2" fmla="*/ 113393 h 152245"/>
                <a:gd name="connsiteX3" fmla="*/ 196350 w 218813"/>
                <a:gd name="connsiteY3" fmla="*/ 152245 h 152245"/>
                <a:gd name="connsiteX4" fmla="*/ 95043 w 218813"/>
                <a:gd name="connsiteY4" fmla="*/ 100991 h 152245"/>
                <a:gd name="connsiteX5" fmla="*/ 0 w 218813"/>
                <a:gd name="connsiteY5" fmla="*/ 38916 h 152245"/>
                <a:gd name="connsiteX6" fmla="*/ 22463 w 218813"/>
                <a:gd name="connsiteY6" fmla="*/ 0 h 152245"/>
                <a:gd name="connsiteX7" fmla="*/ 22463 w 218813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22463" y="0"/>
                  </a:moveTo>
                  <a:cubicBezTo>
                    <a:pt x="22463" y="0"/>
                    <a:pt x="70744" y="20692"/>
                    <a:pt x="123771" y="51318"/>
                  </a:cubicBezTo>
                  <a:cubicBezTo>
                    <a:pt x="176797" y="81881"/>
                    <a:pt x="218813" y="113393"/>
                    <a:pt x="218813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6" name="Vrije vorm: vorm 65">
              <a:extLst>
                <a:ext uri="{FF2B5EF4-FFF2-40B4-BE49-F238E27FC236}">
                  <a16:creationId xmlns:a16="http://schemas.microsoft.com/office/drawing/2014/main" id="{AB84AB17-0BC1-B6D6-3949-BD0260858EA3}"/>
                </a:ext>
              </a:extLst>
            </p:cNvPr>
            <p:cNvSpPr/>
            <p:nvPr/>
          </p:nvSpPr>
          <p:spPr>
            <a:xfrm>
              <a:off x="10032345" y="6652340"/>
              <a:ext cx="220601" cy="153681"/>
            </a:xfrm>
            <a:custGeom>
              <a:avLst/>
              <a:gdLst>
                <a:gd name="connsiteX0" fmla="*/ 0 w 218813"/>
                <a:gd name="connsiteY0" fmla="*/ 113330 h 152245"/>
                <a:gd name="connsiteX1" fmla="*/ 95043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30 h 152245"/>
                <a:gd name="connsiteX7" fmla="*/ 0 w 218813"/>
                <a:gd name="connsiteY7" fmla="*/ 11333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92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30"/>
                  </a:lnTo>
                  <a:lnTo>
                    <a:pt x="0" y="11333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7" name="Vrije vorm: vorm 66">
              <a:extLst>
                <a:ext uri="{FF2B5EF4-FFF2-40B4-BE49-F238E27FC236}">
                  <a16:creationId xmlns:a16="http://schemas.microsoft.com/office/drawing/2014/main" id="{1E297A2C-920A-7016-6F6A-55B19D6438F8}"/>
                </a:ext>
              </a:extLst>
            </p:cNvPr>
            <p:cNvSpPr/>
            <p:nvPr/>
          </p:nvSpPr>
          <p:spPr>
            <a:xfrm>
              <a:off x="10311636" y="6271521"/>
              <a:ext cx="57861" cy="228861"/>
            </a:xfrm>
            <a:custGeom>
              <a:avLst/>
              <a:gdLst>
                <a:gd name="connsiteX0" fmla="*/ 51191 w 57392"/>
                <a:gd name="connsiteY0" fmla="*/ 0 h 226722"/>
                <a:gd name="connsiteX1" fmla="*/ 57393 w 57392"/>
                <a:gd name="connsiteY1" fmla="*/ 113393 h 226722"/>
                <a:gd name="connsiteX2" fmla="*/ 51191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91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91" y="0"/>
                  </a:moveTo>
                  <a:cubicBezTo>
                    <a:pt x="51191" y="0"/>
                    <a:pt x="57393" y="52141"/>
                    <a:pt x="57393" y="113393"/>
                  </a:cubicBezTo>
                  <a:cubicBezTo>
                    <a:pt x="57393" y="174645"/>
                    <a:pt x="51191" y="226723"/>
                    <a:pt x="51191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91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9D458FFB-00BF-2F93-4A3B-10CE12FF03BB}"/>
                </a:ext>
              </a:extLst>
            </p:cNvPr>
            <p:cNvSpPr/>
            <p:nvPr/>
          </p:nvSpPr>
          <p:spPr>
            <a:xfrm>
              <a:off x="10032345" y="6194681"/>
              <a:ext cx="220601" cy="153681"/>
            </a:xfrm>
            <a:custGeom>
              <a:avLst/>
              <a:gdLst>
                <a:gd name="connsiteX0" fmla="*/ 0 w 218813"/>
                <a:gd name="connsiteY0" fmla="*/ 113330 h 152245"/>
                <a:gd name="connsiteX1" fmla="*/ 95043 w 218813"/>
                <a:gd name="connsiteY1" fmla="*/ 51255 h 152245"/>
                <a:gd name="connsiteX2" fmla="*/ 196350 w 218813"/>
                <a:gd name="connsiteY2" fmla="*/ 0 h 152245"/>
                <a:gd name="connsiteX3" fmla="*/ 218813 w 218813"/>
                <a:gd name="connsiteY3" fmla="*/ 38916 h 152245"/>
                <a:gd name="connsiteX4" fmla="*/ 123771 w 218813"/>
                <a:gd name="connsiteY4" fmla="*/ 100991 h 152245"/>
                <a:gd name="connsiteX5" fmla="*/ 22463 w 218813"/>
                <a:gd name="connsiteY5" fmla="*/ 152245 h 152245"/>
                <a:gd name="connsiteX6" fmla="*/ 0 w 218813"/>
                <a:gd name="connsiteY6" fmla="*/ 113393 h 152245"/>
                <a:gd name="connsiteX7" fmla="*/ 0 w 218813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813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28"/>
                    <a:pt x="196350" y="0"/>
                    <a:pt x="196350" y="0"/>
                  </a:cubicBezTo>
                  <a:lnTo>
                    <a:pt x="218813" y="38916"/>
                  </a:lnTo>
                  <a:cubicBezTo>
                    <a:pt x="218813" y="38916"/>
                    <a:pt x="176797" y="70364"/>
                    <a:pt x="123771" y="100991"/>
                  </a:cubicBezTo>
                  <a:cubicBezTo>
                    <a:pt x="70744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F43FCA10-531A-1D6A-C82C-2B6BFFD269A1}"/>
                </a:ext>
              </a:extLst>
            </p:cNvPr>
            <p:cNvSpPr/>
            <p:nvPr/>
          </p:nvSpPr>
          <p:spPr>
            <a:xfrm>
              <a:off x="10428251" y="6652340"/>
              <a:ext cx="220536" cy="153681"/>
            </a:xfrm>
            <a:custGeom>
              <a:avLst/>
              <a:gdLst>
                <a:gd name="connsiteX0" fmla="*/ 22463 w 218749"/>
                <a:gd name="connsiteY0" fmla="*/ 0 h 152245"/>
                <a:gd name="connsiteX1" fmla="*/ 123771 w 218749"/>
                <a:gd name="connsiteY1" fmla="*/ 51318 h 152245"/>
                <a:gd name="connsiteX2" fmla="*/ 218750 w 218749"/>
                <a:gd name="connsiteY2" fmla="*/ 113393 h 152245"/>
                <a:gd name="connsiteX3" fmla="*/ 196350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3" y="0"/>
                  </a:moveTo>
                  <a:cubicBezTo>
                    <a:pt x="22463" y="0"/>
                    <a:pt x="70681" y="20692"/>
                    <a:pt x="123771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CEEBC4BA-4299-C132-C57B-0C87430AE724}"/>
                </a:ext>
              </a:extLst>
            </p:cNvPr>
            <p:cNvSpPr/>
            <p:nvPr/>
          </p:nvSpPr>
          <p:spPr>
            <a:xfrm>
              <a:off x="10707543" y="6042660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2" name="Vrije vorm: vorm 71">
              <a:extLst>
                <a:ext uri="{FF2B5EF4-FFF2-40B4-BE49-F238E27FC236}">
                  <a16:creationId xmlns:a16="http://schemas.microsoft.com/office/drawing/2014/main" id="{4D84F6D8-8BF6-0475-9A4E-1EDCD6766024}"/>
                </a:ext>
              </a:extLst>
            </p:cNvPr>
            <p:cNvSpPr/>
            <p:nvPr/>
          </p:nvSpPr>
          <p:spPr>
            <a:xfrm>
              <a:off x="10707543" y="6500319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3" name="Vrije vorm: vorm 72">
              <a:extLst>
                <a:ext uri="{FF2B5EF4-FFF2-40B4-BE49-F238E27FC236}">
                  <a16:creationId xmlns:a16="http://schemas.microsoft.com/office/drawing/2014/main" id="{3AC2F60D-08F0-65D7-C92C-372A19D5219E}"/>
                </a:ext>
              </a:extLst>
            </p:cNvPr>
            <p:cNvSpPr/>
            <p:nvPr/>
          </p:nvSpPr>
          <p:spPr>
            <a:xfrm>
              <a:off x="10428251" y="6194616"/>
              <a:ext cx="220536" cy="153681"/>
            </a:xfrm>
            <a:custGeom>
              <a:avLst/>
              <a:gdLst>
                <a:gd name="connsiteX0" fmla="*/ 22463 w 218749"/>
                <a:gd name="connsiteY0" fmla="*/ 63 h 152245"/>
                <a:gd name="connsiteX1" fmla="*/ 123771 w 218749"/>
                <a:gd name="connsiteY1" fmla="*/ 51318 h 152245"/>
                <a:gd name="connsiteX2" fmla="*/ 218750 w 218749"/>
                <a:gd name="connsiteY2" fmla="*/ 113393 h 152245"/>
                <a:gd name="connsiteX3" fmla="*/ 196350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3 w 218749"/>
                <a:gd name="connsiteY6" fmla="*/ 0 h 152245"/>
                <a:gd name="connsiteX7" fmla="*/ 22463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3" y="63"/>
                  </a:moveTo>
                  <a:cubicBezTo>
                    <a:pt x="22463" y="63"/>
                    <a:pt x="70681" y="20755"/>
                    <a:pt x="123771" y="51318"/>
                  </a:cubicBezTo>
                  <a:cubicBezTo>
                    <a:pt x="176734" y="81944"/>
                    <a:pt x="218750" y="113393"/>
                    <a:pt x="218750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3" y="0"/>
                  </a:lnTo>
                  <a:lnTo>
                    <a:pt x="22463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4" name="Vrije vorm: vorm 73">
              <a:extLst>
                <a:ext uri="{FF2B5EF4-FFF2-40B4-BE49-F238E27FC236}">
                  <a16:creationId xmlns:a16="http://schemas.microsoft.com/office/drawing/2014/main" id="{D11F25F3-5C49-30AB-60DF-BF7E17794186}"/>
                </a:ext>
              </a:extLst>
            </p:cNvPr>
            <p:cNvSpPr/>
            <p:nvPr/>
          </p:nvSpPr>
          <p:spPr>
            <a:xfrm>
              <a:off x="10428251" y="6423478"/>
              <a:ext cx="220536" cy="153681"/>
            </a:xfrm>
            <a:custGeom>
              <a:avLst/>
              <a:gdLst>
                <a:gd name="connsiteX0" fmla="*/ 0 w 218749"/>
                <a:gd name="connsiteY0" fmla="*/ 113393 h 152245"/>
                <a:gd name="connsiteX1" fmla="*/ 95043 w 218749"/>
                <a:gd name="connsiteY1" fmla="*/ 51255 h 152245"/>
                <a:gd name="connsiteX2" fmla="*/ 196350 w 218749"/>
                <a:gd name="connsiteY2" fmla="*/ 0 h 152245"/>
                <a:gd name="connsiteX3" fmla="*/ 218750 w 218749"/>
                <a:gd name="connsiteY3" fmla="*/ 38916 h 152245"/>
                <a:gd name="connsiteX4" fmla="*/ 123707 w 218749"/>
                <a:gd name="connsiteY4" fmla="*/ 100991 h 152245"/>
                <a:gd name="connsiteX5" fmla="*/ 22463 w 218749"/>
                <a:gd name="connsiteY5" fmla="*/ 152245 h 152245"/>
                <a:gd name="connsiteX6" fmla="*/ 0 w 218749"/>
                <a:gd name="connsiteY6" fmla="*/ 113393 h 152245"/>
                <a:gd name="connsiteX7" fmla="*/ 0 w 218749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93"/>
                  </a:moveTo>
                  <a:cubicBezTo>
                    <a:pt x="0" y="113393"/>
                    <a:pt x="42016" y="81881"/>
                    <a:pt x="95043" y="51255"/>
                  </a:cubicBezTo>
                  <a:cubicBezTo>
                    <a:pt x="148069" y="20692"/>
                    <a:pt x="196350" y="0"/>
                    <a:pt x="196350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7" y="100991"/>
                  </a:cubicBezTo>
                  <a:cubicBezTo>
                    <a:pt x="70681" y="131617"/>
                    <a:pt x="22463" y="152245"/>
                    <a:pt x="22463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5" name="Vrije vorm: vorm 74">
              <a:extLst>
                <a:ext uri="{FF2B5EF4-FFF2-40B4-BE49-F238E27FC236}">
                  <a16:creationId xmlns:a16="http://schemas.microsoft.com/office/drawing/2014/main" id="{31F90443-F869-BD9E-3595-8E579CE5E020}"/>
                </a:ext>
              </a:extLst>
            </p:cNvPr>
            <p:cNvSpPr/>
            <p:nvPr/>
          </p:nvSpPr>
          <p:spPr>
            <a:xfrm>
              <a:off x="10824159" y="6423478"/>
              <a:ext cx="220536" cy="153681"/>
            </a:xfrm>
            <a:custGeom>
              <a:avLst/>
              <a:gdLst>
                <a:gd name="connsiteX0" fmla="*/ 22464 w 218749"/>
                <a:gd name="connsiteY0" fmla="*/ 0 h 152245"/>
                <a:gd name="connsiteX1" fmla="*/ 123771 w 218749"/>
                <a:gd name="connsiteY1" fmla="*/ 51318 h 152245"/>
                <a:gd name="connsiteX2" fmla="*/ 218750 w 218749"/>
                <a:gd name="connsiteY2" fmla="*/ 113393 h 152245"/>
                <a:gd name="connsiteX3" fmla="*/ 196350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64 w 218749"/>
                <a:gd name="connsiteY6" fmla="*/ 0 h 152245"/>
                <a:gd name="connsiteX7" fmla="*/ 22464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64" y="0"/>
                  </a:moveTo>
                  <a:cubicBezTo>
                    <a:pt x="22464" y="0"/>
                    <a:pt x="70681" y="20692"/>
                    <a:pt x="123771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350" y="152245"/>
                  </a:lnTo>
                  <a:cubicBezTo>
                    <a:pt x="196350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64" y="0"/>
                  </a:lnTo>
                  <a:lnTo>
                    <a:pt x="22464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6" name="Vrije vorm: vorm 75">
              <a:extLst>
                <a:ext uri="{FF2B5EF4-FFF2-40B4-BE49-F238E27FC236}">
                  <a16:creationId xmlns:a16="http://schemas.microsoft.com/office/drawing/2014/main" id="{FDB36935-139B-CFFC-A989-CE5C01D493E7}"/>
                </a:ext>
              </a:extLst>
            </p:cNvPr>
            <p:cNvSpPr/>
            <p:nvPr/>
          </p:nvSpPr>
          <p:spPr>
            <a:xfrm>
              <a:off x="10824159" y="6652340"/>
              <a:ext cx="220536" cy="153681"/>
            </a:xfrm>
            <a:custGeom>
              <a:avLst/>
              <a:gdLst>
                <a:gd name="connsiteX0" fmla="*/ 0 w 218749"/>
                <a:gd name="connsiteY0" fmla="*/ 113330 h 152245"/>
                <a:gd name="connsiteX1" fmla="*/ 95043 w 218749"/>
                <a:gd name="connsiteY1" fmla="*/ 51255 h 152245"/>
                <a:gd name="connsiteX2" fmla="*/ 196350 w 218749"/>
                <a:gd name="connsiteY2" fmla="*/ 0 h 152245"/>
                <a:gd name="connsiteX3" fmla="*/ 218750 w 218749"/>
                <a:gd name="connsiteY3" fmla="*/ 38916 h 152245"/>
                <a:gd name="connsiteX4" fmla="*/ 123708 w 218749"/>
                <a:gd name="connsiteY4" fmla="*/ 100991 h 152245"/>
                <a:gd name="connsiteX5" fmla="*/ 22464 w 218749"/>
                <a:gd name="connsiteY5" fmla="*/ 152245 h 152245"/>
                <a:gd name="connsiteX6" fmla="*/ 0 w 218749"/>
                <a:gd name="connsiteY6" fmla="*/ 113330 h 152245"/>
                <a:gd name="connsiteX7" fmla="*/ 0 w 218749"/>
                <a:gd name="connsiteY7" fmla="*/ 11333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92"/>
                    <a:pt x="196350" y="0"/>
                    <a:pt x="196350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8" y="100991"/>
                  </a:cubicBezTo>
                  <a:cubicBezTo>
                    <a:pt x="70681" y="131617"/>
                    <a:pt x="22464" y="152245"/>
                    <a:pt x="22464" y="152245"/>
                  </a:cubicBezTo>
                  <a:lnTo>
                    <a:pt x="0" y="113330"/>
                  </a:lnTo>
                  <a:lnTo>
                    <a:pt x="0" y="11333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7" name="Vrije vorm: vorm 76">
              <a:extLst>
                <a:ext uri="{FF2B5EF4-FFF2-40B4-BE49-F238E27FC236}">
                  <a16:creationId xmlns:a16="http://schemas.microsoft.com/office/drawing/2014/main" id="{2E9DD8E0-F07A-CB8A-2841-4766FE0BFB9E}"/>
                </a:ext>
              </a:extLst>
            </p:cNvPr>
            <p:cNvSpPr/>
            <p:nvPr/>
          </p:nvSpPr>
          <p:spPr>
            <a:xfrm>
              <a:off x="10824159" y="6194681"/>
              <a:ext cx="220536" cy="153681"/>
            </a:xfrm>
            <a:custGeom>
              <a:avLst/>
              <a:gdLst>
                <a:gd name="connsiteX0" fmla="*/ 0 w 218749"/>
                <a:gd name="connsiteY0" fmla="*/ 113330 h 152245"/>
                <a:gd name="connsiteX1" fmla="*/ 95043 w 218749"/>
                <a:gd name="connsiteY1" fmla="*/ 51255 h 152245"/>
                <a:gd name="connsiteX2" fmla="*/ 196350 w 218749"/>
                <a:gd name="connsiteY2" fmla="*/ 0 h 152245"/>
                <a:gd name="connsiteX3" fmla="*/ 218750 w 218749"/>
                <a:gd name="connsiteY3" fmla="*/ 38916 h 152245"/>
                <a:gd name="connsiteX4" fmla="*/ 123708 w 218749"/>
                <a:gd name="connsiteY4" fmla="*/ 100991 h 152245"/>
                <a:gd name="connsiteX5" fmla="*/ 22464 w 218749"/>
                <a:gd name="connsiteY5" fmla="*/ 152245 h 152245"/>
                <a:gd name="connsiteX6" fmla="*/ 0 w 218749"/>
                <a:gd name="connsiteY6" fmla="*/ 113393 h 152245"/>
                <a:gd name="connsiteX7" fmla="*/ 0 w 218749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28"/>
                    <a:pt x="196350" y="0"/>
                    <a:pt x="196350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8" y="100991"/>
                  </a:cubicBezTo>
                  <a:cubicBezTo>
                    <a:pt x="70681" y="131617"/>
                    <a:pt x="22464" y="152245"/>
                    <a:pt x="22464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78" name="Vrije vorm: vorm 77">
              <a:extLst>
                <a:ext uri="{FF2B5EF4-FFF2-40B4-BE49-F238E27FC236}">
                  <a16:creationId xmlns:a16="http://schemas.microsoft.com/office/drawing/2014/main" id="{FB9E6A0B-920B-F744-6875-E22CB942B773}"/>
                </a:ext>
              </a:extLst>
            </p:cNvPr>
            <p:cNvSpPr/>
            <p:nvPr/>
          </p:nvSpPr>
          <p:spPr>
            <a:xfrm>
              <a:off x="11103450" y="6271521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64 w 57392"/>
                <a:gd name="connsiteY3" fmla="*/ 226723 h 226722"/>
                <a:gd name="connsiteX4" fmla="*/ 0 w 57392"/>
                <a:gd name="connsiteY4" fmla="*/ 113393 h 226722"/>
                <a:gd name="connsiteX5" fmla="*/ 6264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64" y="226723"/>
                  </a:lnTo>
                  <a:cubicBezTo>
                    <a:pt x="6264" y="226723"/>
                    <a:pt x="0" y="174582"/>
                    <a:pt x="0" y="113393"/>
                  </a:cubicBezTo>
                  <a:cubicBezTo>
                    <a:pt x="0" y="52204"/>
                    <a:pt x="6264" y="0"/>
                    <a:pt x="6264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EB029FD9-33B5-B223-E650-F5D883F141D9}"/>
                </a:ext>
              </a:extLst>
            </p:cNvPr>
            <p:cNvSpPr/>
            <p:nvPr/>
          </p:nvSpPr>
          <p:spPr>
            <a:xfrm>
              <a:off x="11220066" y="6652340"/>
              <a:ext cx="220536" cy="153681"/>
            </a:xfrm>
            <a:custGeom>
              <a:avLst/>
              <a:gdLst>
                <a:gd name="connsiteX0" fmla="*/ 22400 w 218749"/>
                <a:gd name="connsiteY0" fmla="*/ 0 h 152245"/>
                <a:gd name="connsiteX1" fmla="*/ 123708 w 218749"/>
                <a:gd name="connsiteY1" fmla="*/ 51318 h 152245"/>
                <a:gd name="connsiteX2" fmla="*/ 218750 w 218749"/>
                <a:gd name="connsiteY2" fmla="*/ 113393 h 152245"/>
                <a:gd name="connsiteX3" fmla="*/ 196287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00 w 218749"/>
                <a:gd name="connsiteY6" fmla="*/ 0 h 152245"/>
                <a:gd name="connsiteX7" fmla="*/ 22400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00" y="0"/>
                  </a:moveTo>
                  <a:cubicBezTo>
                    <a:pt x="22400" y="0"/>
                    <a:pt x="70681" y="20692"/>
                    <a:pt x="123708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287" y="152245"/>
                  </a:lnTo>
                  <a:cubicBezTo>
                    <a:pt x="196287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00" y="0"/>
                  </a:lnTo>
                  <a:lnTo>
                    <a:pt x="22400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D7183A6A-F65A-6C94-393E-04515A2F7197}"/>
                </a:ext>
              </a:extLst>
            </p:cNvPr>
            <p:cNvSpPr/>
            <p:nvPr/>
          </p:nvSpPr>
          <p:spPr>
            <a:xfrm>
              <a:off x="11499357" y="6042660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01 w 57392"/>
                <a:gd name="connsiteY3" fmla="*/ 226723 h 226722"/>
                <a:gd name="connsiteX4" fmla="*/ 0 w 57392"/>
                <a:gd name="connsiteY4" fmla="*/ 113393 h 226722"/>
                <a:gd name="connsiteX5" fmla="*/ 6201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01" y="226723"/>
                  </a:lnTo>
                  <a:cubicBezTo>
                    <a:pt x="6201" y="226723"/>
                    <a:pt x="0" y="174582"/>
                    <a:pt x="0" y="113393"/>
                  </a:cubicBezTo>
                  <a:cubicBezTo>
                    <a:pt x="0" y="52204"/>
                    <a:pt x="6201" y="0"/>
                    <a:pt x="6201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A218B849-2ACF-3E45-4169-F0B05D9ED111}"/>
                </a:ext>
              </a:extLst>
            </p:cNvPr>
            <p:cNvSpPr/>
            <p:nvPr/>
          </p:nvSpPr>
          <p:spPr>
            <a:xfrm>
              <a:off x="11499357" y="6500319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01 w 57392"/>
                <a:gd name="connsiteY3" fmla="*/ 226723 h 226722"/>
                <a:gd name="connsiteX4" fmla="*/ 0 w 57392"/>
                <a:gd name="connsiteY4" fmla="*/ 113393 h 226722"/>
                <a:gd name="connsiteX5" fmla="*/ 6201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01" y="226723"/>
                  </a:lnTo>
                  <a:cubicBezTo>
                    <a:pt x="6201" y="226723"/>
                    <a:pt x="0" y="174582"/>
                    <a:pt x="0" y="113393"/>
                  </a:cubicBezTo>
                  <a:cubicBezTo>
                    <a:pt x="0" y="52204"/>
                    <a:pt x="6201" y="0"/>
                    <a:pt x="6201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A2043514-FD4B-9A15-BF75-A899371F2829}"/>
                </a:ext>
              </a:extLst>
            </p:cNvPr>
            <p:cNvSpPr/>
            <p:nvPr/>
          </p:nvSpPr>
          <p:spPr>
            <a:xfrm>
              <a:off x="11220066" y="6194616"/>
              <a:ext cx="220536" cy="153681"/>
            </a:xfrm>
            <a:custGeom>
              <a:avLst/>
              <a:gdLst>
                <a:gd name="connsiteX0" fmla="*/ 22400 w 218749"/>
                <a:gd name="connsiteY0" fmla="*/ 63 h 152245"/>
                <a:gd name="connsiteX1" fmla="*/ 123708 w 218749"/>
                <a:gd name="connsiteY1" fmla="*/ 51318 h 152245"/>
                <a:gd name="connsiteX2" fmla="*/ 218750 w 218749"/>
                <a:gd name="connsiteY2" fmla="*/ 113393 h 152245"/>
                <a:gd name="connsiteX3" fmla="*/ 196287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00 w 218749"/>
                <a:gd name="connsiteY6" fmla="*/ 0 h 152245"/>
                <a:gd name="connsiteX7" fmla="*/ 22400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00" y="63"/>
                  </a:moveTo>
                  <a:cubicBezTo>
                    <a:pt x="22400" y="63"/>
                    <a:pt x="70681" y="20755"/>
                    <a:pt x="123708" y="51318"/>
                  </a:cubicBezTo>
                  <a:cubicBezTo>
                    <a:pt x="176734" y="81944"/>
                    <a:pt x="218750" y="113393"/>
                    <a:pt x="218750" y="113393"/>
                  </a:cubicBezTo>
                  <a:lnTo>
                    <a:pt x="196287" y="152245"/>
                  </a:lnTo>
                  <a:cubicBezTo>
                    <a:pt x="196287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00" y="0"/>
                  </a:lnTo>
                  <a:lnTo>
                    <a:pt x="22400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D35D2BCB-4D4A-3725-7835-2AB610DE9B3B}"/>
                </a:ext>
              </a:extLst>
            </p:cNvPr>
            <p:cNvSpPr/>
            <p:nvPr/>
          </p:nvSpPr>
          <p:spPr>
            <a:xfrm>
              <a:off x="11220066" y="6423478"/>
              <a:ext cx="220536" cy="153681"/>
            </a:xfrm>
            <a:custGeom>
              <a:avLst/>
              <a:gdLst>
                <a:gd name="connsiteX0" fmla="*/ 0 w 218749"/>
                <a:gd name="connsiteY0" fmla="*/ 113393 h 152245"/>
                <a:gd name="connsiteX1" fmla="*/ 95043 w 218749"/>
                <a:gd name="connsiteY1" fmla="*/ 51255 h 152245"/>
                <a:gd name="connsiteX2" fmla="*/ 196287 w 218749"/>
                <a:gd name="connsiteY2" fmla="*/ 0 h 152245"/>
                <a:gd name="connsiteX3" fmla="*/ 218750 w 218749"/>
                <a:gd name="connsiteY3" fmla="*/ 38916 h 152245"/>
                <a:gd name="connsiteX4" fmla="*/ 123708 w 218749"/>
                <a:gd name="connsiteY4" fmla="*/ 100991 h 152245"/>
                <a:gd name="connsiteX5" fmla="*/ 22400 w 218749"/>
                <a:gd name="connsiteY5" fmla="*/ 152245 h 152245"/>
                <a:gd name="connsiteX6" fmla="*/ 0 w 218749"/>
                <a:gd name="connsiteY6" fmla="*/ 113393 h 152245"/>
                <a:gd name="connsiteX7" fmla="*/ 0 w 218749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93"/>
                  </a:moveTo>
                  <a:cubicBezTo>
                    <a:pt x="0" y="113393"/>
                    <a:pt x="42016" y="81881"/>
                    <a:pt x="95043" y="51255"/>
                  </a:cubicBezTo>
                  <a:cubicBezTo>
                    <a:pt x="148069" y="20692"/>
                    <a:pt x="196287" y="0"/>
                    <a:pt x="196287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8" y="100991"/>
                  </a:cubicBezTo>
                  <a:cubicBezTo>
                    <a:pt x="70681" y="131617"/>
                    <a:pt x="22400" y="152245"/>
                    <a:pt x="22400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3B2F4A49-3063-436D-9557-AD8D279B4D0A}"/>
                </a:ext>
              </a:extLst>
            </p:cNvPr>
            <p:cNvSpPr/>
            <p:nvPr/>
          </p:nvSpPr>
          <p:spPr>
            <a:xfrm>
              <a:off x="11615973" y="6423478"/>
              <a:ext cx="220536" cy="153681"/>
            </a:xfrm>
            <a:custGeom>
              <a:avLst/>
              <a:gdLst>
                <a:gd name="connsiteX0" fmla="*/ 22400 w 218749"/>
                <a:gd name="connsiteY0" fmla="*/ 0 h 152245"/>
                <a:gd name="connsiteX1" fmla="*/ 123708 w 218749"/>
                <a:gd name="connsiteY1" fmla="*/ 51318 h 152245"/>
                <a:gd name="connsiteX2" fmla="*/ 218750 w 218749"/>
                <a:gd name="connsiteY2" fmla="*/ 113393 h 152245"/>
                <a:gd name="connsiteX3" fmla="*/ 196287 w 218749"/>
                <a:gd name="connsiteY3" fmla="*/ 152245 h 152245"/>
                <a:gd name="connsiteX4" fmla="*/ 95043 w 218749"/>
                <a:gd name="connsiteY4" fmla="*/ 100991 h 152245"/>
                <a:gd name="connsiteX5" fmla="*/ 0 w 218749"/>
                <a:gd name="connsiteY5" fmla="*/ 38916 h 152245"/>
                <a:gd name="connsiteX6" fmla="*/ 22400 w 218749"/>
                <a:gd name="connsiteY6" fmla="*/ 0 h 152245"/>
                <a:gd name="connsiteX7" fmla="*/ 22400 w 218749"/>
                <a:gd name="connsiteY7" fmla="*/ 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22400" y="0"/>
                  </a:moveTo>
                  <a:cubicBezTo>
                    <a:pt x="22400" y="0"/>
                    <a:pt x="70681" y="20692"/>
                    <a:pt x="123708" y="51318"/>
                  </a:cubicBezTo>
                  <a:cubicBezTo>
                    <a:pt x="176734" y="81881"/>
                    <a:pt x="218750" y="113393"/>
                    <a:pt x="218750" y="113393"/>
                  </a:cubicBezTo>
                  <a:lnTo>
                    <a:pt x="196287" y="152245"/>
                  </a:lnTo>
                  <a:cubicBezTo>
                    <a:pt x="196287" y="152245"/>
                    <a:pt x="148069" y="131617"/>
                    <a:pt x="95043" y="100991"/>
                  </a:cubicBezTo>
                  <a:cubicBezTo>
                    <a:pt x="42016" y="70364"/>
                    <a:pt x="0" y="38916"/>
                    <a:pt x="0" y="38916"/>
                  </a:cubicBezTo>
                  <a:lnTo>
                    <a:pt x="22400" y="0"/>
                  </a:lnTo>
                  <a:lnTo>
                    <a:pt x="22400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6" name="Vrije vorm: vorm 85">
              <a:extLst>
                <a:ext uri="{FF2B5EF4-FFF2-40B4-BE49-F238E27FC236}">
                  <a16:creationId xmlns:a16="http://schemas.microsoft.com/office/drawing/2014/main" id="{FE5B0B00-49D4-BD8D-7AD3-E7044B453B09}"/>
                </a:ext>
              </a:extLst>
            </p:cNvPr>
            <p:cNvSpPr/>
            <p:nvPr/>
          </p:nvSpPr>
          <p:spPr>
            <a:xfrm>
              <a:off x="11615973" y="6652340"/>
              <a:ext cx="220536" cy="153681"/>
            </a:xfrm>
            <a:custGeom>
              <a:avLst/>
              <a:gdLst>
                <a:gd name="connsiteX0" fmla="*/ 0 w 218749"/>
                <a:gd name="connsiteY0" fmla="*/ 113330 h 152245"/>
                <a:gd name="connsiteX1" fmla="*/ 95043 w 218749"/>
                <a:gd name="connsiteY1" fmla="*/ 51255 h 152245"/>
                <a:gd name="connsiteX2" fmla="*/ 196287 w 218749"/>
                <a:gd name="connsiteY2" fmla="*/ 0 h 152245"/>
                <a:gd name="connsiteX3" fmla="*/ 218750 w 218749"/>
                <a:gd name="connsiteY3" fmla="*/ 38916 h 152245"/>
                <a:gd name="connsiteX4" fmla="*/ 123708 w 218749"/>
                <a:gd name="connsiteY4" fmla="*/ 100991 h 152245"/>
                <a:gd name="connsiteX5" fmla="*/ 22400 w 218749"/>
                <a:gd name="connsiteY5" fmla="*/ 152245 h 152245"/>
                <a:gd name="connsiteX6" fmla="*/ 0 w 218749"/>
                <a:gd name="connsiteY6" fmla="*/ 113330 h 152245"/>
                <a:gd name="connsiteX7" fmla="*/ 0 w 218749"/>
                <a:gd name="connsiteY7" fmla="*/ 113330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92"/>
                    <a:pt x="196287" y="0"/>
                    <a:pt x="196287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8" y="100991"/>
                  </a:cubicBezTo>
                  <a:cubicBezTo>
                    <a:pt x="70681" y="131617"/>
                    <a:pt x="22400" y="152245"/>
                    <a:pt x="22400" y="152245"/>
                  </a:cubicBezTo>
                  <a:lnTo>
                    <a:pt x="0" y="113330"/>
                  </a:lnTo>
                  <a:lnTo>
                    <a:pt x="0" y="11333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7" name="Vrije vorm: vorm 86">
              <a:extLst>
                <a:ext uri="{FF2B5EF4-FFF2-40B4-BE49-F238E27FC236}">
                  <a16:creationId xmlns:a16="http://schemas.microsoft.com/office/drawing/2014/main" id="{A0335AAE-58C5-DA00-E30A-A8D26932A2DF}"/>
                </a:ext>
              </a:extLst>
            </p:cNvPr>
            <p:cNvSpPr/>
            <p:nvPr/>
          </p:nvSpPr>
          <p:spPr>
            <a:xfrm>
              <a:off x="11895264" y="6271521"/>
              <a:ext cx="57861" cy="228861"/>
            </a:xfrm>
            <a:custGeom>
              <a:avLst/>
              <a:gdLst>
                <a:gd name="connsiteX0" fmla="*/ 51128 w 57392"/>
                <a:gd name="connsiteY0" fmla="*/ 0 h 226722"/>
                <a:gd name="connsiteX1" fmla="*/ 57393 w 57392"/>
                <a:gd name="connsiteY1" fmla="*/ 113393 h 226722"/>
                <a:gd name="connsiteX2" fmla="*/ 51128 w 57392"/>
                <a:gd name="connsiteY2" fmla="*/ 226723 h 226722"/>
                <a:gd name="connsiteX3" fmla="*/ 6201 w 57392"/>
                <a:gd name="connsiteY3" fmla="*/ 226723 h 226722"/>
                <a:gd name="connsiteX4" fmla="*/ 0 w 57392"/>
                <a:gd name="connsiteY4" fmla="*/ 113393 h 226722"/>
                <a:gd name="connsiteX5" fmla="*/ 6201 w 57392"/>
                <a:gd name="connsiteY5" fmla="*/ 0 h 226722"/>
                <a:gd name="connsiteX6" fmla="*/ 51128 w 57392"/>
                <a:gd name="connsiteY6" fmla="*/ 0 h 2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92" h="226722">
                  <a:moveTo>
                    <a:pt x="51128" y="0"/>
                  </a:moveTo>
                  <a:cubicBezTo>
                    <a:pt x="51128" y="0"/>
                    <a:pt x="57393" y="52141"/>
                    <a:pt x="57393" y="113393"/>
                  </a:cubicBezTo>
                  <a:cubicBezTo>
                    <a:pt x="57393" y="174645"/>
                    <a:pt x="51128" y="226723"/>
                    <a:pt x="51128" y="226723"/>
                  </a:cubicBezTo>
                  <a:lnTo>
                    <a:pt x="6201" y="226723"/>
                  </a:lnTo>
                  <a:cubicBezTo>
                    <a:pt x="6201" y="226723"/>
                    <a:pt x="0" y="174582"/>
                    <a:pt x="0" y="113393"/>
                  </a:cubicBezTo>
                  <a:cubicBezTo>
                    <a:pt x="0" y="52204"/>
                    <a:pt x="6201" y="0"/>
                    <a:pt x="6201" y="0"/>
                  </a:cubicBezTo>
                  <a:lnTo>
                    <a:pt x="51128" y="0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88" name="Vrije vorm: vorm 87">
              <a:extLst>
                <a:ext uri="{FF2B5EF4-FFF2-40B4-BE49-F238E27FC236}">
                  <a16:creationId xmlns:a16="http://schemas.microsoft.com/office/drawing/2014/main" id="{170B2405-5AC3-9D1A-1D0F-6097019D08F2}"/>
                </a:ext>
              </a:extLst>
            </p:cNvPr>
            <p:cNvSpPr/>
            <p:nvPr/>
          </p:nvSpPr>
          <p:spPr>
            <a:xfrm>
              <a:off x="11615973" y="6194681"/>
              <a:ext cx="220536" cy="153681"/>
            </a:xfrm>
            <a:custGeom>
              <a:avLst/>
              <a:gdLst>
                <a:gd name="connsiteX0" fmla="*/ 0 w 218749"/>
                <a:gd name="connsiteY0" fmla="*/ 113330 h 152245"/>
                <a:gd name="connsiteX1" fmla="*/ 95043 w 218749"/>
                <a:gd name="connsiteY1" fmla="*/ 51255 h 152245"/>
                <a:gd name="connsiteX2" fmla="*/ 196287 w 218749"/>
                <a:gd name="connsiteY2" fmla="*/ 0 h 152245"/>
                <a:gd name="connsiteX3" fmla="*/ 218750 w 218749"/>
                <a:gd name="connsiteY3" fmla="*/ 38916 h 152245"/>
                <a:gd name="connsiteX4" fmla="*/ 123708 w 218749"/>
                <a:gd name="connsiteY4" fmla="*/ 100991 h 152245"/>
                <a:gd name="connsiteX5" fmla="*/ 22400 w 218749"/>
                <a:gd name="connsiteY5" fmla="*/ 152245 h 152245"/>
                <a:gd name="connsiteX6" fmla="*/ 0 w 218749"/>
                <a:gd name="connsiteY6" fmla="*/ 113393 h 152245"/>
                <a:gd name="connsiteX7" fmla="*/ 0 w 218749"/>
                <a:gd name="connsiteY7" fmla="*/ 113393 h 152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749" h="152245">
                  <a:moveTo>
                    <a:pt x="0" y="113330"/>
                  </a:moveTo>
                  <a:cubicBezTo>
                    <a:pt x="0" y="113330"/>
                    <a:pt x="42016" y="81881"/>
                    <a:pt x="95043" y="51255"/>
                  </a:cubicBezTo>
                  <a:cubicBezTo>
                    <a:pt x="148069" y="20628"/>
                    <a:pt x="196287" y="0"/>
                    <a:pt x="196287" y="0"/>
                  </a:cubicBezTo>
                  <a:lnTo>
                    <a:pt x="218750" y="38916"/>
                  </a:lnTo>
                  <a:cubicBezTo>
                    <a:pt x="218750" y="38916"/>
                    <a:pt x="176734" y="70364"/>
                    <a:pt x="123708" y="100991"/>
                  </a:cubicBezTo>
                  <a:cubicBezTo>
                    <a:pt x="70681" y="131617"/>
                    <a:pt x="22400" y="152245"/>
                    <a:pt x="22400" y="152245"/>
                  </a:cubicBezTo>
                  <a:lnTo>
                    <a:pt x="0" y="113393"/>
                  </a:lnTo>
                  <a:lnTo>
                    <a:pt x="0" y="113393"/>
                  </a:ln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NL"/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1C44CFD5-AD67-B030-6561-284FB803C0B0}"/>
                </a:ext>
              </a:extLst>
            </p:cNvPr>
            <p:cNvSpPr/>
            <p:nvPr userDrawn="1"/>
          </p:nvSpPr>
          <p:spPr>
            <a:xfrm>
              <a:off x="12011816" y="6194616"/>
              <a:ext cx="180184" cy="603313"/>
            </a:xfrm>
            <a:custGeom>
              <a:avLst/>
              <a:gdLst>
                <a:gd name="connsiteX0" fmla="*/ 22647 w 180184"/>
                <a:gd name="connsiteY0" fmla="*/ 457724 h 603313"/>
                <a:gd name="connsiteX1" fmla="*/ 124782 w 180184"/>
                <a:gd name="connsiteY1" fmla="*/ 509526 h 603313"/>
                <a:gd name="connsiteX2" fmla="*/ 162307 w 180184"/>
                <a:gd name="connsiteY2" fmla="*/ 532333 h 603313"/>
                <a:gd name="connsiteX3" fmla="*/ 180184 w 180184"/>
                <a:gd name="connsiteY3" fmla="*/ 544136 h 603313"/>
                <a:gd name="connsiteX4" fmla="*/ 180184 w 180184"/>
                <a:gd name="connsiteY4" fmla="*/ 603313 h 603313"/>
                <a:gd name="connsiteX5" fmla="*/ 166942 w 180184"/>
                <a:gd name="connsiteY5" fmla="*/ 597130 h 603313"/>
                <a:gd name="connsiteX6" fmla="*/ 95883 w 180184"/>
                <a:gd name="connsiteY6" fmla="*/ 559668 h 603313"/>
                <a:gd name="connsiteX7" fmla="*/ 0 w 180184"/>
                <a:gd name="connsiteY7" fmla="*/ 497007 h 603313"/>
                <a:gd name="connsiteX8" fmla="*/ 180184 w 180184"/>
                <a:gd name="connsiteY8" fmla="*/ 236969 h 603313"/>
                <a:gd name="connsiteX9" fmla="*/ 180184 w 180184"/>
                <a:gd name="connsiteY9" fmla="*/ 296171 h 603313"/>
                <a:gd name="connsiteX10" fmla="*/ 162307 w 180184"/>
                <a:gd name="connsiteY10" fmla="*/ 307973 h 603313"/>
                <a:gd name="connsiteX11" fmla="*/ 124782 w 180184"/>
                <a:gd name="connsiteY11" fmla="*/ 330806 h 603313"/>
                <a:gd name="connsiteX12" fmla="*/ 22647 w 180184"/>
                <a:gd name="connsiteY12" fmla="*/ 382543 h 603313"/>
                <a:gd name="connsiteX13" fmla="*/ 0 w 180184"/>
                <a:gd name="connsiteY13" fmla="*/ 343325 h 603313"/>
                <a:gd name="connsiteX14" fmla="*/ 95819 w 180184"/>
                <a:gd name="connsiteY14" fmla="*/ 280601 h 603313"/>
                <a:gd name="connsiteX15" fmla="*/ 166934 w 180184"/>
                <a:gd name="connsiteY15" fmla="*/ 243162 h 603313"/>
                <a:gd name="connsiteX16" fmla="*/ 22647 w 180184"/>
                <a:gd name="connsiteY16" fmla="*/ 0 h 603313"/>
                <a:gd name="connsiteX17" fmla="*/ 22647 w 180184"/>
                <a:gd name="connsiteY17" fmla="*/ 64 h 603313"/>
                <a:gd name="connsiteX18" fmla="*/ 124782 w 180184"/>
                <a:gd name="connsiteY18" fmla="*/ 51802 h 603313"/>
                <a:gd name="connsiteX19" fmla="*/ 162307 w 180184"/>
                <a:gd name="connsiteY19" fmla="*/ 74635 h 603313"/>
                <a:gd name="connsiteX20" fmla="*/ 180184 w 180184"/>
                <a:gd name="connsiteY20" fmla="*/ 86437 h 603313"/>
                <a:gd name="connsiteX21" fmla="*/ 180184 w 180184"/>
                <a:gd name="connsiteY21" fmla="*/ 145589 h 603313"/>
                <a:gd name="connsiteX22" fmla="*/ 166942 w 180184"/>
                <a:gd name="connsiteY22" fmla="*/ 139406 h 603313"/>
                <a:gd name="connsiteX23" fmla="*/ 95883 w 180184"/>
                <a:gd name="connsiteY23" fmla="*/ 101944 h 603313"/>
                <a:gd name="connsiteX24" fmla="*/ 0 w 180184"/>
                <a:gd name="connsiteY24" fmla="*/ 39283 h 603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184" h="603313">
                  <a:moveTo>
                    <a:pt x="22647" y="457724"/>
                  </a:moveTo>
                  <a:cubicBezTo>
                    <a:pt x="22647" y="457724"/>
                    <a:pt x="71322" y="478611"/>
                    <a:pt x="124782" y="509526"/>
                  </a:cubicBezTo>
                  <a:cubicBezTo>
                    <a:pt x="138147" y="517239"/>
                    <a:pt x="150818" y="525012"/>
                    <a:pt x="162307" y="532333"/>
                  </a:cubicBezTo>
                  <a:lnTo>
                    <a:pt x="180184" y="544136"/>
                  </a:lnTo>
                  <a:lnTo>
                    <a:pt x="180184" y="603313"/>
                  </a:lnTo>
                  <a:lnTo>
                    <a:pt x="166942" y="597130"/>
                  </a:lnTo>
                  <a:cubicBezTo>
                    <a:pt x="148099" y="588060"/>
                    <a:pt x="122581" y="575126"/>
                    <a:pt x="95883" y="559668"/>
                  </a:cubicBezTo>
                  <a:cubicBezTo>
                    <a:pt x="42359" y="528752"/>
                    <a:pt x="0" y="497007"/>
                    <a:pt x="0" y="497007"/>
                  </a:cubicBezTo>
                  <a:close/>
                  <a:moveTo>
                    <a:pt x="180184" y="236969"/>
                  </a:moveTo>
                  <a:lnTo>
                    <a:pt x="180184" y="296171"/>
                  </a:lnTo>
                  <a:lnTo>
                    <a:pt x="162307" y="307973"/>
                  </a:lnTo>
                  <a:cubicBezTo>
                    <a:pt x="150818" y="315296"/>
                    <a:pt x="138147" y="323077"/>
                    <a:pt x="124782" y="330806"/>
                  </a:cubicBezTo>
                  <a:cubicBezTo>
                    <a:pt x="71322" y="361721"/>
                    <a:pt x="22647" y="382543"/>
                    <a:pt x="22647" y="382543"/>
                  </a:cubicBezTo>
                  <a:lnTo>
                    <a:pt x="0" y="343325"/>
                  </a:lnTo>
                  <a:cubicBezTo>
                    <a:pt x="0" y="343325"/>
                    <a:pt x="42359" y="311516"/>
                    <a:pt x="95819" y="280601"/>
                  </a:cubicBezTo>
                  <a:cubicBezTo>
                    <a:pt x="122549" y="265175"/>
                    <a:pt x="148083" y="252241"/>
                    <a:pt x="166934" y="243162"/>
                  </a:cubicBezTo>
                  <a:close/>
                  <a:moveTo>
                    <a:pt x="22647" y="0"/>
                  </a:moveTo>
                  <a:lnTo>
                    <a:pt x="22647" y="64"/>
                  </a:lnTo>
                  <a:cubicBezTo>
                    <a:pt x="22647" y="64"/>
                    <a:pt x="71322" y="20951"/>
                    <a:pt x="124782" y="51802"/>
                  </a:cubicBezTo>
                  <a:cubicBezTo>
                    <a:pt x="138147" y="59531"/>
                    <a:pt x="150818" y="67312"/>
                    <a:pt x="162307" y="74635"/>
                  </a:cubicBezTo>
                  <a:lnTo>
                    <a:pt x="180184" y="86437"/>
                  </a:lnTo>
                  <a:lnTo>
                    <a:pt x="180184" y="145589"/>
                  </a:lnTo>
                  <a:lnTo>
                    <a:pt x="166942" y="139406"/>
                  </a:lnTo>
                  <a:cubicBezTo>
                    <a:pt x="148099" y="130336"/>
                    <a:pt x="122581" y="117402"/>
                    <a:pt x="95883" y="101944"/>
                  </a:cubicBezTo>
                  <a:cubicBezTo>
                    <a:pt x="42359" y="71028"/>
                    <a:pt x="0" y="39283"/>
                    <a:pt x="0" y="39283"/>
                  </a:cubicBezTo>
                  <a:close/>
                </a:path>
              </a:pathLst>
            </a:custGeom>
            <a:solidFill>
              <a:srgbClr val="B3C1AF"/>
            </a:solidFill>
            <a:ln w="6321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nl-NL"/>
            </a:p>
          </p:txBody>
        </p:sp>
      </p:grpSp>
      <p:sp>
        <p:nvSpPr>
          <p:cNvPr id="9" name="Tijdelijke aanduiding voor afbeelding 16">
            <a:extLst>
              <a:ext uri="{FF2B5EF4-FFF2-40B4-BE49-F238E27FC236}">
                <a16:creationId xmlns:a16="http://schemas.microsoft.com/office/drawing/2014/main" id="{01448C0E-861A-455D-A196-874AFA9BF79C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0" y="0"/>
            <a:ext cx="6096000" cy="6129338"/>
          </a:xfrm>
          <a:solidFill>
            <a:schemeClr val="bg1">
              <a:lumMod val="20000"/>
              <a:lumOff val="80000"/>
            </a:schemeClr>
          </a:solidFill>
        </p:spPr>
        <p:txBody>
          <a:bodyPr tIns="0" bIns="12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NL" dirty="0"/>
              <a:t>Selecteer dit kader, ga naar ‘Slidebuilder’, </a:t>
            </a:r>
            <a:br>
              <a:rPr lang="nl-NL" dirty="0"/>
            </a:br>
            <a:r>
              <a:rPr lang="nl-NL" dirty="0"/>
              <a:t>klik op ‘Afbeeldingen’, selecteer een afbeelding en klik op ‘Invoegen’.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 userDrawn="1">
            <p:ph type="body" orient="vert" idx="1" hasCustomPrompt="1"/>
          </p:nvPr>
        </p:nvSpPr>
        <p:spPr>
          <a:xfrm>
            <a:off x="6564313" y="1449388"/>
            <a:ext cx="4906963" cy="399573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F5F4741-7E9A-4CAB-94EB-11EAC243E80F}"/>
              </a:ext>
            </a:extLst>
          </p:cNvPr>
          <p:cNvSpPr/>
          <p:nvPr userDrawn="1"/>
        </p:nvSpPr>
        <p:spPr>
          <a:xfrm>
            <a:off x="0" y="-425941"/>
            <a:ext cx="2161233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nl-NL" sz="1600" b="0" cap="none" baseline="0" noProof="0" dirty="0">
                <a:solidFill>
                  <a:schemeClr val="accent1"/>
                </a:solidFill>
                <a:latin typeface="+mj-lt"/>
              </a:rPr>
              <a:t>Tekst + afbeelding (M) #2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797F079-7232-AFC4-F51C-19D931AE9FE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564313" y="623174"/>
            <a:ext cx="4906963" cy="465851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580EB9C0-CFA3-F688-5EE3-A27FEA6C4CE0}"/>
              </a:ext>
            </a:extLst>
          </p:cNvPr>
          <p:cNvSpPr/>
          <p:nvPr userDrawn="1"/>
        </p:nvSpPr>
        <p:spPr>
          <a:xfrm>
            <a:off x="0" y="6129338"/>
            <a:ext cx="609600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pic>
        <p:nvPicPr>
          <p:cNvPr id="10" name="Logo sky blue">
            <a:extLst>
              <a:ext uri="{FF2B5EF4-FFF2-40B4-BE49-F238E27FC236}">
                <a16:creationId xmlns:a16="http://schemas.microsoft.com/office/drawing/2014/main" id="{113315AC-5D02-75EB-9315-683589683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3842" y="6387054"/>
            <a:ext cx="1391277" cy="250283"/>
          </a:xfrm>
          <a:prstGeom prst="rect">
            <a:avLst/>
          </a:prstGeom>
        </p:spPr>
      </p:pic>
      <p:grpSp>
        <p:nvGrpSpPr>
          <p:cNvPr id="98" name="Groep 97">
            <a:extLst>
              <a:ext uri="{FF2B5EF4-FFF2-40B4-BE49-F238E27FC236}">
                <a16:creationId xmlns:a16="http://schemas.microsoft.com/office/drawing/2014/main" id="{6FFAD999-E3A4-F904-D207-9C242BAC2BCE}"/>
              </a:ext>
            </a:extLst>
          </p:cNvPr>
          <p:cNvGrpSpPr/>
          <p:nvPr userDrawn="1"/>
        </p:nvGrpSpPr>
        <p:grpSpPr>
          <a:xfrm>
            <a:off x="12377595" y="0"/>
            <a:ext cx="3693386" cy="5359349"/>
            <a:chOff x="12377595" y="0"/>
            <a:chExt cx="3693386" cy="5359349"/>
          </a:xfrm>
        </p:grpSpPr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59A7F895-E4C7-CB9F-A00E-CB952D129FA5}"/>
                </a:ext>
              </a:extLst>
            </p:cNvPr>
            <p:cNvSpPr/>
            <p:nvPr userDrawn="1"/>
          </p:nvSpPr>
          <p:spPr>
            <a:xfrm>
              <a:off x="12377867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101" name="Ovaal 100">
              <a:extLst>
                <a:ext uri="{FF2B5EF4-FFF2-40B4-BE49-F238E27FC236}">
                  <a16:creationId xmlns:a16="http://schemas.microsoft.com/office/drawing/2014/main" id="{E3067A58-E48C-0DCC-E913-BB10B7341B08}"/>
                </a:ext>
              </a:extLst>
            </p:cNvPr>
            <p:cNvSpPr/>
            <p:nvPr userDrawn="1"/>
          </p:nvSpPr>
          <p:spPr>
            <a:xfrm>
              <a:off x="12559849" y="18374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2" name="Rechthoek 101">
              <a:extLst>
                <a:ext uri="{FF2B5EF4-FFF2-40B4-BE49-F238E27FC236}">
                  <a16:creationId xmlns:a16="http://schemas.microsoft.com/office/drawing/2014/main" id="{3C544513-0698-E1C2-EB80-A228AFC2271B}"/>
                </a:ext>
              </a:extLst>
            </p:cNvPr>
            <p:cNvSpPr/>
            <p:nvPr userDrawn="1"/>
          </p:nvSpPr>
          <p:spPr>
            <a:xfrm>
              <a:off x="12844617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03" name="Ovaal 102">
              <a:extLst>
                <a:ext uri="{FF2B5EF4-FFF2-40B4-BE49-F238E27FC236}">
                  <a16:creationId xmlns:a16="http://schemas.microsoft.com/office/drawing/2014/main" id="{342CD898-BF92-9C30-80CB-0AC3B36C5420}"/>
                </a:ext>
              </a:extLst>
            </p:cNvPr>
            <p:cNvSpPr/>
            <p:nvPr userDrawn="1"/>
          </p:nvSpPr>
          <p:spPr>
            <a:xfrm>
              <a:off x="12559849" y="212876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685A8AEB-3BF6-6C90-81BD-038F322530C6}"/>
                </a:ext>
              </a:extLst>
            </p:cNvPr>
            <p:cNvSpPr/>
            <p:nvPr userDrawn="1"/>
          </p:nvSpPr>
          <p:spPr>
            <a:xfrm>
              <a:off x="12559849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79A7CBCC-7C04-FF18-6046-2F0AF74B1383}"/>
                </a:ext>
              </a:extLst>
            </p:cNvPr>
            <p:cNvSpPr/>
            <p:nvPr userDrawn="1"/>
          </p:nvSpPr>
          <p:spPr>
            <a:xfrm>
              <a:off x="12844617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106" name="Ovaal 105">
              <a:extLst>
                <a:ext uri="{FF2B5EF4-FFF2-40B4-BE49-F238E27FC236}">
                  <a16:creationId xmlns:a16="http://schemas.microsoft.com/office/drawing/2014/main" id="{0D07EDBB-27F7-125A-37BF-9F76A1631C57}"/>
                </a:ext>
              </a:extLst>
            </p:cNvPr>
            <p:cNvSpPr/>
            <p:nvPr userDrawn="1"/>
          </p:nvSpPr>
          <p:spPr>
            <a:xfrm>
              <a:off x="12559849" y="242005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FF161D10-856E-50A2-C3E1-D37001909444}"/>
                </a:ext>
              </a:extLst>
            </p:cNvPr>
            <p:cNvSpPr/>
            <p:nvPr userDrawn="1"/>
          </p:nvSpPr>
          <p:spPr>
            <a:xfrm>
              <a:off x="12844617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108" name="Ovaal 107">
              <a:extLst>
                <a:ext uri="{FF2B5EF4-FFF2-40B4-BE49-F238E27FC236}">
                  <a16:creationId xmlns:a16="http://schemas.microsoft.com/office/drawing/2014/main" id="{E7A0ED1A-3F00-B9F6-8975-556D7A9D10BD}"/>
                </a:ext>
              </a:extLst>
            </p:cNvPr>
            <p:cNvSpPr/>
            <p:nvPr userDrawn="1"/>
          </p:nvSpPr>
          <p:spPr>
            <a:xfrm>
              <a:off x="12559849" y="2711336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BFC9A4DF-A2BF-253D-F593-9CCC72AD24E1}"/>
                </a:ext>
              </a:extLst>
            </p:cNvPr>
            <p:cNvSpPr/>
            <p:nvPr userDrawn="1"/>
          </p:nvSpPr>
          <p:spPr>
            <a:xfrm>
              <a:off x="12844617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110" name="Ovaal 109">
              <a:extLst>
                <a:ext uri="{FF2B5EF4-FFF2-40B4-BE49-F238E27FC236}">
                  <a16:creationId xmlns:a16="http://schemas.microsoft.com/office/drawing/2014/main" id="{87EB7398-A75A-0129-894C-A3DAB1F228EC}"/>
                </a:ext>
              </a:extLst>
            </p:cNvPr>
            <p:cNvSpPr/>
            <p:nvPr userDrawn="1"/>
          </p:nvSpPr>
          <p:spPr>
            <a:xfrm>
              <a:off x="12559849" y="3002620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111" name="Rechthoek 110">
              <a:extLst>
                <a:ext uri="{FF2B5EF4-FFF2-40B4-BE49-F238E27FC236}">
                  <a16:creationId xmlns:a16="http://schemas.microsoft.com/office/drawing/2014/main" id="{958DB204-A3BF-12CC-5872-DD1FD29204C4}"/>
                </a:ext>
              </a:extLst>
            </p:cNvPr>
            <p:cNvSpPr/>
            <p:nvPr userDrawn="1"/>
          </p:nvSpPr>
          <p:spPr>
            <a:xfrm>
              <a:off x="12844617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Subtitel #1</a:t>
              </a:r>
            </a:p>
          </p:txBody>
        </p:sp>
        <p:sp>
          <p:nvSpPr>
            <p:cNvPr id="112" name="Ovaal 111">
              <a:extLst>
                <a:ext uri="{FF2B5EF4-FFF2-40B4-BE49-F238E27FC236}">
                  <a16:creationId xmlns:a16="http://schemas.microsoft.com/office/drawing/2014/main" id="{989D0156-08C9-A6A8-82D5-8F39AFA62DE1}"/>
                </a:ext>
              </a:extLst>
            </p:cNvPr>
            <p:cNvSpPr/>
            <p:nvPr userDrawn="1"/>
          </p:nvSpPr>
          <p:spPr>
            <a:xfrm>
              <a:off x="12559849" y="329390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113" name="Rechthoek 112">
              <a:extLst>
                <a:ext uri="{FF2B5EF4-FFF2-40B4-BE49-F238E27FC236}">
                  <a16:creationId xmlns:a16="http://schemas.microsoft.com/office/drawing/2014/main" id="{A8F43CBD-ADA3-04B0-79DE-E07A0D22833A}"/>
                </a:ext>
              </a:extLst>
            </p:cNvPr>
            <p:cNvSpPr/>
            <p:nvPr userDrawn="1"/>
          </p:nvSpPr>
          <p:spPr>
            <a:xfrm>
              <a:off x="12844617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14" name="Ovaal 113">
              <a:extLst>
                <a:ext uri="{FF2B5EF4-FFF2-40B4-BE49-F238E27FC236}">
                  <a16:creationId xmlns:a16="http://schemas.microsoft.com/office/drawing/2014/main" id="{7B8FDDB1-BA2C-0021-3222-1E95F0E6445C}"/>
                </a:ext>
              </a:extLst>
            </p:cNvPr>
            <p:cNvSpPr/>
            <p:nvPr userDrawn="1"/>
          </p:nvSpPr>
          <p:spPr>
            <a:xfrm>
              <a:off x="12559849" y="358518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AF217961-272D-A1D7-0654-42E23A664529}"/>
                </a:ext>
              </a:extLst>
            </p:cNvPr>
            <p:cNvSpPr/>
            <p:nvPr userDrawn="1"/>
          </p:nvSpPr>
          <p:spPr>
            <a:xfrm>
              <a:off x="12838202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116" name="Ovaal 115">
              <a:extLst>
                <a:ext uri="{FF2B5EF4-FFF2-40B4-BE49-F238E27FC236}">
                  <a16:creationId xmlns:a16="http://schemas.microsoft.com/office/drawing/2014/main" id="{9966B203-BB5E-BE91-F8C5-B5CE75B7304D}"/>
                </a:ext>
              </a:extLst>
            </p:cNvPr>
            <p:cNvSpPr/>
            <p:nvPr userDrawn="1"/>
          </p:nvSpPr>
          <p:spPr>
            <a:xfrm>
              <a:off x="12559849" y="387647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117" name="Ovaal 116">
              <a:extLst>
                <a:ext uri="{FF2B5EF4-FFF2-40B4-BE49-F238E27FC236}">
                  <a16:creationId xmlns:a16="http://schemas.microsoft.com/office/drawing/2014/main" id="{4A4D2F54-F0FA-F39C-4D5C-60112E0F1730}"/>
                </a:ext>
              </a:extLst>
            </p:cNvPr>
            <p:cNvSpPr/>
            <p:nvPr userDrawn="1"/>
          </p:nvSpPr>
          <p:spPr>
            <a:xfrm>
              <a:off x="12559849" y="416859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D050539B-E79B-BAC9-BA81-132DDED03C87}"/>
                </a:ext>
              </a:extLst>
            </p:cNvPr>
            <p:cNvSpPr/>
            <p:nvPr userDrawn="1"/>
          </p:nvSpPr>
          <p:spPr>
            <a:xfrm>
              <a:off x="12844617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Subtitel #2</a:t>
              </a:r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A0309B95-B7AF-C3DC-D90B-222DBE75DC26}"/>
                </a:ext>
              </a:extLst>
            </p:cNvPr>
            <p:cNvSpPr/>
            <p:nvPr userDrawn="1"/>
          </p:nvSpPr>
          <p:spPr>
            <a:xfrm>
              <a:off x="12377595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120" name="ICOON_info">
              <a:extLst>
                <a:ext uri="{FF2B5EF4-FFF2-40B4-BE49-F238E27FC236}">
                  <a16:creationId xmlns:a16="http://schemas.microsoft.com/office/drawing/2014/main" id="{5F4F4545-4B65-E7EA-5740-1A15F87551A2}"/>
                </a:ext>
              </a:extLst>
            </p:cNvPr>
            <p:cNvGrpSpPr/>
            <p:nvPr userDrawn="1"/>
          </p:nvGrpSpPr>
          <p:grpSpPr>
            <a:xfrm>
              <a:off x="15787296" y="4400186"/>
              <a:ext cx="283685" cy="283685"/>
              <a:chOff x="-510741" y="5913713"/>
              <a:chExt cx="267555" cy="267555"/>
            </a:xfrm>
          </p:grpSpPr>
          <p:sp>
            <p:nvSpPr>
              <p:cNvPr id="169" name="Ovaal 168">
                <a:extLst>
                  <a:ext uri="{FF2B5EF4-FFF2-40B4-BE49-F238E27FC236}">
                    <a16:creationId xmlns:a16="http://schemas.microsoft.com/office/drawing/2014/main" id="{82D4E8BD-8F5F-059C-3A4D-F073F218668A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Graphic 163" descr="Informatie">
                <a:extLst>
                  <a:ext uri="{FF2B5EF4-FFF2-40B4-BE49-F238E27FC236}">
                    <a16:creationId xmlns:a16="http://schemas.microsoft.com/office/drawing/2014/main" id="{207AE499-E5F3-8B87-0D3D-534AB4703D32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21" name="VOORBEELD">
              <a:extLst>
                <a:ext uri="{FF2B5EF4-FFF2-40B4-BE49-F238E27FC236}">
                  <a16:creationId xmlns:a16="http://schemas.microsoft.com/office/drawing/2014/main" id="{06E3973E-AD8C-462B-5283-BDF19A365006}"/>
                </a:ext>
              </a:extLst>
            </p:cNvPr>
            <p:cNvGrpSpPr/>
            <p:nvPr userDrawn="1"/>
          </p:nvGrpSpPr>
          <p:grpSpPr>
            <a:xfrm>
              <a:off x="12558861" y="458674"/>
              <a:ext cx="3234311" cy="558875"/>
              <a:chOff x="-3605171" y="458674"/>
              <a:chExt cx="3234311" cy="558875"/>
            </a:xfrm>
          </p:grpSpPr>
          <p:sp>
            <p:nvSpPr>
              <p:cNvPr id="129" name="Rechthoek 128">
                <a:extLst>
                  <a:ext uri="{FF2B5EF4-FFF2-40B4-BE49-F238E27FC236}">
                    <a16:creationId xmlns:a16="http://schemas.microsoft.com/office/drawing/2014/main" id="{8767AFE8-A5C7-3D15-8BC5-A4B4FFF0709C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30" name="Rechthoek 129">
                <a:extLst>
                  <a:ext uri="{FF2B5EF4-FFF2-40B4-BE49-F238E27FC236}">
                    <a16:creationId xmlns:a16="http://schemas.microsoft.com/office/drawing/2014/main" id="{53669BDB-03ED-1408-7E7E-CB577CE3E37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1" name="Groep 130">
                <a:extLst>
                  <a:ext uri="{FF2B5EF4-FFF2-40B4-BE49-F238E27FC236}">
                    <a16:creationId xmlns:a16="http://schemas.microsoft.com/office/drawing/2014/main" id="{064970B2-F268-BFC7-1C01-E648945D712E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162" name="Groep 161">
                  <a:extLst>
                    <a:ext uri="{FF2B5EF4-FFF2-40B4-BE49-F238E27FC236}">
                      <a16:creationId xmlns:a16="http://schemas.microsoft.com/office/drawing/2014/main" id="{CC21D55C-C544-061F-EE88-4E34B358DDBA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263E3D30-5F57-876F-EDF0-5D6B7119BD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5" name="Rechte verbindingslijn 164">
                    <a:extLst>
                      <a:ext uri="{FF2B5EF4-FFF2-40B4-BE49-F238E27FC236}">
                        <a16:creationId xmlns:a16="http://schemas.microsoft.com/office/drawing/2014/main" id="{2237E503-5954-386C-317C-539C913B655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6" name="Rechte verbindingslijn 165">
                    <a:extLst>
                      <a:ext uri="{FF2B5EF4-FFF2-40B4-BE49-F238E27FC236}">
                        <a16:creationId xmlns:a16="http://schemas.microsoft.com/office/drawing/2014/main" id="{2DF058B5-8736-61F7-D6A2-55641838821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7" name="Rechte verbindingslijn 166">
                    <a:extLst>
                      <a:ext uri="{FF2B5EF4-FFF2-40B4-BE49-F238E27FC236}">
                        <a16:creationId xmlns:a16="http://schemas.microsoft.com/office/drawing/2014/main" id="{F5AF63C9-C84A-C6B2-3789-9969007D0E8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8" name="Rechte verbindingslijn 167">
                    <a:extLst>
                      <a:ext uri="{FF2B5EF4-FFF2-40B4-BE49-F238E27FC236}">
                        <a16:creationId xmlns:a16="http://schemas.microsoft.com/office/drawing/2014/main" id="{D0020563-39BB-7694-6546-D740EF67AE7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63" name="Pijl: rechts 162">
                  <a:extLst>
                    <a:ext uri="{FF2B5EF4-FFF2-40B4-BE49-F238E27FC236}">
                      <a16:creationId xmlns:a16="http://schemas.microsoft.com/office/drawing/2014/main" id="{AEC3416A-ED92-C956-E8E3-94AAFF5ABA4F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2" name="Groep 131">
                <a:extLst>
                  <a:ext uri="{FF2B5EF4-FFF2-40B4-BE49-F238E27FC236}">
                    <a16:creationId xmlns:a16="http://schemas.microsoft.com/office/drawing/2014/main" id="{BE659960-DF95-1407-E649-AA202A928B2A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55" name="Groep 154">
                  <a:extLst>
                    <a:ext uri="{FF2B5EF4-FFF2-40B4-BE49-F238E27FC236}">
                      <a16:creationId xmlns:a16="http://schemas.microsoft.com/office/drawing/2014/main" id="{908F6DBB-055D-8FF7-FE42-E5A1748364D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57" name="Rechte verbindingslijn 156">
                    <a:extLst>
                      <a:ext uri="{FF2B5EF4-FFF2-40B4-BE49-F238E27FC236}">
                        <a16:creationId xmlns:a16="http://schemas.microsoft.com/office/drawing/2014/main" id="{4D5C0ABB-5A4B-7FCE-E326-0655440E06F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8" name="Rechte verbindingslijn 157">
                    <a:extLst>
                      <a:ext uri="{FF2B5EF4-FFF2-40B4-BE49-F238E27FC236}">
                        <a16:creationId xmlns:a16="http://schemas.microsoft.com/office/drawing/2014/main" id="{A41BC128-1A32-1A90-7779-1CD21166AD7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9" name="Rechte verbindingslijn 158">
                    <a:extLst>
                      <a:ext uri="{FF2B5EF4-FFF2-40B4-BE49-F238E27FC236}">
                        <a16:creationId xmlns:a16="http://schemas.microsoft.com/office/drawing/2014/main" id="{A02A691C-7E63-25B7-765B-ACCFFB1A852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0" name="Rechte verbindingslijn 159">
                    <a:extLst>
                      <a:ext uri="{FF2B5EF4-FFF2-40B4-BE49-F238E27FC236}">
                        <a16:creationId xmlns:a16="http://schemas.microsoft.com/office/drawing/2014/main" id="{435CDE5F-F43A-0800-3DE9-B5DABE36F4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Rechte verbindingslijn 160">
                    <a:extLst>
                      <a:ext uri="{FF2B5EF4-FFF2-40B4-BE49-F238E27FC236}">
                        <a16:creationId xmlns:a16="http://schemas.microsoft.com/office/drawing/2014/main" id="{CDD6BAC5-C870-648C-761D-B694B1DEA85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56" name="Pijl: rechts 155">
                  <a:extLst>
                    <a:ext uri="{FF2B5EF4-FFF2-40B4-BE49-F238E27FC236}">
                      <a16:creationId xmlns:a16="http://schemas.microsoft.com/office/drawing/2014/main" id="{9430D13E-406D-8042-57FD-60C27BBC5F72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33" name="Rechte verbindingslijn 132">
                <a:extLst>
                  <a:ext uri="{FF2B5EF4-FFF2-40B4-BE49-F238E27FC236}">
                    <a16:creationId xmlns:a16="http://schemas.microsoft.com/office/drawing/2014/main" id="{C75B411E-DDC6-98CE-A958-6D23F0F18A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1E51AD56-F112-9699-0C5E-70857B47D6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35" name="Rechthoek 134">
                <a:extLst>
                  <a:ext uri="{FF2B5EF4-FFF2-40B4-BE49-F238E27FC236}">
                    <a16:creationId xmlns:a16="http://schemas.microsoft.com/office/drawing/2014/main" id="{B44162C7-B4FA-C938-A9D4-7259B1C38AAC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136" name="Rechthoek 135">
                <a:extLst>
                  <a:ext uri="{FF2B5EF4-FFF2-40B4-BE49-F238E27FC236}">
                    <a16:creationId xmlns:a16="http://schemas.microsoft.com/office/drawing/2014/main" id="{A61A9138-7276-E7C6-3AEE-F03C4FF8B6D9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137" name="Groep 136">
                <a:extLst>
                  <a:ext uri="{FF2B5EF4-FFF2-40B4-BE49-F238E27FC236}">
                    <a16:creationId xmlns:a16="http://schemas.microsoft.com/office/drawing/2014/main" id="{14657BFA-9C52-A23F-29FB-747BD0E4378B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8000580A-ABA2-0357-90A5-A02FDD97C1D4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48" name="Groep 147">
                  <a:extLst>
                    <a:ext uri="{FF2B5EF4-FFF2-40B4-BE49-F238E27FC236}">
                      <a16:creationId xmlns:a16="http://schemas.microsoft.com/office/drawing/2014/main" id="{15D83AAA-AA3A-C00B-CA0D-151DCD92CB2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50" name="Rechte verbindingslijn 149">
                    <a:extLst>
                      <a:ext uri="{FF2B5EF4-FFF2-40B4-BE49-F238E27FC236}">
                        <a16:creationId xmlns:a16="http://schemas.microsoft.com/office/drawing/2014/main" id="{2DDD3BFE-20BA-AC36-D5F1-EE3B1DDCD5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1" name="Rechte verbindingslijn 150">
                    <a:extLst>
                      <a:ext uri="{FF2B5EF4-FFF2-40B4-BE49-F238E27FC236}">
                        <a16:creationId xmlns:a16="http://schemas.microsoft.com/office/drawing/2014/main" id="{99EA49FE-B73A-BDCD-6349-7E8D57473E4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225920F6-21C0-C94E-A90F-3EE9DB22DF1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3D35F53A-D7DE-BF2B-8998-F8922C0D011F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B1B6328D-88E5-CEEF-C659-3C75B5F116F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9" name="Pijl: rechts 148">
                  <a:extLst>
                    <a:ext uri="{FF2B5EF4-FFF2-40B4-BE49-F238E27FC236}">
                      <a16:creationId xmlns:a16="http://schemas.microsoft.com/office/drawing/2014/main" id="{B5593A35-DA1D-4CAD-25C8-60F4695BEE2A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8" name="Groep 137">
                <a:extLst>
                  <a:ext uri="{FF2B5EF4-FFF2-40B4-BE49-F238E27FC236}">
                    <a16:creationId xmlns:a16="http://schemas.microsoft.com/office/drawing/2014/main" id="{BDE1ECC9-E550-60FC-9112-F41F97F19FC8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39" name="Rechthoek 138">
                  <a:extLst>
                    <a:ext uri="{FF2B5EF4-FFF2-40B4-BE49-F238E27FC236}">
                      <a16:creationId xmlns:a16="http://schemas.microsoft.com/office/drawing/2014/main" id="{AB0272EA-B11D-A3C9-1D15-9C3F7155E030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40" name="Groep 139">
                  <a:extLst>
                    <a:ext uri="{FF2B5EF4-FFF2-40B4-BE49-F238E27FC236}">
                      <a16:creationId xmlns:a16="http://schemas.microsoft.com/office/drawing/2014/main" id="{F6254011-7F91-6CD7-D085-A19C5A255F1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598BE896-51D9-D9A9-D04E-17A7E3D65E9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C9EF5C75-E0E8-BE41-4E0E-0A6F412BA92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F27C44B9-D249-C499-8D23-EBB25F5F695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E10251E2-F8D8-300F-87F9-64F1BECE71D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46" name="Rechte verbindingslijn 145">
                    <a:extLst>
                      <a:ext uri="{FF2B5EF4-FFF2-40B4-BE49-F238E27FC236}">
                        <a16:creationId xmlns:a16="http://schemas.microsoft.com/office/drawing/2014/main" id="{357E3F16-B068-2E68-A32A-0E2AD923386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41" name="Pijl: rechts 140">
                  <a:extLst>
                    <a:ext uri="{FF2B5EF4-FFF2-40B4-BE49-F238E27FC236}">
                      <a16:creationId xmlns:a16="http://schemas.microsoft.com/office/drawing/2014/main" id="{86BB96A6-0D7E-C004-0AFA-FCC10141FD5A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22" name="Groep 121">
              <a:extLst>
                <a:ext uri="{FF2B5EF4-FFF2-40B4-BE49-F238E27FC236}">
                  <a16:creationId xmlns:a16="http://schemas.microsoft.com/office/drawing/2014/main" id="{D4F4D0F0-53A8-F669-8452-18904846E3B6}"/>
                </a:ext>
              </a:extLst>
            </p:cNvPr>
            <p:cNvGrpSpPr/>
            <p:nvPr userDrawn="1"/>
          </p:nvGrpSpPr>
          <p:grpSpPr>
            <a:xfrm>
              <a:off x="15225598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124" name="Inspireren">
                <a:extLst>
                  <a:ext uri="{FF2B5EF4-FFF2-40B4-BE49-F238E27FC236}">
                    <a16:creationId xmlns:a16="http://schemas.microsoft.com/office/drawing/2014/main" id="{B18CAE46-5DBE-F853-774E-295CBB2A301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26" name="Freeform 12">
                  <a:extLst>
                    <a:ext uri="{FF2B5EF4-FFF2-40B4-BE49-F238E27FC236}">
                      <a16:creationId xmlns:a16="http://schemas.microsoft.com/office/drawing/2014/main" id="{D1889966-868F-1D51-86E9-45FCB6A170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27" name="Freeform 13">
                  <a:extLst>
                    <a:ext uri="{FF2B5EF4-FFF2-40B4-BE49-F238E27FC236}">
                      <a16:creationId xmlns:a16="http://schemas.microsoft.com/office/drawing/2014/main" id="{3E0FAF7C-BE9B-80C3-8A8A-AF2DFE13C9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28" name="Freeform 14">
                  <a:extLst>
                    <a:ext uri="{FF2B5EF4-FFF2-40B4-BE49-F238E27FC236}">
                      <a16:creationId xmlns:a16="http://schemas.microsoft.com/office/drawing/2014/main" id="{29668C7F-870B-8BA0-9814-0A8E1E2048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25" name="Tekstvak 124">
                <a:extLst>
                  <a:ext uri="{FF2B5EF4-FFF2-40B4-BE49-F238E27FC236}">
                    <a16:creationId xmlns:a16="http://schemas.microsoft.com/office/drawing/2014/main" id="{F7E5DA8B-6164-390D-1BA6-CDED26FC2FD7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47D97AE8-F826-5A08-C27E-D93759EA0280}"/>
                </a:ext>
              </a:extLst>
            </p:cNvPr>
            <p:cNvSpPr/>
            <p:nvPr userDrawn="1"/>
          </p:nvSpPr>
          <p:spPr>
            <a:xfrm>
              <a:off x="12844617" y="4166566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Bronvermelding</a:t>
              </a:r>
            </a:p>
          </p:txBody>
        </p:sp>
      </p:grpSp>
      <p:grpSp>
        <p:nvGrpSpPr>
          <p:cNvPr id="171" name="INSTRUCTIE">
            <a:extLst>
              <a:ext uri="{FF2B5EF4-FFF2-40B4-BE49-F238E27FC236}">
                <a16:creationId xmlns:a16="http://schemas.microsoft.com/office/drawing/2014/main" id="{3804203C-8349-150F-3270-F405E1638EFF}"/>
              </a:ext>
            </a:extLst>
          </p:cNvPr>
          <p:cNvGrpSpPr/>
          <p:nvPr userDrawn="1"/>
        </p:nvGrpSpPr>
        <p:grpSpPr>
          <a:xfrm>
            <a:off x="-3786437" y="0"/>
            <a:ext cx="3693113" cy="5247148"/>
            <a:chOff x="-3786164" y="0"/>
            <a:chExt cx="3693113" cy="5247148"/>
          </a:xfrm>
        </p:grpSpPr>
        <p:sp>
          <p:nvSpPr>
            <p:cNvPr id="172" name="Rechthoek 171">
              <a:extLst>
                <a:ext uri="{FF2B5EF4-FFF2-40B4-BE49-F238E27FC236}">
                  <a16:creationId xmlns:a16="http://schemas.microsoft.com/office/drawing/2014/main" id="{D00940B7-9A20-8DB1-F6E3-B90E3ECCE71A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459702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Afbeelding invoegen/opmaken</a:t>
              </a:r>
            </a:p>
          </p:txBody>
        </p:sp>
        <p:sp>
          <p:nvSpPr>
            <p:cNvPr id="173" name="Rechthoek 172">
              <a:extLst>
                <a:ext uri="{FF2B5EF4-FFF2-40B4-BE49-F238E27FC236}">
                  <a16:creationId xmlns:a16="http://schemas.microsoft.com/office/drawing/2014/main" id="{9685267D-8DCD-AD49-C695-978BEFEDAE32}"/>
                </a:ext>
              </a:extLst>
            </p:cNvPr>
            <p:cNvSpPr/>
            <p:nvPr userDrawn="1"/>
          </p:nvSpPr>
          <p:spPr>
            <a:xfrm>
              <a:off x="-3786164" y="4419148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174" name="Ovaal 173">
              <a:extLst>
                <a:ext uri="{FF2B5EF4-FFF2-40B4-BE49-F238E27FC236}">
                  <a16:creationId xmlns:a16="http://schemas.microsoft.com/office/drawing/2014/main" id="{D39C9739-504D-E3B8-DFA3-8D5121CCF47D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75" name="Rechthoek 174">
              <a:extLst>
                <a:ext uri="{FF2B5EF4-FFF2-40B4-BE49-F238E27FC236}">
                  <a16:creationId xmlns:a16="http://schemas.microsoft.com/office/drawing/2014/main" id="{8FB1991B-F884-A9DE-71D2-C2098B7A9C4D}"/>
                </a:ext>
              </a:extLst>
            </p:cNvPr>
            <p:cNvSpPr/>
            <p:nvPr userDrawn="1"/>
          </p:nvSpPr>
          <p:spPr>
            <a:xfrm>
              <a:off x="-3319416" y="465323"/>
              <a:ext cx="3008779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de bestaande afbeelding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Selecteer het afbeeldingskader,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'Afbeeldingen’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ADBAD4F8-B5F3-2F61-CBB3-6528D15F3A90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E4BE1375-BAB8-D5B2-3218-EF011DED2B31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afbeelding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178" name="Rechthoek 177">
              <a:extLst>
                <a:ext uri="{FF2B5EF4-FFF2-40B4-BE49-F238E27FC236}">
                  <a16:creationId xmlns:a16="http://schemas.microsoft.com/office/drawing/2014/main" id="{0EB7CC16-D151-B1AA-05E3-B0795E2A43E1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179" name="Ovaal 178">
              <a:extLst>
                <a:ext uri="{FF2B5EF4-FFF2-40B4-BE49-F238E27FC236}">
                  <a16:creationId xmlns:a16="http://schemas.microsoft.com/office/drawing/2014/main" id="{9D51CC0D-E7D9-F282-56CA-EA15AC17DF3A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80" name="Rechthoek 179">
              <a:extLst>
                <a:ext uri="{FF2B5EF4-FFF2-40B4-BE49-F238E27FC236}">
                  <a16:creationId xmlns:a16="http://schemas.microsoft.com/office/drawing/2014/main" id="{52B6A0CE-2F1E-C8F0-23BF-2BA9BC02B371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Om de afbeelding te schalen of bij te snijden,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afbeeldingen - Opmaak’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 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‘Bijsnijden’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 Schaal met de bolletjes de afbeelding en met de hoekjes het afbeeldingskader.</a:t>
              </a:r>
            </a:p>
          </p:txBody>
        </p:sp>
        <p:grpSp>
          <p:nvGrpSpPr>
            <p:cNvPr id="181" name="Groep 180">
              <a:extLst>
                <a:ext uri="{FF2B5EF4-FFF2-40B4-BE49-F238E27FC236}">
                  <a16:creationId xmlns:a16="http://schemas.microsoft.com/office/drawing/2014/main" id="{8B13ECC3-0303-F842-588F-5FA5E8C87D4F}"/>
                </a:ext>
              </a:extLst>
            </p:cNvPr>
            <p:cNvGrpSpPr/>
            <p:nvPr userDrawn="1"/>
          </p:nvGrpSpPr>
          <p:grpSpPr>
            <a:xfrm>
              <a:off x="-3354295" y="3728895"/>
              <a:ext cx="514284" cy="506545"/>
              <a:chOff x="12617641" y="3403239"/>
              <a:chExt cx="752963" cy="741634"/>
            </a:xfrm>
          </p:grpSpPr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1770385A-3935-23CB-C74B-C8E2E06CA06B}"/>
                  </a:ext>
                </a:extLst>
              </p:cNvPr>
              <p:cNvGrpSpPr/>
              <p:nvPr userDrawn="1"/>
            </p:nvGrpSpPr>
            <p:grpSpPr>
              <a:xfrm>
                <a:off x="12771530" y="3403239"/>
                <a:ext cx="467176" cy="448491"/>
                <a:chOff x="12782157" y="3403239"/>
                <a:chExt cx="467176" cy="448491"/>
              </a:xfrm>
            </p:grpSpPr>
            <p:grpSp>
              <p:nvGrpSpPr>
                <p:cNvPr id="201" name="Groep 200">
                  <a:extLst>
                    <a:ext uri="{FF2B5EF4-FFF2-40B4-BE49-F238E27FC236}">
                      <a16:creationId xmlns:a16="http://schemas.microsoft.com/office/drawing/2014/main" id="{7EDF7DF1-0E8D-B6E5-60DB-20BDA2F321EA}"/>
                    </a:ext>
                  </a:extLst>
                </p:cNvPr>
                <p:cNvGrpSpPr/>
                <p:nvPr userDrawn="1"/>
              </p:nvGrpSpPr>
              <p:grpSpPr>
                <a:xfrm>
                  <a:off x="12782157" y="3403239"/>
                  <a:ext cx="412976" cy="396132"/>
                  <a:chOff x="13554906" y="3320109"/>
                  <a:chExt cx="443917" cy="425811"/>
                </a:xfrm>
              </p:grpSpPr>
              <p:grpSp>
                <p:nvGrpSpPr>
                  <p:cNvPr id="208" name="Groep 207">
                    <a:extLst>
                      <a:ext uri="{FF2B5EF4-FFF2-40B4-BE49-F238E27FC236}">
                        <a16:creationId xmlns:a16="http://schemas.microsoft.com/office/drawing/2014/main" id="{AB9CF9A7-69BC-146A-03C7-FB5DC0653D6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7" cy="425811"/>
                    <a:chOff x="12909684" y="1276143"/>
                    <a:chExt cx="443917" cy="425811"/>
                  </a:xfrm>
                </p:grpSpPr>
                <p:sp>
                  <p:nvSpPr>
                    <p:cNvPr id="211" name="Rechthoek 210">
                      <a:extLst>
                        <a:ext uri="{FF2B5EF4-FFF2-40B4-BE49-F238E27FC236}">
                          <a16:creationId xmlns:a16="http://schemas.microsoft.com/office/drawing/2014/main" id="{F739D24B-7014-3C7F-5718-9792357E476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9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2" name="Rechthoek 211">
                      <a:extLst>
                        <a:ext uri="{FF2B5EF4-FFF2-40B4-BE49-F238E27FC236}">
                          <a16:creationId xmlns:a16="http://schemas.microsoft.com/office/drawing/2014/main" id="{2188E9EB-59BB-697F-DEAA-D556F9B66690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nl-NL" sz="800" b="0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213" name="Ovaal 212">
                      <a:extLst>
                        <a:ext uri="{FF2B5EF4-FFF2-40B4-BE49-F238E27FC236}">
                          <a16:creationId xmlns:a16="http://schemas.microsoft.com/office/drawing/2014/main" id="{421CC1D5-1471-83D5-D153-5BB2ECFB856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nl-NL" sz="1000" b="1" noProof="0">
                        <a:solidFill>
                          <a:srgbClr val="211F26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209" name="Afbeelding 208">
                    <a:extLst>
                      <a:ext uri="{FF2B5EF4-FFF2-40B4-BE49-F238E27FC236}">
                        <a16:creationId xmlns:a16="http://schemas.microsoft.com/office/drawing/2014/main" id="{35AD232B-B598-3D96-28CA-7652D80645DD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1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210" name="Afbeelding 209">
                    <a:extLst>
                      <a:ext uri="{FF2B5EF4-FFF2-40B4-BE49-F238E27FC236}">
                        <a16:creationId xmlns:a16="http://schemas.microsoft.com/office/drawing/2014/main" id="{44CD0757-FABC-248A-B22C-0AF71430E7EA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4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49265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2" name="Groep 201">
                  <a:extLst>
                    <a:ext uri="{FF2B5EF4-FFF2-40B4-BE49-F238E27FC236}">
                      <a16:creationId xmlns:a16="http://schemas.microsoft.com/office/drawing/2014/main" id="{CCFC48F1-93F5-B989-FCCE-2AA69CE00648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06" name="Rechthoek 205">
                    <a:extLst>
                      <a:ext uri="{FF2B5EF4-FFF2-40B4-BE49-F238E27FC236}">
                        <a16:creationId xmlns:a16="http://schemas.microsoft.com/office/drawing/2014/main" id="{C741F93C-DD55-87E4-F7E0-5DD4D0E5F64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7" name="Rechthoek 206">
                    <a:extLst>
                      <a:ext uri="{FF2B5EF4-FFF2-40B4-BE49-F238E27FC236}">
                        <a16:creationId xmlns:a16="http://schemas.microsoft.com/office/drawing/2014/main" id="{A42D9894-6D5A-01B5-FF64-F5D93D83963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203" name="Groep 202">
                  <a:extLst>
                    <a:ext uri="{FF2B5EF4-FFF2-40B4-BE49-F238E27FC236}">
                      <a16:creationId xmlns:a16="http://schemas.microsoft.com/office/drawing/2014/main" id="{5C800E8E-7B8A-50EF-75A0-2579C4D16987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204" name="Rechthoek 203">
                    <a:extLst>
                      <a:ext uri="{FF2B5EF4-FFF2-40B4-BE49-F238E27FC236}">
                        <a16:creationId xmlns:a16="http://schemas.microsoft.com/office/drawing/2014/main" id="{2A149A8A-DB5A-EB28-7B97-2FD454A4766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205" name="Rechthoek 204">
                    <a:extLst>
                      <a:ext uri="{FF2B5EF4-FFF2-40B4-BE49-F238E27FC236}">
                        <a16:creationId xmlns:a16="http://schemas.microsoft.com/office/drawing/2014/main" id="{2BE13EA4-1F73-DF5B-F1C2-4450E87CBF62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nl-NL" sz="1000" b="1" noProof="0">
                      <a:solidFill>
                        <a:srgbClr val="211F26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</p:grpSp>
          <p:sp>
            <p:nvSpPr>
              <p:cNvPr id="199" name="Rechthoek 198">
                <a:extLst>
                  <a:ext uri="{FF2B5EF4-FFF2-40B4-BE49-F238E27FC236}">
                    <a16:creationId xmlns:a16="http://schemas.microsoft.com/office/drawing/2014/main" id="{A3448025-3A3A-F0C3-3255-B37EC45FF87F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noProof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Bijsnijden</a:t>
                </a:r>
              </a:p>
            </p:txBody>
          </p:sp>
          <p:sp>
            <p:nvSpPr>
              <p:cNvPr id="200" name="Gelijkbenige driehoek 199">
                <a:extLst>
                  <a:ext uri="{FF2B5EF4-FFF2-40B4-BE49-F238E27FC236}">
                    <a16:creationId xmlns:a16="http://schemas.microsoft.com/office/drawing/2014/main" id="{D5C669DA-D5FB-CB06-F6D2-35BA64F81FF1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2" name="ICOON_info">
              <a:extLst>
                <a:ext uri="{FF2B5EF4-FFF2-40B4-BE49-F238E27FC236}">
                  <a16:creationId xmlns:a16="http://schemas.microsoft.com/office/drawing/2014/main" id="{BC1A2A5C-576A-12BD-176D-90BEFE0024E2}"/>
                </a:ext>
              </a:extLst>
            </p:cNvPr>
            <p:cNvGrpSpPr/>
            <p:nvPr userDrawn="1"/>
          </p:nvGrpSpPr>
          <p:grpSpPr>
            <a:xfrm>
              <a:off x="-376736" y="4248099"/>
              <a:ext cx="283685" cy="283685"/>
              <a:chOff x="-510741" y="5913713"/>
              <a:chExt cx="267555" cy="267555"/>
            </a:xfrm>
          </p:grpSpPr>
          <p:sp>
            <p:nvSpPr>
              <p:cNvPr id="196" name="Ovaal 195">
                <a:extLst>
                  <a:ext uri="{FF2B5EF4-FFF2-40B4-BE49-F238E27FC236}">
                    <a16:creationId xmlns:a16="http://schemas.microsoft.com/office/drawing/2014/main" id="{095E9759-7CA3-7510-F4A0-5B452AB4B2E1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7" name="Graphic 163" descr="Informatie">
                <a:extLst>
                  <a:ext uri="{FF2B5EF4-FFF2-40B4-BE49-F238E27FC236}">
                    <a16:creationId xmlns:a16="http://schemas.microsoft.com/office/drawing/2014/main" id="{856833A3-4EDE-534E-9398-E01939BFF60B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83" name="Groep 182">
              <a:extLst>
                <a:ext uri="{FF2B5EF4-FFF2-40B4-BE49-F238E27FC236}">
                  <a16:creationId xmlns:a16="http://schemas.microsoft.com/office/drawing/2014/main" id="{E241D3CB-E80B-1C05-E88E-002AF1624AF3}"/>
                </a:ext>
              </a:extLst>
            </p:cNvPr>
            <p:cNvGrpSpPr/>
            <p:nvPr userDrawn="1"/>
          </p:nvGrpSpPr>
          <p:grpSpPr>
            <a:xfrm>
              <a:off x="-938434" y="4556525"/>
              <a:ext cx="627798" cy="576693"/>
              <a:chOff x="-938434" y="4570310"/>
              <a:chExt cx="627798" cy="576693"/>
            </a:xfrm>
          </p:grpSpPr>
          <p:grpSp>
            <p:nvGrpSpPr>
              <p:cNvPr id="191" name="Inspireren">
                <a:extLst>
                  <a:ext uri="{FF2B5EF4-FFF2-40B4-BE49-F238E27FC236}">
                    <a16:creationId xmlns:a16="http://schemas.microsoft.com/office/drawing/2014/main" id="{5C1AD9A6-62FE-E623-0E98-CAD0D79A3FA2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93" name="Freeform 12">
                  <a:extLst>
                    <a:ext uri="{FF2B5EF4-FFF2-40B4-BE49-F238E27FC236}">
                      <a16:creationId xmlns:a16="http://schemas.microsoft.com/office/drawing/2014/main" id="{CB0EF1C2-5FB6-FB74-C14A-ABF8DD2544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94" name="Freeform 13">
                  <a:extLst>
                    <a:ext uri="{FF2B5EF4-FFF2-40B4-BE49-F238E27FC236}">
                      <a16:creationId xmlns:a16="http://schemas.microsoft.com/office/drawing/2014/main" id="{D4BFA036-1E39-86DA-FE03-B3E321AB62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95" name="Freeform 14">
                  <a:extLst>
                    <a:ext uri="{FF2B5EF4-FFF2-40B4-BE49-F238E27FC236}">
                      <a16:creationId xmlns:a16="http://schemas.microsoft.com/office/drawing/2014/main" id="{DF74242E-5292-E7E5-379F-B2BC348BAF1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92" name="Tekstvak 191">
                <a:extLst>
                  <a:ext uri="{FF2B5EF4-FFF2-40B4-BE49-F238E27FC236}">
                    <a16:creationId xmlns:a16="http://schemas.microsoft.com/office/drawing/2014/main" id="{B8FB5A41-453E-43AE-49B4-CF9C8748F2F1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184" name="Groep 183">
              <a:extLst>
                <a:ext uri="{FF2B5EF4-FFF2-40B4-BE49-F238E27FC236}">
                  <a16:creationId xmlns:a16="http://schemas.microsoft.com/office/drawing/2014/main" id="{C3A07B2D-7CFF-285F-4B6E-D47DC393C31F}"/>
                </a:ext>
              </a:extLst>
            </p:cNvPr>
            <p:cNvGrpSpPr/>
            <p:nvPr userDrawn="1"/>
          </p:nvGrpSpPr>
          <p:grpSpPr>
            <a:xfrm>
              <a:off x="-3367447" y="1226982"/>
              <a:ext cx="791775" cy="406485"/>
              <a:chOff x="-3565087" y="1409294"/>
              <a:chExt cx="627469" cy="322133"/>
            </a:xfrm>
          </p:grpSpPr>
          <p:grpSp>
            <p:nvGrpSpPr>
              <p:cNvPr id="185" name="Groep 184">
                <a:extLst>
                  <a:ext uri="{FF2B5EF4-FFF2-40B4-BE49-F238E27FC236}">
                    <a16:creationId xmlns:a16="http://schemas.microsoft.com/office/drawing/2014/main" id="{B9B38540-2D25-6C7A-1042-772D17B12502}"/>
                  </a:ext>
                </a:extLst>
              </p:cNvPr>
              <p:cNvGrpSpPr/>
              <p:nvPr userDrawn="1"/>
            </p:nvGrpSpPr>
            <p:grpSpPr>
              <a:xfrm>
                <a:off x="-3364916" y="1409294"/>
                <a:ext cx="225195" cy="195499"/>
                <a:chOff x="10307162" y="1361199"/>
                <a:chExt cx="2200275" cy="1914525"/>
              </a:xfrm>
            </p:grpSpPr>
            <p:sp>
              <p:nvSpPr>
                <p:cNvPr id="187" name="Vrije vorm: vorm 186">
                  <a:extLst>
                    <a:ext uri="{FF2B5EF4-FFF2-40B4-BE49-F238E27FC236}">
                      <a16:creationId xmlns:a16="http://schemas.microsoft.com/office/drawing/2014/main" id="{D055D158-8244-2DDD-0815-6B81E96F4F38}"/>
                    </a:ext>
                  </a:extLst>
                </p:cNvPr>
                <p:cNvSpPr/>
                <p:nvPr/>
              </p:nvSpPr>
              <p:spPr>
                <a:xfrm>
                  <a:off x="10683400" y="1831734"/>
                  <a:ext cx="371475" cy="371475"/>
                </a:xfrm>
                <a:custGeom>
                  <a:avLst/>
                  <a:gdLst>
                    <a:gd name="connsiteX0" fmla="*/ 369094 w 371475"/>
                    <a:gd name="connsiteY0" fmla="*/ 188119 h 371475"/>
                    <a:gd name="connsiteX1" fmla="*/ 188119 w 371475"/>
                    <a:gd name="connsiteY1" fmla="*/ 369094 h 371475"/>
                    <a:gd name="connsiteX2" fmla="*/ 7144 w 371475"/>
                    <a:gd name="connsiteY2" fmla="*/ 188119 h 371475"/>
                    <a:gd name="connsiteX3" fmla="*/ 188119 w 371475"/>
                    <a:gd name="connsiteY3" fmla="*/ 7144 h 371475"/>
                    <a:gd name="connsiteX4" fmla="*/ 369094 w 371475"/>
                    <a:gd name="connsiteY4" fmla="*/ 188119 h 37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475" h="371475">
                      <a:moveTo>
                        <a:pt x="369094" y="188119"/>
                      </a:moveTo>
                      <a:cubicBezTo>
                        <a:pt x="369094" y="288068"/>
                        <a:pt x="288068" y="369094"/>
                        <a:pt x="188119" y="369094"/>
                      </a:cubicBezTo>
                      <a:cubicBezTo>
                        <a:pt x="88169" y="369094"/>
                        <a:pt x="7144" y="288068"/>
                        <a:pt x="7144" y="188119"/>
                      </a:cubicBezTo>
                      <a:cubicBezTo>
                        <a:pt x="7144" y="88169"/>
                        <a:pt x="88169" y="7144"/>
                        <a:pt x="188119" y="7144"/>
                      </a:cubicBezTo>
                      <a:cubicBezTo>
                        <a:pt x="288068" y="7144"/>
                        <a:pt x="369094" y="88169"/>
                        <a:pt x="369094" y="188119"/>
                      </a:cubicBezTo>
                      <a:close/>
                    </a:path>
                  </a:pathLst>
                </a:custGeom>
                <a:solidFill>
                  <a:srgbClr val="1FF52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7200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  <p:grpSp>
              <p:nvGrpSpPr>
                <p:cNvPr id="188" name="Groep 187">
                  <a:extLst>
                    <a:ext uri="{FF2B5EF4-FFF2-40B4-BE49-F238E27FC236}">
                      <a16:creationId xmlns:a16="http://schemas.microsoft.com/office/drawing/2014/main" id="{26BF94F5-406C-84C0-4F9B-C636C21FF503}"/>
                    </a:ext>
                  </a:extLst>
                </p:cNvPr>
                <p:cNvGrpSpPr/>
                <p:nvPr/>
              </p:nvGrpSpPr>
              <p:grpSpPr>
                <a:xfrm>
                  <a:off x="10307162" y="1361199"/>
                  <a:ext cx="2200275" cy="1914525"/>
                  <a:chOff x="10307162" y="1361199"/>
                  <a:chExt cx="2200275" cy="191452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sp>
                <p:nvSpPr>
                  <p:cNvPr id="189" name="Vrije vorm: vorm 188">
                    <a:extLst>
                      <a:ext uri="{FF2B5EF4-FFF2-40B4-BE49-F238E27FC236}">
                        <a16:creationId xmlns:a16="http://schemas.microsoft.com/office/drawing/2014/main" id="{172E3E74-2E64-4806-020E-CF577EE3C5CC}"/>
                      </a:ext>
                    </a:extLst>
                  </p:cNvPr>
                  <p:cNvSpPr/>
                  <p:nvPr/>
                </p:nvSpPr>
                <p:spPr>
                  <a:xfrm>
                    <a:off x="10307162" y="1361199"/>
                    <a:ext cx="2200275" cy="1914525"/>
                  </a:xfrm>
                  <a:custGeom>
                    <a:avLst/>
                    <a:gdLst>
                      <a:gd name="connsiteX0" fmla="*/ 7144 w 2200275"/>
                      <a:gd name="connsiteY0" fmla="*/ 7144 h 1914525"/>
                      <a:gd name="connsiteX1" fmla="*/ 7144 w 2200275"/>
                      <a:gd name="connsiteY1" fmla="*/ 245269 h 1914525"/>
                      <a:gd name="connsiteX2" fmla="*/ 432911 w 2200275"/>
                      <a:gd name="connsiteY2" fmla="*/ 245269 h 1914525"/>
                      <a:gd name="connsiteX3" fmla="*/ 432911 w 2200275"/>
                      <a:gd name="connsiteY3" fmla="*/ 245269 h 1914525"/>
                      <a:gd name="connsiteX4" fmla="*/ 1959769 w 2200275"/>
                      <a:gd name="connsiteY4" fmla="*/ 245269 h 1914525"/>
                      <a:gd name="connsiteX5" fmla="*/ 1959769 w 2200275"/>
                      <a:gd name="connsiteY5" fmla="*/ 1674019 h 1914525"/>
                      <a:gd name="connsiteX6" fmla="*/ 245269 w 2200275"/>
                      <a:gd name="connsiteY6" fmla="*/ 1674019 h 1914525"/>
                      <a:gd name="connsiteX7" fmla="*/ 245269 w 2200275"/>
                      <a:gd name="connsiteY7" fmla="*/ 350044 h 1914525"/>
                      <a:gd name="connsiteX8" fmla="*/ 7144 w 2200275"/>
                      <a:gd name="connsiteY8" fmla="*/ 350044 h 1914525"/>
                      <a:gd name="connsiteX9" fmla="*/ 7144 w 2200275"/>
                      <a:gd name="connsiteY9" fmla="*/ 1912144 h 1914525"/>
                      <a:gd name="connsiteX10" fmla="*/ 2197894 w 2200275"/>
                      <a:gd name="connsiteY10" fmla="*/ 1912144 h 1914525"/>
                      <a:gd name="connsiteX11" fmla="*/ 2197894 w 2200275"/>
                      <a:gd name="connsiteY11" fmla="*/ 7144 h 1914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200275" h="1914525">
                        <a:moveTo>
                          <a:pt x="7144" y="7144"/>
                        </a:moveTo>
                        <a:lnTo>
                          <a:pt x="7144" y="245269"/>
                        </a:lnTo>
                        <a:lnTo>
                          <a:pt x="432911" y="245269"/>
                        </a:lnTo>
                        <a:lnTo>
                          <a:pt x="432911" y="245269"/>
                        </a:lnTo>
                        <a:lnTo>
                          <a:pt x="1959769" y="245269"/>
                        </a:lnTo>
                        <a:lnTo>
                          <a:pt x="1959769" y="1674019"/>
                        </a:lnTo>
                        <a:lnTo>
                          <a:pt x="245269" y="1674019"/>
                        </a:lnTo>
                        <a:lnTo>
                          <a:pt x="245269" y="350044"/>
                        </a:lnTo>
                        <a:lnTo>
                          <a:pt x="7144" y="350044"/>
                        </a:lnTo>
                        <a:lnTo>
                          <a:pt x="7144" y="1912144"/>
                        </a:lnTo>
                        <a:lnTo>
                          <a:pt x="2197894" y="1912144"/>
                        </a:lnTo>
                        <a:lnTo>
                          <a:pt x="2197894" y="714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  <p:sp>
                <p:nvSpPr>
                  <p:cNvPr id="190" name="Vrije vorm: vorm 189">
                    <a:extLst>
                      <a:ext uri="{FF2B5EF4-FFF2-40B4-BE49-F238E27FC236}">
                        <a16:creationId xmlns:a16="http://schemas.microsoft.com/office/drawing/2014/main" id="{37F38203-207F-5347-BE96-2FAA45FE781D}"/>
                      </a:ext>
                    </a:extLst>
                  </p:cNvPr>
                  <p:cNvSpPr/>
                  <p:nvPr/>
                </p:nvSpPr>
                <p:spPr>
                  <a:xfrm>
                    <a:off x="10682447" y="1953654"/>
                    <a:ext cx="1438275" cy="885825"/>
                  </a:xfrm>
                  <a:custGeom>
                    <a:avLst/>
                    <a:gdLst>
                      <a:gd name="connsiteX0" fmla="*/ 1070134 w 1438275"/>
                      <a:gd name="connsiteY0" fmla="*/ 7144 h 885825"/>
                      <a:gd name="connsiteX1" fmla="*/ 801529 w 1438275"/>
                      <a:gd name="connsiteY1" fmla="*/ 275749 h 885825"/>
                      <a:gd name="connsiteX2" fmla="*/ 662464 w 1438275"/>
                      <a:gd name="connsiteY2" fmla="*/ 137636 h 885825"/>
                      <a:gd name="connsiteX3" fmla="*/ 7144 w 1438275"/>
                      <a:gd name="connsiteY3" fmla="*/ 784384 h 885825"/>
                      <a:gd name="connsiteX4" fmla="*/ 108109 w 1438275"/>
                      <a:gd name="connsiteY4" fmla="*/ 885349 h 885825"/>
                      <a:gd name="connsiteX5" fmla="*/ 662464 w 1438275"/>
                      <a:gd name="connsiteY5" fmla="*/ 338614 h 885825"/>
                      <a:gd name="connsiteX6" fmla="*/ 928211 w 1438275"/>
                      <a:gd name="connsiteY6" fmla="*/ 605314 h 885825"/>
                      <a:gd name="connsiteX7" fmla="*/ 1029176 w 1438275"/>
                      <a:gd name="connsiteY7" fmla="*/ 503396 h 885825"/>
                      <a:gd name="connsiteX8" fmla="*/ 902494 w 1438275"/>
                      <a:gd name="connsiteY8" fmla="*/ 376714 h 885825"/>
                      <a:gd name="connsiteX9" fmla="*/ 1070134 w 1438275"/>
                      <a:gd name="connsiteY9" fmla="*/ 209074 h 885825"/>
                      <a:gd name="connsiteX10" fmla="*/ 1337786 w 1438275"/>
                      <a:gd name="connsiteY10" fmla="*/ 480536 h 885825"/>
                      <a:gd name="connsiteX11" fmla="*/ 1438751 w 1438275"/>
                      <a:gd name="connsiteY11" fmla="*/ 378619 h 885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1438275" h="885825">
                        <a:moveTo>
                          <a:pt x="1070134" y="7144"/>
                        </a:moveTo>
                        <a:lnTo>
                          <a:pt x="801529" y="275749"/>
                        </a:lnTo>
                        <a:lnTo>
                          <a:pt x="662464" y="137636"/>
                        </a:lnTo>
                        <a:lnTo>
                          <a:pt x="7144" y="784384"/>
                        </a:lnTo>
                        <a:lnTo>
                          <a:pt x="108109" y="885349"/>
                        </a:lnTo>
                        <a:lnTo>
                          <a:pt x="662464" y="338614"/>
                        </a:lnTo>
                        <a:lnTo>
                          <a:pt x="928211" y="605314"/>
                        </a:lnTo>
                        <a:lnTo>
                          <a:pt x="1029176" y="503396"/>
                        </a:lnTo>
                        <a:lnTo>
                          <a:pt x="902494" y="376714"/>
                        </a:lnTo>
                        <a:lnTo>
                          <a:pt x="1070134" y="209074"/>
                        </a:lnTo>
                        <a:lnTo>
                          <a:pt x="1337786" y="480536"/>
                        </a:lnTo>
                        <a:lnTo>
                          <a:pt x="1438751" y="378619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defTabSz="995469"/>
                    <a:endParaRPr lang="nl-NL" sz="7200">
                      <a:solidFill>
                        <a:srgbClr val="211F26"/>
                      </a:solidFill>
                      <a:latin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86" name="Tekstvak 185">
                <a:extLst>
                  <a:ext uri="{FF2B5EF4-FFF2-40B4-BE49-F238E27FC236}">
                    <a16:creationId xmlns:a16="http://schemas.microsoft.com/office/drawing/2014/main" id="{38E34895-F697-854E-7E21-3CC1B6F40473}"/>
                  </a:ext>
                </a:extLst>
              </p:cNvPr>
              <p:cNvSpPr txBox="1"/>
              <p:nvPr userDrawn="1"/>
            </p:nvSpPr>
            <p:spPr>
              <a:xfrm>
                <a:off x="-3565087" y="1617700"/>
                <a:ext cx="627469" cy="11372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Afbeeldingen</a:t>
                </a:r>
              </a:p>
            </p:txBody>
          </p:sp>
        </p:grpSp>
      </p:grpSp>
      <p:sp>
        <p:nvSpPr>
          <p:cNvPr id="2" name="Tijdelijke aanduiding voor dianummer 3">
            <a:extLst>
              <a:ext uri="{FF2B5EF4-FFF2-40B4-BE49-F238E27FC236}">
                <a16:creationId xmlns:a16="http://schemas.microsoft.com/office/drawing/2014/main" id="{F940DA84-76D0-381D-0406-95DD9F20C13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12575" y="6381750"/>
            <a:ext cx="252413" cy="2508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843DB9-9987-4157-AB9C-CEA8D7D910BB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474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fbeeldingen 1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27">
            <a:extLst>
              <a:ext uri="{FF2B5EF4-FFF2-40B4-BE49-F238E27FC236}">
                <a16:creationId xmlns:a16="http://schemas.microsoft.com/office/drawing/2014/main" id="{73FAF924-A2CD-81FD-3012-DA2DB0F9B2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47" r="7107" b="1422"/>
          <a:stretch/>
        </p:blipFill>
        <p:spPr>
          <a:xfrm>
            <a:off x="10537160" y="0"/>
            <a:ext cx="1652839" cy="6858000"/>
          </a:xfrm>
          <a:prstGeom prst="rect">
            <a:avLst/>
          </a:prstGeom>
        </p:spPr>
      </p:pic>
      <p:sp>
        <p:nvSpPr>
          <p:cNvPr id="60" name="Vrije vorm: vorm 59">
            <a:extLst>
              <a:ext uri="{FF2B5EF4-FFF2-40B4-BE49-F238E27FC236}">
                <a16:creationId xmlns:a16="http://schemas.microsoft.com/office/drawing/2014/main" id="{80F442F8-8935-2B0E-99DC-37F3C1DF5FB6}"/>
              </a:ext>
            </a:extLst>
          </p:cNvPr>
          <p:cNvSpPr/>
          <p:nvPr/>
        </p:nvSpPr>
        <p:spPr>
          <a:xfrm>
            <a:off x="10569055" y="6490550"/>
            <a:ext cx="211113" cy="146931"/>
          </a:xfrm>
          <a:custGeom>
            <a:avLst/>
            <a:gdLst>
              <a:gd name="connsiteX0" fmla="*/ 0 w 211113"/>
              <a:gd name="connsiteY0" fmla="*/ 109374 h 146931"/>
              <a:gd name="connsiteX1" fmla="*/ 91725 w 211113"/>
              <a:gd name="connsiteY1" fmla="*/ 49466 h 146931"/>
              <a:gd name="connsiteX2" fmla="*/ 189435 w 211113"/>
              <a:gd name="connsiteY2" fmla="*/ 0 h 146931"/>
              <a:gd name="connsiteX3" fmla="*/ 211114 w 211113"/>
              <a:gd name="connsiteY3" fmla="*/ 37496 h 146931"/>
              <a:gd name="connsiteX4" fmla="*/ 119389 w 211113"/>
              <a:gd name="connsiteY4" fmla="*/ 97405 h 146931"/>
              <a:gd name="connsiteX5" fmla="*/ 21679 w 211113"/>
              <a:gd name="connsiteY5" fmla="*/ 146931 h 146931"/>
              <a:gd name="connsiteX6" fmla="*/ 0 w 211113"/>
              <a:gd name="connsiteY6" fmla="*/ 109374 h 146931"/>
              <a:gd name="connsiteX7" fmla="*/ 0 w 211113"/>
              <a:gd name="connsiteY7" fmla="*/ 109374 h 14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931">
                <a:moveTo>
                  <a:pt x="0" y="109374"/>
                </a:moveTo>
                <a:cubicBezTo>
                  <a:pt x="0" y="109374"/>
                  <a:pt x="40550" y="79023"/>
                  <a:pt x="91725" y="49466"/>
                </a:cubicBezTo>
                <a:cubicBezTo>
                  <a:pt x="142900" y="19908"/>
                  <a:pt x="189435" y="0"/>
                  <a:pt x="189435" y="0"/>
                </a:cubicBezTo>
                <a:lnTo>
                  <a:pt x="211114" y="37496"/>
                </a:lnTo>
                <a:cubicBezTo>
                  <a:pt x="211114" y="37496"/>
                  <a:pt x="170564" y="67847"/>
                  <a:pt x="119389" y="97405"/>
                </a:cubicBezTo>
                <a:cubicBezTo>
                  <a:pt x="68214" y="126962"/>
                  <a:pt x="21679" y="146931"/>
                  <a:pt x="21679" y="146931"/>
                </a:cubicBezTo>
                <a:lnTo>
                  <a:pt x="0" y="109374"/>
                </a:lnTo>
                <a:lnTo>
                  <a:pt x="0" y="109374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5" name="Vrije vorm: vorm 64">
            <a:extLst>
              <a:ext uri="{FF2B5EF4-FFF2-40B4-BE49-F238E27FC236}">
                <a16:creationId xmlns:a16="http://schemas.microsoft.com/office/drawing/2014/main" id="{E96D576B-27B8-BB59-305C-024659B3A543}"/>
              </a:ext>
            </a:extLst>
          </p:cNvPr>
          <p:cNvSpPr/>
          <p:nvPr/>
        </p:nvSpPr>
        <p:spPr>
          <a:xfrm>
            <a:off x="10836413" y="6564076"/>
            <a:ext cx="55389" cy="218747"/>
          </a:xfrm>
          <a:custGeom>
            <a:avLst/>
            <a:gdLst>
              <a:gd name="connsiteX0" fmla="*/ 49343 w 55389"/>
              <a:gd name="connsiteY0" fmla="*/ 0 h 218747"/>
              <a:gd name="connsiteX1" fmla="*/ 55389 w 55389"/>
              <a:gd name="connsiteY1" fmla="*/ 109374 h 218747"/>
              <a:gd name="connsiteX2" fmla="*/ 49343 w 55389"/>
              <a:gd name="connsiteY2" fmla="*/ 218747 h 218747"/>
              <a:gd name="connsiteX3" fmla="*/ 6046 w 55389"/>
              <a:gd name="connsiteY3" fmla="*/ 218747 h 218747"/>
              <a:gd name="connsiteX4" fmla="*/ 0 w 55389"/>
              <a:gd name="connsiteY4" fmla="*/ 109374 h 218747"/>
              <a:gd name="connsiteX5" fmla="*/ 6046 w 55389"/>
              <a:gd name="connsiteY5" fmla="*/ 0 h 218747"/>
              <a:gd name="connsiteX6" fmla="*/ 49343 w 55389"/>
              <a:gd name="connsiteY6" fmla="*/ 0 h 218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389" h="218747">
                <a:moveTo>
                  <a:pt x="49343" y="0"/>
                </a:moveTo>
                <a:cubicBezTo>
                  <a:pt x="49343" y="0"/>
                  <a:pt x="55389" y="50259"/>
                  <a:pt x="55389" y="109374"/>
                </a:cubicBezTo>
                <a:cubicBezTo>
                  <a:pt x="55389" y="168488"/>
                  <a:pt x="49343" y="218747"/>
                  <a:pt x="49343" y="218747"/>
                </a:cubicBezTo>
                <a:lnTo>
                  <a:pt x="6046" y="218747"/>
                </a:lnTo>
                <a:cubicBezTo>
                  <a:pt x="6046" y="218747"/>
                  <a:pt x="0" y="168488"/>
                  <a:pt x="0" y="109374"/>
                </a:cubicBezTo>
                <a:cubicBezTo>
                  <a:pt x="0" y="50259"/>
                  <a:pt x="6046" y="0"/>
                  <a:pt x="6046" y="0"/>
                </a:cubicBezTo>
                <a:lnTo>
                  <a:pt x="49343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6" name="Vrije vorm: vorm 65">
            <a:extLst>
              <a:ext uri="{FF2B5EF4-FFF2-40B4-BE49-F238E27FC236}">
                <a16:creationId xmlns:a16="http://schemas.microsoft.com/office/drawing/2014/main" id="{7DCD85D2-6957-A7A0-3F86-0C69141418B4}"/>
              </a:ext>
            </a:extLst>
          </p:cNvPr>
          <p:cNvSpPr/>
          <p:nvPr/>
        </p:nvSpPr>
        <p:spPr>
          <a:xfrm>
            <a:off x="11594395" y="6564076"/>
            <a:ext cx="55389" cy="218747"/>
          </a:xfrm>
          <a:custGeom>
            <a:avLst/>
            <a:gdLst>
              <a:gd name="connsiteX0" fmla="*/ 49343 w 55389"/>
              <a:gd name="connsiteY0" fmla="*/ 0 h 218747"/>
              <a:gd name="connsiteX1" fmla="*/ 55389 w 55389"/>
              <a:gd name="connsiteY1" fmla="*/ 109374 h 218747"/>
              <a:gd name="connsiteX2" fmla="*/ 49343 w 55389"/>
              <a:gd name="connsiteY2" fmla="*/ 218747 h 218747"/>
              <a:gd name="connsiteX3" fmla="*/ 6046 w 55389"/>
              <a:gd name="connsiteY3" fmla="*/ 218747 h 218747"/>
              <a:gd name="connsiteX4" fmla="*/ 0 w 55389"/>
              <a:gd name="connsiteY4" fmla="*/ 109374 h 218747"/>
              <a:gd name="connsiteX5" fmla="*/ 6046 w 55389"/>
              <a:gd name="connsiteY5" fmla="*/ 0 h 218747"/>
              <a:gd name="connsiteX6" fmla="*/ 49343 w 55389"/>
              <a:gd name="connsiteY6" fmla="*/ 0 h 218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389" h="218747">
                <a:moveTo>
                  <a:pt x="49343" y="0"/>
                </a:moveTo>
                <a:cubicBezTo>
                  <a:pt x="49343" y="0"/>
                  <a:pt x="55389" y="50259"/>
                  <a:pt x="55389" y="109374"/>
                </a:cubicBezTo>
                <a:cubicBezTo>
                  <a:pt x="55389" y="168488"/>
                  <a:pt x="49343" y="218747"/>
                  <a:pt x="49343" y="218747"/>
                </a:cubicBezTo>
                <a:lnTo>
                  <a:pt x="6046" y="218747"/>
                </a:lnTo>
                <a:cubicBezTo>
                  <a:pt x="6046" y="218747"/>
                  <a:pt x="0" y="168488"/>
                  <a:pt x="0" y="109374"/>
                </a:cubicBezTo>
                <a:cubicBezTo>
                  <a:pt x="0" y="50259"/>
                  <a:pt x="6046" y="0"/>
                  <a:pt x="6046" y="0"/>
                </a:cubicBezTo>
                <a:lnTo>
                  <a:pt x="49343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7" name="Vrije vorm: vorm 66">
            <a:extLst>
              <a:ext uri="{FF2B5EF4-FFF2-40B4-BE49-F238E27FC236}">
                <a16:creationId xmlns:a16="http://schemas.microsoft.com/office/drawing/2014/main" id="{B368D2B6-3A5D-A391-F5FD-ABC3AA766332}"/>
              </a:ext>
            </a:extLst>
          </p:cNvPr>
          <p:cNvSpPr/>
          <p:nvPr/>
        </p:nvSpPr>
        <p:spPr>
          <a:xfrm>
            <a:off x="10569055" y="6709420"/>
            <a:ext cx="211113" cy="146869"/>
          </a:xfrm>
          <a:custGeom>
            <a:avLst/>
            <a:gdLst>
              <a:gd name="connsiteX0" fmla="*/ 21679 w 211113"/>
              <a:gd name="connsiteY0" fmla="*/ 0 h 146869"/>
              <a:gd name="connsiteX1" fmla="*/ 119389 w 211113"/>
              <a:gd name="connsiteY1" fmla="*/ 49465 h 146869"/>
              <a:gd name="connsiteX2" fmla="*/ 211114 w 211113"/>
              <a:gd name="connsiteY2" fmla="*/ 109373 h 146869"/>
              <a:gd name="connsiteX3" fmla="*/ 189435 w 211113"/>
              <a:gd name="connsiteY3" fmla="*/ 146869 h 146869"/>
              <a:gd name="connsiteX4" fmla="*/ 91725 w 211113"/>
              <a:gd name="connsiteY4" fmla="*/ 97404 h 146869"/>
              <a:gd name="connsiteX5" fmla="*/ 0 w 211113"/>
              <a:gd name="connsiteY5" fmla="*/ 37496 h 146869"/>
              <a:gd name="connsiteX6" fmla="*/ 21679 w 211113"/>
              <a:gd name="connsiteY6" fmla="*/ 0 h 146869"/>
              <a:gd name="connsiteX7" fmla="*/ 21679 w 211113"/>
              <a:gd name="connsiteY7" fmla="*/ 0 h 14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869">
                <a:moveTo>
                  <a:pt x="21679" y="0"/>
                </a:moveTo>
                <a:cubicBezTo>
                  <a:pt x="21679" y="0"/>
                  <a:pt x="68214" y="19908"/>
                  <a:pt x="119389" y="49465"/>
                </a:cubicBezTo>
                <a:cubicBezTo>
                  <a:pt x="170564" y="79022"/>
                  <a:pt x="211114" y="109373"/>
                  <a:pt x="211114" y="109373"/>
                </a:cubicBezTo>
                <a:lnTo>
                  <a:pt x="189435" y="146869"/>
                </a:lnTo>
                <a:cubicBezTo>
                  <a:pt x="189435" y="146869"/>
                  <a:pt x="142900" y="126961"/>
                  <a:pt x="91725" y="97404"/>
                </a:cubicBezTo>
                <a:cubicBezTo>
                  <a:pt x="40550" y="67847"/>
                  <a:pt x="0" y="37496"/>
                  <a:pt x="0" y="37496"/>
                </a:cubicBezTo>
                <a:lnTo>
                  <a:pt x="21679" y="0"/>
                </a:lnTo>
                <a:lnTo>
                  <a:pt x="21679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8" name="Vrije vorm: vorm 67">
            <a:extLst>
              <a:ext uri="{FF2B5EF4-FFF2-40B4-BE49-F238E27FC236}">
                <a16:creationId xmlns:a16="http://schemas.microsoft.com/office/drawing/2014/main" id="{C322E5BE-FA87-B400-4F08-161076336E3C}"/>
              </a:ext>
            </a:extLst>
          </p:cNvPr>
          <p:cNvSpPr/>
          <p:nvPr/>
        </p:nvSpPr>
        <p:spPr>
          <a:xfrm>
            <a:off x="11334793" y="6709420"/>
            <a:ext cx="211114" cy="146869"/>
          </a:xfrm>
          <a:custGeom>
            <a:avLst/>
            <a:gdLst>
              <a:gd name="connsiteX0" fmla="*/ 21679 w 211114"/>
              <a:gd name="connsiteY0" fmla="*/ 0 h 146869"/>
              <a:gd name="connsiteX1" fmla="*/ 119389 w 211114"/>
              <a:gd name="connsiteY1" fmla="*/ 49465 h 146869"/>
              <a:gd name="connsiteX2" fmla="*/ 211114 w 211114"/>
              <a:gd name="connsiteY2" fmla="*/ 109373 h 146869"/>
              <a:gd name="connsiteX3" fmla="*/ 189435 w 211114"/>
              <a:gd name="connsiteY3" fmla="*/ 146869 h 146869"/>
              <a:gd name="connsiteX4" fmla="*/ 91725 w 211114"/>
              <a:gd name="connsiteY4" fmla="*/ 97404 h 146869"/>
              <a:gd name="connsiteX5" fmla="*/ 0 w 211114"/>
              <a:gd name="connsiteY5" fmla="*/ 37496 h 146869"/>
              <a:gd name="connsiteX6" fmla="*/ 21679 w 211114"/>
              <a:gd name="connsiteY6" fmla="*/ 0 h 146869"/>
              <a:gd name="connsiteX7" fmla="*/ 21679 w 211114"/>
              <a:gd name="connsiteY7" fmla="*/ 0 h 14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4" h="146869">
                <a:moveTo>
                  <a:pt x="21679" y="0"/>
                </a:moveTo>
                <a:cubicBezTo>
                  <a:pt x="21679" y="0"/>
                  <a:pt x="68214" y="19908"/>
                  <a:pt x="119389" y="49465"/>
                </a:cubicBezTo>
                <a:cubicBezTo>
                  <a:pt x="170565" y="79022"/>
                  <a:pt x="211114" y="109373"/>
                  <a:pt x="211114" y="109373"/>
                </a:cubicBezTo>
                <a:lnTo>
                  <a:pt x="189435" y="146869"/>
                </a:lnTo>
                <a:cubicBezTo>
                  <a:pt x="189435" y="146869"/>
                  <a:pt x="142900" y="126961"/>
                  <a:pt x="91725" y="97404"/>
                </a:cubicBezTo>
                <a:cubicBezTo>
                  <a:pt x="40550" y="67847"/>
                  <a:pt x="0" y="37496"/>
                  <a:pt x="0" y="37496"/>
                </a:cubicBezTo>
                <a:lnTo>
                  <a:pt x="21679" y="0"/>
                </a:lnTo>
                <a:lnTo>
                  <a:pt x="21679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09" name="Vrije vorm: vorm 108">
            <a:extLst>
              <a:ext uri="{FF2B5EF4-FFF2-40B4-BE49-F238E27FC236}">
                <a16:creationId xmlns:a16="http://schemas.microsoft.com/office/drawing/2014/main" id="{1934DC5B-5A8D-7C19-2C0D-B86021336972}"/>
              </a:ext>
            </a:extLst>
          </p:cNvPr>
          <p:cNvSpPr/>
          <p:nvPr/>
        </p:nvSpPr>
        <p:spPr>
          <a:xfrm>
            <a:off x="10948046" y="6490611"/>
            <a:ext cx="211113" cy="146931"/>
          </a:xfrm>
          <a:custGeom>
            <a:avLst/>
            <a:gdLst>
              <a:gd name="connsiteX0" fmla="*/ 21679 w 211113"/>
              <a:gd name="connsiteY0" fmla="*/ 0 h 146931"/>
              <a:gd name="connsiteX1" fmla="*/ 119389 w 211113"/>
              <a:gd name="connsiteY1" fmla="*/ 49465 h 146931"/>
              <a:gd name="connsiteX2" fmla="*/ 211114 w 211113"/>
              <a:gd name="connsiteY2" fmla="*/ 109374 h 146931"/>
              <a:gd name="connsiteX3" fmla="*/ 189435 w 211113"/>
              <a:gd name="connsiteY3" fmla="*/ 146931 h 146931"/>
              <a:gd name="connsiteX4" fmla="*/ 91725 w 211113"/>
              <a:gd name="connsiteY4" fmla="*/ 97405 h 146931"/>
              <a:gd name="connsiteX5" fmla="*/ 0 w 211113"/>
              <a:gd name="connsiteY5" fmla="*/ 37496 h 146931"/>
              <a:gd name="connsiteX6" fmla="*/ 21679 w 211113"/>
              <a:gd name="connsiteY6" fmla="*/ 0 h 146931"/>
              <a:gd name="connsiteX7" fmla="*/ 21679 w 211113"/>
              <a:gd name="connsiteY7" fmla="*/ 0 h 14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931">
                <a:moveTo>
                  <a:pt x="21679" y="0"/>
                </a:moveTo>
                <a:cubicBezTo>
                  <a:pt x="21679" y="0"/>
                  <a:pt x="68214" y="19908"/>
                  <a:pt x="119389" y="49465"/>
                </a:cubicBezTo>
                <a:cubicBezTo>
                  <a:pt x="170564" y="79023"/>
                  <a:pt x="211114" y="109374"/>
                  <a:pt x="211114" y="109374"/>
                </a:cubicBezTo>
                <a:lnTo>
                  <a:pt x="189435" y="146931"/>
                </a:lnTo>
                <a:cubicBezTo>
                  <a:pt x="189435" y="146931"/>
                  <a:pt x="142900" y="126962"/>
                  <a:pt x="91725" y="97405"/>
                </a:cubicBezTo>
                <a:cubicBezTo>
                  <a:pt x="40549" y="67847"/>
                  <a:pt x="0" y="37496"/>
                  <a:pt x="0" y="37496"/>
                </a:cubicBezTo>
                <a:lnTo>
                  <a:pt x="21679" y="0"/>
                </a:lnTo>
                <a:lnTo>
                  <a:pt x="21679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0" name="Vrije vorm: vorm 109">
            <a:extLst>
              <a:ext uri="{FF2B5EF4-FFF2-40B4-BE49-F238E27FC236}">
                <a16:creationId xmlns:a16="http://schemas.microsoft.com/office/drawing/2014/main" id="{CFCF2D7A-E397-3551-9172-D24144B5B76A}"/>
              </a:ext>
            </a:extLst>
          </p:cNvPr>
          <p:cNvSpPr/>
          <p:nvPr/>
        </p:nvSpPr>
        <p:spPr>
          <a:xfrm>
            <a:off x="11705968" y="6490611"/>
            <a:ext cx="211114" cy="146931"/>
          </a:xfrm>
          <a:custGeom>
            <a:avLst/>
            <a:gdLst>
              <a:gd name="connsiteX0" fmla="*/ 21679 w 211114"/>
              <a:gd name="connsiteY0" fmla="*/ 0 h 146931"/>
              <a:gd name="connsiteX1" fmla="*/ 119389 w 211114"/>
              <a:gd name="connsiteY1" fmla="*/ 49465 h 146931"/>
              <a:gd name="connsiteX2" fmla="*/ 211114 w 211114"/>
              <a:gd name="connsiteY2" fmla="*/ 109374 h 146931"/>
              <a:gd name="connsiteX3" fmla="*/ 189435 w 211114"/>
              <a:gd name="connsiteY3" fmla="*/ 146931 h 146931"/>
              <a:gd name="connsiteX4" fmla="*/ 91725 w 211114"/>
              <a:gd name="connsiteY4" fmla="*/ 97405 h 146931"/>
              <a:gd name="connsiteX5" fmla="*/ 0 w 211114"/>
              <a:gd name="connsiteY5" fmla="*/ 37496 h 146931"/>
              <a:gd name="connsiteX6" fmla="*/ 21679 w 211114"/>
              <a:gd name="connsiteY6" fmla="*/ 0 h 146931"/>
              <a:gd name="connsiteX7" fmla="*/ 21679 w 211114"/>
              <a:gd name="connsiteY7" fmla="*/ 0 h 14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4" h="146931">
                <a:moveTo>
                  <a:pt x="21679" y="0"/>
                </a:moveTo>
                <a:cubicBezTo>
                  <a:pt x="21679" y="0"/>
                  <a:pt x="68214" y="19908"/>
                  <a:pt x="119389" y="49465"/>
                </a:cubicBezTo>
                <a:cubicBezTo>
                  <a:pt x="170565" y="79023"/>
                  <a:pt x="211114" y="109374"/>
                  <a:pt x="211114" y="109374"/>
                </a:cubicBezTo>
                <a:lnTo>
                  <a:pt x="189435" y="146931"/>
                </a:lnTo>
                <a:cubicBezTo>
                  <a:pt x="189435" y="146931"/>
                  <a:pt x="142900" y="126962"/>
                  <a:pt x="91725" y="97405"/>
                </a:cubicBezTo>
                <a:cubicBezTo>
                  <a:pt x="40550" y="67847"/>
                  <a:pt x="0" y="37496"/>
                  <a:pt x="0" y="37496"/>
                </a:cubicBezTo>
                <a:lnTo>
                  <a:pt x="21679" y="0"/>
                </a:lnTo>
                <a:lnTo>
                  <a:pt x="21679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1" name="Vrije vorm: vorm 110">
            <a:extLst>
              <a:ext uri="{FF2B5EF4-FFF2-40B4-BE49-F238E27FC236}">
                <a16:creationId xmlns:a16="http://schemas.microsoft.com/office/drawing/2014/main" id="{C6DA3CCA-6007-B9B1-E9D9-2F10CBB38653}"/>
              </a:ext>
            </a:extLst>
          </p:cNvPr>
          <p:cNvSpPr/>
          <p:nvPr/>
        </p:nvSpPr>
        <p:spPr>
          <a:xfrm>
            <a:off x="10948046" y="6709420"/>
            <a:ext cx="211113" cy="146869"/>
          </a:xfrm>
          <a:custGeom>
            <a:avLst/>
            <a:gdLst>
              <a:gd name="connsiteX0" fmla="*/ 0 w 211113"/>
              <a:gd name="connsiteY0" fmla="*/ 109373 h 146869"/>
              <a:gd name="connsiteX1" fmla="*/ 91725 w 211113"/>
              <a:gd name="connsiteY1" fmla="*/ 49465 h 146869"/>
              <a:gd name="connsiteX2" fmla="*/ 189435 w 211113"/>
              <a:gd name="connsiteY2" fmla="*/ 0 h 146869"/>
              <a:gd name="connsiteX3" fmla="*/ 211114 w 211113"/>
              <a:gd name="connsiteY3" fmla="*/ 37496 h 146869"/>
              <a:gd name="connsiteX4" fmla="*/ 119389 w 211113"/>
              <a:gd name="connsiteY4" fmla="*/ 97404 h 146869"/>
              <a:gd name="connsiteX5" fmla="*/ 21679 w 211113"/>
              <a:gd name="connsiteY5" fmla="*/ 146869 h 146869"/>
              <a:gd name="connsiteX6" fmla="*/ 0 w 211113"/>
              <a:gd name="connsiteY6" fmla="*/ 109373 h 146869"/>
              <a:gd name="connsiteX7" fmla="*/ 0 w 211113"/>
              <a:gd name="connsiteY7" fmla="*/ 109373 h 14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869">
                <a:moveTo>
                  <a:pt x="0" y="109373"/>
                </a:moveTo>
                <a:cubicBezTo>
                  <a:pt x="0" y="109373"/>
                  <a:pt x="40549" y="79022"/>
                  <a:pt x="91725" y="49465"/>
                </a:cubicBezTo>
                <a:cubicBezTo>
                  <a:pt x="142900" y="19908"/>
                  <a:pt x="189435" y="0"/>
                  <a:pt x="189435" y="0"/>
                </a:cubicBezTo>
                <a:lnTo>
                  <a:pt x="211114" y="37496"/>
                </a:lnTo>
                <a:cubicBezTo>
                  <a:pt x="211114" y="37496"/>
                  <a:pt x="170564" y="67847"/>
                  <a:pt x="119389" y="97404"/>
                </a:cubicBezTo>
                <a:cubicBezTo>
                  <a:pt x="68214" y="126961"/>
                  <a:pt x="21679" y="146869"/>
                  <a:pt x="21679" y="146869"/>
                </a:cubicBezTo>
                <a:lnTo>
                  <a:pt x="0" y="109373"/>
                </a:lnTo>
                <a:lnTo>
                  <a:pt x="0" y="109373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2" name="Vrije vorm: vorm 111">
            <a:extLst>
              <a:ext uri="{FF2B5EF4-FFF2-40B4-BE49-F238E27FC236}">
                <a16:creationId xmlns:a16="http://schemas.microsoft.com/office/drawing/2014/main" id="{C36F089E-130F-CF6E-0A72-73590615A0B2}"/>
              </a:ext>
            </a:extLst>
          </p:cNvPr>
          <p:cNvSpPr/>
          <p:nvPr/>
        </p:nvSpPr>
        <p:spPr>
          <a:xfrm>
            <a:off x="11706029" y="6709420"/>
            <a:ext cx="211114" cy="146869"/>
          </a:xfrm>
          <a:custGeom>
            <a:avLst/>
            <a:gdLst>
              <a:gd name="connsiteX0" fmla="*/ 0 w 211114"/>
              <a:gd name="connsiteY0" fmla="*/ 109373 h 146869"/>
              <a:gd name="connsiteX1" fmla="*/ 91725 w 211114"/>
              <a:gd name="connsiteY1" fmla="*/ 49465 h 146869"/>
              <a:gd name="connsiteX2" fmla="*/ 189435 w 211114"/>
              <a:gd name="connsiteY2" fmla="*/ 0 h 146869"/>
              <a:gd name="connsiteX3" fmla="*/ 211114 w 211114"/>
              <a:gd name="connsiteY3" fmla="*/ 37496 h 146869"/>
              <a:gd name="connsiteX4" fmla="*/ 119389 w 211114"/>
              <a:gd name="connsiteY4" fmla="*/ 97404 h 146869"/>
              <a:gd name="connsiteX5" fmla="*/ 21679 w 211114"/>
              <a:gd name="connsiteY5" fmla="*/ 146869 h 146869"/>
              <a:gd name="connsiteX6" fmla="*/ 0 w 211114"/>
              <a:gd name="connsiteY6" fmla="*/ 109373 h 146869"/>
              <a:gd name="connsiteX7" fmla="*/ 0 w 211114"/>
              <a:gd name="connsiteY7" fmla="*/ 109373 h 14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4" h="146869">
                <a:moveTo>
                  <a:pt x="0" y="109373"/>
                </a:moveTo>
                <a:cubicBezTo>
                  <a:pt x="0" y="109373"/>
                  <a:pt x="40550" y="79022"/>
                  <a:pt x="91725" y="49465"/>
                </a:cubicBezTo>
                <a:cubicBezTo>
                  <a:pt x="142900" y="19908"/>
                  <a:pt x="189435" y="0"/>
                  <a:pt x="189435" y="0"/>
                </a:cubicBezTo>
                <a:lnTo>
                  <a:pt x="211114" y="37496"/>
                </a:lnTo>
                <a:cubicBezTo>
                  <a:pt x="211114" y="37496"/>
                  <a:pt x="170565" y="67847"/>
                  <a:pt x="119389" y="97404"/>
                </a:cubicBezTo>
                <a:cubicBezTo>
                  <a:pt x="68214" y="126961"/>
                  <a:pt x="21679" y="146869"/>
                  <a:pt x="21679" y="146869"/>
                </a:cubicBezTo>
                <a:lnTo>
                  <a:pt x="0" y="109373"/>
                </a:lnTo>
                <a:lnTo>
                  <a:pt x="0" y="109373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14" name="Vrije vorm: vorm 113">
            <a:extLst>
              <a:ext uri="{FF2B5EF4-FFF2-40B4-BE49-F238E27FC236}">
                <a16:creationId xmlns:a16="http://schemas.microsoft.com/office/drawing/2014/main" id="{DF14DD5D-C13C-BF8D-79AD-A8EB42B1B0D9}"/>
              </a:ext>
            </a:extLst>
          </p:cNvPr>
          <p:cNvSpPr/>
          <p:nvPr/>
        </p:nvSpPr>
        <p:spPr>
          <a:xfrm>
            <a:off x="11215404" y="6345268"/>
            <a:ext cx="55389" cy="218747"/>
          </a:xfrm>
          <a:custGeom>
            <a:avLst/>
            <a:gdLst>
              <a:gd name="connsiteX0" fmla="*/ 49343 w 55389"/>
              <a:gd name="connsiteY0" fmla="*/ 0 h 218747"/>
              <a:gd name="connsiteX1" fmla="*/ 55389 w 55389"/>
              <a:gd name="connsiteY1" fmla="*/ 109373 h 218747"/>
              <a:gd name="connsiteX2" fmla="*/ 49343 w 55389"/>
              <a:gd name="connsiteY2" fmla="*/ 218747 h 218747"/>
              <a:gd name="connsiteX3" fmla="*/ 6046 w 55389"/>
              <a:gd name="connsiteY3" fmla="*/ 218747 h 218747"/>
              <a:gd name="connsiteX4" fmla="*/ 0 w 55389"/>
              <a:gd name="connsiteY4" fmla="*/ 109373 h 218747"/>
              <a:gd name="connsiteX5" fmla="*/ 6046 w 55389"/>
              <a:gd name="connsiteY5" fmla="*/ 0 h 218747"/>
              <a:gd name="connsiteX6" fmla="*/ 49343 w 55389"/>
              <a:gd name="connsiteY6" fmla="*/ 0 h 218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389" h="218747">
                <a:moveTo>
                  <a:pt x="49343" y="0"/>
                </a:moveTo>
                <a:cubicBezTo>
                  <a:pt x="49343" y="0"/>
                  <a:pt x="55389" y="50320"/>
                  <a:pt x="55389" y="109373"/>
                </a:cubicBezTo>
                <a:cubicBezTo>
                  <a:pt x="55389" y="168427"/>
                  <a:pt x="49343" y="218747"/>
                  <a:pt x="49343" y="218747"/>
                </a:cubicBezTo>
                <a:lnTo>
                  <a:pt x="6046" y="218747"/>
                </a:lnTo>
                <a:cubicBezTo>
                  <a:pt x="6046" y="218747"/>
                  <a:pt x="0" y="168488"/>
                  <a:pt x="0" y="109373"/>
                </a:cubicBezTo>
                <a:cubicBezTo>
                  <a:pt x="0" y="50259"/>
                  <a:pt x="6046" y="0"/>
                  <a:pt x="6046" y="0"/>
                </a:cubicBezTo>
                <a:lnTo>
                  <a:pt x="49343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58" name="Vrije vorm: vorm 157">
            <a:extLst>
              <a:ext uri="{FF2B5EF4-FFF2-40B4-BE49-F238E27FC236}">
                <a16:creationId xmlns:a16="http://schemas.microsoft.com/office/drawing/2014/main" id="{E62DEEFA-9676-849E-0A16-DEDCCA40B3C5}"/>
              </a:ext>
            </a:extLst>
          </p:cNvPr>
          <p:cNvSpPr/>
          <p:nvPr/>
        </p:nvSpPr>
        <p:spPr>
          <a:xfrm>
            <a:off x="11327037" y="6490550"/>
            <a:ext cx="211113" cy="146931"/>
          </a:xfrm>
          <a:custGeom>
            <a:avLst/>
            <a:gdLst>
              <a:gd name="connsiteX0" fmla="*/ 0 w 211113"/>
              <a:gd name="connsiteY0" fmla="*/ 109374 h 146931"/>
              <a:gd name="connsiteX1" fmla="*/ 91725 w 211113"/>
              <a:gd name="connsiteY1" fmla="*/ 49466 h 146931"/>
              <a:gd name="connsiteX2" fmla="*/ 189435 w 211113"/>
              <a:gd name="connsiteY2" fmla="*/ 0 h 146931"/>
              <a:gd name="connsiteX3" fmla="*/ 211114 w 211113"/>
              <a:gd name="connsiteY3" fmla="*/ 37496 h 146931"/>
              <a:gd name="connsiteX4" fmla="*/ 119389 w 211113"/>
              <a:gd name="connsiteY4" fmla="*/ 97405 h 146931"/>
              <a:gd name="connsiteX5" fmla="*/ 21679 w 211113"/>
              <a:gd name="connsiteY5" fmla="*/ 146931 h 146931"/>
              <a:gd name="connsiteX6" fmla="*/ 0 w 211113"/>
              <a:gd name="connsiteY6" fmla="*/ 109374 h 146931"/>
              <a:gd name="connsiteX7" fmla="*/ 0 w 211113"/>
              <a:gd name="connsiteY7" fmla="*/ 109374 h 146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113" h="146931">
                <a:moveTo>
                  <a:pt x="0" y="109374"/>
                </a:moveTo>
                <a:cubicBezTo>
                  <a:pt x="0" y="109374"/>
                  <a:pt x="40549" y="79023"/>
                  <a:pt x="91725" y="49466"/>
                </a:cubicBezTo>
                <a:cubicBezTo>
                  <a:pt x="142900" y="19908"/>
                  <a:pt x="189435" y="0"/>
                  <a:pt x="189435" y="0"/>
                </a:cubicBezTo>
                <a:lnTo>
                  <a:pt x="211114" y="37496"/>
                </a:lnTo>
                <a:cubicBezTo>
                  <a:pt x="211114" y="37496"/>
                  <a:pt x="170564" y="67847"/>
                  <a:pt x="119389" y="97405"/>
                </a:cubicBezTo>
                <a:cubicBezTo>
                  <a:pt x="68214" y="126962"/>
                  <a:pt x="21679" y="146931"/>
                  <a:pt x="21679" y="146931"/>
                </a:cubicBezTo>
                <a:lnTo>
                  <a:pt x="0" y="109374"/>
                </a:lnTo>
                <a:lnTo>
                  <a:pt x="0" y="109374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BE908DF-7301-53FD-120E-DF2F1C86BBAD}"/>
              </a:ext>
            </a:extLst>
          </p:cNvPr>
          <p:cNvSpPr/>
          <p:nvPr/>
        </p:nvSpPr>
        <p:spPr>
          <a:xfrm>
            <a:off x="11973387" y="6345268"/>
            <a:ext cx="55389" cy="218747"/>
          </a:xfrm>
          <a:custGeom>
            <a:avLst/>
            <a:gdLst>
              <a:gd name="connsiteX0" fmla="*/ 49343 w 55389"/>
              <a:gd name="connsiteY0" fmla="*/ 0 h 218747"/>
              <a:gd name="connsiteX1" fmla="*/ 55389 w 55389"/>
              <a:gd name="connsiteY1" fmla="*/ 109373 h 218747"/>
              <a:gd name="connsiteX2" fmla="*/ 49343 w 55389"/>
              <a:gd name="connsiteY2" fmla="*/ 218747 h 218747"/>
              <a:gd name="connsiteX3" fmla="*/ 5985 w 55389"/>
              <a:gd name="connsiteY3" fmla="*/ 218747 h 218747"/>
              <a:gd name="connsiteX4" fmla="*/ 0 w 55389"/>
              <a:gd name="connsiteY4" fmla="*/ 109373 h 218747"/>
              <a:gd name="connsiteX5" fmla="*/ 5985 w 55389"/>
              <a:gd name="connsiteY5" fmla="*/ 0 h 218747"/>
              <a:gd name="connsiteX6" fmla="*/ 49343 w 55389"/>
              <a:gd name="connsiteY6" fmla="*/ 0 h 218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389" h="218747">
                <a:moveTo>
                  <a:pt x="49343" y="0"/>
                </a:moveTo>
                <a:cubicBezTo>
                  <a:pt x="49343" y="0"/>
                  <a:pt x="55389" y="50320"/>
                  <a:pt x="55389" y="109373"/>
                </a:cubicBezTo>
                <a:cubicBezTo>
                  <a:pt x="55389" y="168427"/>
                  <a:pt x="49343" y="218747"/>
                  <a:pt x="49343" y="218747"/>
                </a:cubicBezTo>
                <a:lnTo>
                  <a:pt x="5985" y="218747"/>
                </a:lnTo>
                <a:cubicBezTo>
                  <a:pt x="5985" y="218747"/>
                  <a:pt x="0" y="168488"/>
                  <a:pt x="0" y="109373"/>
                </a:cubicBezTo>
                <a:cubicBezTo>
                  <a:pt x="0" y="50259"/>
                  <a:pt x="5985" y="0"/>
                  <a:pt x="5985" y="0"/>
                </a:cubicBezTo>
                <a:lnTo>
                  <a:pt x="49343" y="0"/>
                </a:lnTo>
                <a:close/>
              </a:path>
            </a:pathLst>
          </a:custGeom>
          <a:solidFill>
            <a:srgbClr val="B3C1AF"/>
          </a:solidFill>
          <a:ln w="6092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F64921B-9895-1EB3-D78C-DD5E3451E08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98475" y="623174"/>
            <a:ext cx="9792769" cy="465851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Plaats hier je titel</a:t>
            </a: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1CD78CC0-F2C2-0A63-04FE-2093287A95E3}"/>
              </a:ext>
            </a:extLst>
          </p:cNvPr>
          <p:cNvSpPr/>
          <p:nvPr userDrawn="1"/>
        </p:nvSpPr>
        <p:spPr>
          <a:xfrm>
            <a:off x="0" y="6129338"/>
            <a:ext cx="12192000" cy="7286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nl-NL" sz="1600" dirty="0" err="1"/>
          </a:p>
        </p:txBody>
      </p:sp>
      <p:pic>
        <p:nvPicPr>
          <p:cNvPr id="16" name="Logo sky blue">
            <a:extLst>
              <a:ext uri="{FF2B5EF4-FFF2-40B4-BE49-F238E27FC236}">
                <a16:creationId xmlns:a16="http://schemas.microsoft.com/office/drawing/2014/main" id="{A1E2274C-CD97-E345-D5AD-90FFAA4880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842" y="6387054"/>
            <a:ext cx="1391277" cy="250283"/>
          </a:xfrm>
          <a:prstGeom prst="rect">
            <a:avLst/>
          </a:prstGeom>
        </p:spPr>
      </p:pic>
      <p:grpSp>
        <p:nvGrpSpPr>
          <p:cNvPr id="300" name="INSTRUCTIE">
            <a:extLst>
              <a:ext uri="{FF2B5EF4-FFF2-40B4-BE49-F238E27FC236}">
                <a16:creationId xmlns:a16="http://schemas.microsoft.com/office/drawing/2014/main" id="{D50AE56F-E667-5FB6-1CCF-FC27F6D709B9}"/>
              </a:ext>
            </a:extLst>
          </p:cNvPr>
          <p:cNvGrpSpPr/>
          <p:nvPr userDrawn="1"/>
        </p:nvGrpSpPr>
        <p:grpSpPr>
          <a:xfrm>
            <a:off x="-3786437" y="0"/>
            <a:ext cx="3693386" cy="5359349"/>
            <a:chOff x="-3786437" y="0"/>
            <a:chExt cx="3693386" cy="5359349"/>
          </a:xfrm>
        </p:grpSpPr>
        <p:sp>
          <p:nvSpPr>
            <p:cNvPr id="301" name="Rechthoek 300">
              <a:extLst>
                <a:ext uri="{FF2B5EF4-FFF2-40B4-BE49-F238E27FC236}">
                  <a16:creationId xmlns:a16="http://schemas.microsoft.com/office/drawing/2014/main" id="{AD3A6303-8A5D-4217-1E91-4B0F1793F026}"/>
                </a:ext>
              </a:extLst>
            </p:cNvPr>
            <p:cNvSpPr/>
            <p:nvPr userDrawn="1"/>
          </p:nvSpPr>
          <p:spPr>
            <a:xfrm>
              <a:off x="-3786165" y="0"/>
              <a:ext cx="3593091" cy="464133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LIJSTNIVEAU kiezen</a:t>
              </a:r>
            </a:p>
          </p:txBody>
        </p:sp>
        <p:sp>
          <p:nvSpPr>
            <p:cNvPr id="302" name="Ovaal 301">
              <a:extLst>
                <a:ext uri="{FF2B5EF4-FFF2-40B4-BE49-F238E27FC236}">
                  <a16:creationId xmlns:a16="http://schemas.microsoft.com/office/drawing/2014/main" id="{DFB5D66D-9CDE-0369-9814-114348EE72A3}"/>
                </a:ext>
              </a:extLst>
            </p:cNvPr>
            <p:cNvSpPr/>
            <p:nvPr userDrawn="1"/>
          </p:nvSpPr>
          <p:spPr>
            <a:xfrm>
              <a:off x="-3604183" y="18374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303" name="Rechthoek 302">
              <a:extLst>
                <a:ext uri="{FF2B5EF4-FFF2-40B4-BE49-F238E27FC236}">
                  <a16:creationId xmlns:a16="http://schemas.microsoft.com/office/drawing/2014/main" id="{B54FFB22-0C73-69B5-9E0D-BAA1940F303B}"/>
                </a:ext>
              </a:extLst>
            </p:cNvPr>
            <p:cNvSpPr/>
            <p:nvPr userDrawn="1"/>
          </p:nvSpPr>
          <p:spPr>
            <a:xfrm>
              <a:off x="-3319415" y="1837484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17780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04" name="Ovaal 303">
              <a:extLst>
                <a:ext uri="{FF2B5EF4-FFF2-40B4-BE49-F238E27FC236}">
                  <a16:creationId xmlns:a16="http://schemas.microsoft.com/office/drawing/2014/main" id="{D35CE129-FA78-7610-7539-75EB0398A14C}"/>
                </a:ext>
              </a:extLst>
            </p:cNvPr>
            <p:cNvSpPr/>
            <p:nvPr userDrawn="1"/>
          </p:nvSpPr>
          <p:spPr>
            <a:xfrm>
              <a:off x="-3604183" y="212876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305" name="Rechthoek 304">
              <a:extLst>
                <a:ext uri="{FF2B5EF4-FFF2-40B4-BE49-F238E27FC236}">
                  <a16:creationId xmlns:a16="http://schemas.microsoft.com/office/drawing/2014/main" id="{7F7F7A35-103D-7BC3-0237-003AF7A810C0}"/>
                </a:ext>
              </a:extLst>
            </p:cNvPr>
            <p:cNvSpPr/>
            <p:nvPr userDrawn="1"/>
          </p:nvSpPr>
          <p:spPr>
            <a:xfrm>
              <a:off x="-3604183" y="1196113"/>
              <a:ext cx="3229047" cy="459227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Gebruik onder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‘Start’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lijstniveau-knoppen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om een tekst niveau te kiezen. 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uit:</a:t>
              </a:r>
            </a:p>
          </p:txBody>
        </p:sp>
        <p:sp>
          <p:nvSpPr>
            <p:cNvPr id="306" name="Rechthoek 305">
              <a:extLst>
                <a:ext uri="{FF2B5EF4-FFF2-40B4-BE49-F238E27FC236}">
                  <a16:creationId xmlns:a16="http://schemas.microsoft.com/office/drawing/2014/main" id="{7BF92D85-CCD3-A129-5E98-98A1CC37004C}"/>
                </a:ext>
              </a:extLst>
            </p:cNvPr>
            <p:cNvSpPr/>
            <p:nvPr userDrawn="1"/>
          </p:nvSpPr>
          <p:spPr>
            <a:xfrm>
              <a:off x="-3319415" y="2128873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361950" marR="0" lvl="0" indent="-18415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2"/>
                </a:buClr>
                <a:buSzTx/>
                <a:buFontTx/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</a:buBlip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 #1</a:t>
              </a:r>
            </a:p>
          </p:txBody>
        </p:sp>
        <p:sp>
          <p:nvSpPr>
            <p:cNvPr id="307" name="Ovaal 306">
              <a:extLst>
                <a:ext uri="{FF2B5EF4-FFF2-40B4-BE49-F238E27FC236}">
                  <a16:creationId xmlns:a16="http://schemas.microsoft.com/office/drawing/2014/main" id="{6FFC7C63-5FB1-01E5-4513-F2A69CB873FF}"/>
                </a:ext>
              </a:extLst>
            </p:cNvPr>
            <p:cNvSpPr/>
            <p:nvPr userDrawn="1"/>
          </p:nvSpPr>
          <p:spPr>
            <a:xfrm>
              <a:off x="-3604183" y="242005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308" name="Rechthoek 307">
              <a:extLst>
                <a:ext uri="{FF2B5EF4-FFF2-40B4-BE49-F238E27FC236}">
                  <a16:creationId xmlns:a16="http://schemas.microsoft.com/office/drawing/2014/main" id="{73AB4D90-EE31-060A-9FE2-1A36200D18E1}"/>
                </a:ext>
              </a:extLst>
            </p:cNvPr>
            <p:cNvSpPr/>
            <p:nvPr userDrawn="1"/>
          </p:nvSpPr>
          <p:spPr>
            <a:xfrm>
              <a:off x="-3319415" y="2420262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539750" marR="0" lvl="0" indent="-1778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Calibri" panose="020F0502020204030204" pitchFamily="34" charset="0"/>
                <a:buChar char="–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Sub-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 #2</a:t>
              </a:r>
            </a:p>
          </p:txBody>
        </p:sp>
        <p:sp>
          <p:nvSpPr>
            <p:cNvPr id="309" name="Ovaal 308">
              <a:extLst>
                <a:ext uri="{FF2B5EF4-FFF2-40B4-BE49-F238E27FC236}">
                  <a16:creationId xmlns:a16="http://schemas.microsoft.com/office/drawing/2014/main" id="{1B1A52C7-8194-B2A4-5B26-2FAE48E8E0AC}"/>
                </a:ext>
              </a:extLst>
            </p:cNvPr>
            <p:cNvSpPr/>
            <p:nvPr userDrawn="1"/>
          </p:nvSpPr>
          <p:spPr>
            <a:xfrm>
              <a:off x="-3604183" y="2711336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310" name="Rechthoek 309">
              <a:extLst>
                <a:ext uri="{FF2B5EF4-FFF2-40B4-BE49-F238E27FC236}">
                  <a16:creationId xmlns:a16="http://schemas.microsoft.com/office/drawing/2014/main" id="{195EC0DA-C0C4-9E33-EFC4-F55DE4EFD10E}"/>
                </a:ext>
              </a:extLst>
            </p:cNvPr>
            <p:cNvSpPr/>
            <p:nvPr userDrawn="1"/>
          </p:nvSpPr>
          <p:spPr>
            <a:xfrm>
              <a:off x="-3319415" y="2711651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Leestekst</a:t>
              </a:r>
            </a:p>
          </p:txBody>
        </p:sp>
        <p:sp>
          <p:nvSpPr>
            <p:cNvPr id="311" name="Ovaal 310">
              <a:extLst>
                <a:ext uri="{FF2B5EF4-FFF2-40B4-BE49-F238E27FC236}">
                  <a16:creationId xmlns:a16="http://schemas.microsoft.com/office/drawing/2014/main" id="{E4A994B1-C889-7D12-A45A-90BBF73A982D}"/>
                </a:ext>
              </a:extLst>
            </p:cNvPr>
            <p:cNvSpPr/>
            <p:nvPr userDrawn="1"/>
          </p:nvSpPr>
          <p:spPr>
            <a:xfrm>
              <a:off x="-3604183" y="3002620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312" name="Rechthoek 311">
              <a:extLst>
                <a:ext uri="{FF2B5EF4-FFF2-40B4-BE49-F238E27FC236}">
                  <a16:creationId xmlns:a16="http://schemas.microsoft.com/office/drawing/2014/main" id="{41F7E9E1-1166-EF28-E6E4-EE45E9894726}"/>
                </a:ext>
              </a:extLst>
            </p:cNvPr>
            <p:cNvSpPr/>
            <p:nvPr userDrawn="1"/>
          </p:nvSpPr>
          <p:spPr>
            <a:xfrm>
              <a:off x="-3319415" y="3003040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Subtitel #1</a:t>
              </a:r>
            </a:p>
          </p:txBody>
        </p:sp>
        <p:sp>
          <p:nvSpPr>
            <p:cNvPr id="313" name="Ovaal 312">
              <a:extLst>
                <a:ext uri="{FF2B5EF4-FFF2-40B4-BE49-F238E27FC236}">
                  <a16:creationId xmlns:a16="http://schemas.microsoft.com/office/drawing/2014/main" id="{589CD20D-AFC1-4B0C-1D74-64D9E61B77BB}"/>
                </a:ext>
              </a:extLst>
            </p:cNvPr>
            <p:cNvSpPr/>
            <p:nvPr userDrawn="1"/>
          </p:nvSpPr>
          <p:spPr>
            <a:xfrm>
              <a:off x="-3604183" y="329390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</a:p>
          </p:txBody>
        </p:sp>
        <p:sp>
          <p:nvSpPr>
            <p:cNvPr id="314" name="Rechthoek 313">
              <a:extLst>
                <a:ext uri="{FF2B5EF4-FFF2-40B4-BE49-F238E27FC236}">
                  <a16:creationId xmlns:a16="http://schemas.microsoft.com/office/drawing/2014/main" id="{35D27EE7-68A8-5AD5-58BB-326043A095A0}"/>
                </a:ext>
              </a:extLst>
            </p:cNvPr>
            <p:cNvSpPr/>
            <p:nvPr userDrawn="1"/>
          </p:nvSpPr>
          <p:spPr>
            <a:xfrm>
              <a:off x="-3319415" y="3585818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+mj-lt"/>
                <a:buAutoNum type="arabi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Numerieke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15" name="Ovaal 314">
              <a:extLst>
                <a:ext uri="{FF2B5EF4-FFF2-40B4-BE49-F238E27FC236}">
                  <a16:creationId xmlns:a16="http://schemas.microsoft.com/office/drawing/2014/main" id="{901CF250-9C87-FBF4-B612-FF9122574EA3}"/>
                </a:ext>
              </a:extLst>
            </p:cNvPr>
            <p:cNvSpPr/>
            <p:nvPr userDrawn="1"/>
          </p:nvSpPr>
          <p:spPr>
            <a:xfrm>
              <a:off x="-3604183" y="3585188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7</a:t>
              </a:r>
            </a:p>
          </p:txBody>
        </p:sp>
        <p:sp>
          <p:nvSpPr>
            <p:cNvPr id="316" name="Rechthoek 315">
              <a:extLst>
                <a:ext uri="{FF2B5EF4-FFF2-40B4-BE49-F238E27FC236}">
                  <a16:creationId xmlns:a16="http://schemas.microsoft.com/office/drawing/2014/main" id="{5778B2C9-655E-C21F-FDBB-C415CD60DC43}"/>
                </a:ext>
              </a:extLst>
            </p:cNvPr>
            <p:cNvSpPr/>
            <p:nvPr userDrawn="1"/>
          </p:nvSpPr>
          <p:spPr>
            <a:xfrm>
              <a:off x="-3325830" y="3877207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266700" marR="0" lvl="0" indent="-26670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/>
                </a:buClr>
                <a:buSzTx/>
                <a:buFont typeface="+mj-lt"/>
                <a:buAutoNum type="alphaLcPeriod"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Alfabetische </a:t>
              </a:r>
              <a:r>
                <a:rPr kumimoji="0" lang="nl-NL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bullet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317" name="Ovaal 316">
              <a:extLst>
                <a:ext uri="{FF2B5EF4-FFF2-40B4-BE49-F238E27FC236}">
                  <a16:creationId xmlns:a16="http://schemas.microsoft.com/office/drawing/2014/main" id="{7C864AFB-FA6A-E981-90D5-EBCBE3981A5E}"/>
                </a:ext>
              </a:extLst>
            </p:cNvPr>
            <p:cNvSpPr/>
            <p:nvPr userDrawn="1"/>
          </p:nvSpPr>
          <p:spPr>
            <a:xfrm>
              <a:off x="-3604183" y="3876472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</a:p>
          </p:txBody>
        </p:sp>
        <p:sp>
          <p:nvSpPr>
            <p:cNvPr id="319" name="Ovaal 318">
              <a:extLst>
                <a:ext uri="{FF2B5EF4-FFF2-40B4-BE49-F238E27FC236}">
                  <a16:creationId xmlns:a16="http://schemas.microsoft.com/office/drawing/2014/main" id="{913B542D-DC40-3A95-9538-328973E45242}"/>
                </a:ext>
              </a:extLst>
            </p:cNvPr>
            <p:cNvSpPr/>
            <p:nvPr userDrawn="1"/>
          </p:nvSpPr>
          <p:spPr>
            <a:xfrm>
              <a:off x="-3604183" y="416859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9</a:t>
              </a:r>
            </a:p>
          </p:txBody>
        </p:sp>
        <p:sp>
          <p:nvSpPr>
            <p:cNvPr id="320" name="Rechthoek 319">
              <a:extLst>
                <a:ext uri="{FF2B5EF4-FFF2-40B4-BE49-F238E27FC236}">
                  <a16:creationId xmlns:a16="http://schemas.microsoft.com/office/drawing/2014/main" id="{25EB1303-F18B-1EAE-0677-D4FEC6F9607D}"/>
                </a:ext>
              </a:extLst>
            </p:cNvPr>
            <p:cNvSpPr/>
            <p:nvPr userDrawn="1"/>
          </p:nvSpPr>
          <p:spPr>
            <a:xfrm>
              <a:off x="-3319415" y="3294429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j-lt"/>
                  <a:cs typeface="Calibri" panose="020F0502020204030204" pitchFamily="34" charset="0"/>
                </a:rPr>
                <a:t>Subtitel #2</a:t>
              </a:r>
            </a:p>
          </p:txBody>
        </p:sp>
        <p:sp>
          <p:nvSpPr>
            <p:cNvPr id="321" name="Rechthoek 320">
              <a:extLst>
                <a:ext uri="{FF2B5EF4-FFF2-40B4-BE49-F238E27FC236}">
                  <a16:creationId xmlns:a16="http://schemas.microsoft.com/office/drawing/2014/main" id="{9D6B8025-B60B-04BD-7F1F-566C76517894}"/>
                </a:ext>
              </a:extLst>
            </p:cNvPr>
            <p:cNvSpPr/>
            <p:nvPr userDrawn="1"/>
          </p:nvSpPr>
          <p:spPr>
            <a:xfrm>
              <a:off x="-3786437" y="4531349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grpSp>
          <p:nvGrpSpPr>
            <p:cNvPr id="322" name="ICOON_info">
              <a:extLst>
                <a:ext uri="{FF2B5EF4-FFF2-40B4-BE49-F238E27FC236}">
                  <a16:creationId xmlns:a16="http://schemas.microsoft.com/office/drawing/2014/main" id="{DC792E52-71F2-9474-0FA1-2124BFA06EE7}"/>
                </a:ext>
              </a:extLst>
            </p:cNvPr>
            <p:cNvGrpSpPr/>
            <p:nvPr userDrawn="1"/>
          </p:nvGrpSpPr>
          <p:grpSpPr>
            <a:xfrm>
              <a:off x="-376736" y="4400186"/>
              <a:ext cx="283685" cy="283685"/>
              <a:chOff x="-510741" y="5913713"/>
              <a:chExt cx="267555" cy="267555"/>
            </a:xfrm>
          </p:grpSpPr>
          <p:sp>
            <p:nvSpPr>
              <p:cNvPr id="370" name="Ovaal 369">
                <a:extLst>
                  <a:ext uri="{FF2B5EF4-FFF2-40B4-BE49-F238E27FC236}">
                    <a16:creationId xmlns:a16="http://schemas.microsoft.com/office/drawing/2014/main" id="{A6B193C0-D8DE-06FA-7447-11C00E70898D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1" name="Graphic 163" descr="Informatie">
                <a:extLst>
                  <a:ext uri="{FF2B5EF4-FFF2-40B4-BE49-F238E27FC236}">
                    <a16:creationId xmlns:a16="http://schemas.microsoft.com/office/drawing/2014/main" id="{B6B55B87-5B33-BF6C-22AB-5C7AD0D94626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23" name="VOORBEELD">
              <a:extLst>
                <a:ext uri="{FF2B5EF4-FFF2-40B4-BE49-F238E27FC236}">
                  <a16:creationId xmlns:a16="http://schemas.microsoft.com/office/drawing/2014/main" id="{284729F9-B720-D6F9-03D0-DEA23F189A09}"/>
                </a:ext>
              </a:extLst>
            </p:cNvPr>
            <p:cNvGrpSpPr/>
            <p:nvPr userDrawn="1"/>
          </p:nvGrpSpPr>
          <p:grpSpPr>
            <a:xfrm>
              <a:off x="-3605171" y="458674"/>
              <a:ext cx="3234311" cy="558875"/>
              <a:chOff x="-3605171" y="458674"/>
              <a:chExt cx="3234311" cy="558875"/>
            </a:xfrm>
          </p:grpSpPr>
          <p:sp>
            <p:nvSpPr>
              <p:cNvPr id="330" name="Rechthoek 329">
                <a:extLst>
                  <a:ext uri="{FF2B5EF4-FFF2-40B4-BE49-F238E27FC236}">
                    <a16:creationId xmlns:a16="http://schemas.microsoft.com/office/drawing/2014/main" id="{72C18C2C-1239-F3F2-0352-1134686B7455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nl-NL" sz="9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331" name="Rechthoek 330">
                <a:extLst>
                  <a:ext uri="{FF2B5EF4-FFF2-40B4-BE49-F238E27FC236}">
                    <a16:creationId xmlns:a16="http://schemas.microsoft.com/office/drawing/2014/main" id="{C47D4515-6CC6-63FA-13A9-4EF5D8228C7B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32" name="Groep 331">
                <a:extLst>
                  <a:ext uri="{FF2B5EF4-FFF2-40B4-BE49-F238E27FC236}">
                    <a16:creationId xmlns:a16="http://schemas.microsoft.com/office/drawing/2014/main" id="{049100A8-D177-F10D-65E1-78BEAB955033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363" name="Groep 362">
                  <a:extLst>
                    <a:ext uri="{FF2B5EF4-FFF2-40B4-BE49-F238E27FC236}">
                      <a16:creationId xmlns:a16="http://schemas.microsoft.com/office/drawing/2014/main" id="{67C04B56-9DA9-CC1B-03C6-6B9C93ADAFA7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365" name="Rechte verbindingslijn 364">
                    <a:extLst>
                      <a:ext uri="{FF2B5EF4-FFF2-40B4-BE49-F238E27FC236}">
                        <a16:creationId xmlns:a16="http://schemas.microsoft.com/office/drawing/2014/main" id="{D002F440-3059-917F-A20D-332A41F8D7A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6" name="Rechte verbindingslijn 365">
                    <a:extLst>
                      <a:ext uri="{FF2B5EF4-FFF2-40B4-BE49-F238E27FC236}">
                        <a16:creationId xmlns:a16="http://schemas.microsoft.com/office/drawing/2014/main" id="{BB597521-D981-2983-9A26-4478A8092DE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7" name="Rechte verbindingslijn 366">
                    <a:extLst>
                      <a:ext uri="{FF2B5EF4-FFF2-40B4-BE49-F238E27FC236}">
                        <a16:creationId xmlns:a16="http://schemas.microsoft.com/office/drawing/2014/main" id="{90434DB2-132C-F3BF-4C13-6F6D7122088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8" name="Rechte verbindingslijn 367">
                    <a:extLst>
                      <a:ext uri="{FF2B5EF4-FFF2-40B4-BE49-F238E27FC236}">
                        <a16:creationId xmlns:a16="http://schemas.microsoft.com/office/drawing/2014/main" id="{D42A2285-B5E1-4D9C-CC35-F1195AACFD5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9" name="Rechte verbindingslijn 368">
                    <a:extLst>
                      <a:ext uri="{FF2B5EF4-FFF2-40B4-BE49-F238E27FC236}">
                        <a16:creationId xmlns:a16="http://schemas.microsoft.com/office/drawing/2014/main" id="{99A793C8-08EA-1B74-EB4E-87A4DAE3928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64" name="Pijl: rechts 363">
                  <a:extLst>
                    <a:ext uri="{FF2B5EF4-FFF2-40B4-BE49-F238E27FC236}">
                      <a16:creationId xmlns:a16="http://schemas.microsoft.com/office/drawing/2014/main" id="{5C50DF15-F7C9-6B60-2393-BEAEE91507A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33" name="Groep 332">
                <a:extLst>
                  <a:ext uri="{FF2B5EF4-FFF2-40B4-BE49-F238E27FC236}">
                    <a16:creationId xmlns:a16="http://schemas.microsoft.com/office/drawing/2014/main" id="{BCDA4129-F0F2-1757-125B-33D7BC284E60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356" name="Groep 355">
                  <a:extLst>
                    <a:ext uri="{FF2B5EF4-FFF2-40B4-BE49-F238E27FC236}">
                      <a16:creationId xmlns:a16="http://schemas.microsoft.com/office/drawing/2014/main" id="{91218752-AA12-002C-EA81-6332053FF72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358" name="Rechte verbindingslijn 357">
                    <a:extLst>
                      <a:ext uri="{FF2B5EF4-FFF2-40B4-BE49-F238E27FC236}">
                        <a16:creationId xmlns:a16="http://schemas.microsoft.com/office/drawing/2014/main" id="{15EA194C-3382-A326-2EE0-631C9CFDC6F7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9" name="Rechte verbindingslijn 358">
                    <a:extLst>
                      <a:ext uri="{FF2B5EF4-FFF2-40B4-BE49-F238E27FC236}">
                        <a16:creationId xmlns:a16="http://schemas.microsoft.com/office/drawing/2014/main" id="{ADDEA756-53A4-4580-2EAC-82AD45083E9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0" name="Rechte verbindingslijn 359">
                    <a:extLst>
                      <a:ext uri="{FF2B5EF4-FFF2-40B4-BE49-F238E27FC236}">
                        <a16:creationId xmlns:a16="http://schemas.microsoft.com/office/drawing/2014/main" id="{C8468995-D720-97BB-5109-9B2D3DCB88E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1" name="Rechte verbindingslijn 360">
                    <a:extLst>
                      <a:ext uri="{FF2B5EF4-FFF2-40B4-BE49-F238E27FC236}">
                        <a16:creationId xmlns:a16="http://schemas.microsoft.com/office/drawing/2014/main" id="{5C15DAD5-E7C0-5A7F-E99E-986070431CB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62" name="Rechte verbindingslijn 361">
                    <a:extLst>
                      <a:ext uri="{FF2B5EF4-FFF2-40B4-BE49-F238E27FC236}">
                        <a16:creationId xmlns:a16="http://schemas.microsoft.com/office/drawing/2014/main" id="{C9145DC8-F69C-8CB2-DF5C-20A6EB4B0246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57" name="Pijl: rechts 356">
                  <a:extLst>
                    <a:ext uri="{FF2B5EF4-FFF2-40B4-BE49-F238E27FC236}">
                      <a16:creationId xmlns:a16="http://schemas.microsoft.com/office/drawing/2014/main" id="{90283BEA-A135-75A7-44AA-7D722200A376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334" name="Rechte verbindingslijn 333">
                <a:extLst>
                  <a:ext uri="{FF2B5EF4-FFF2-40B4-BE49-F238E27FC236}">
                    <a16:creationId xmlns:a16="http://schemas.microsoft.com/office/drawing/2014/main" id="{3EC5A170-4C8A-9D79-0367-56F5321D7F8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335" name="Rechte verbindingslijn 334">
                <a:extLst>
                  <a:ext uri="{FF2B5EF4-FFF2-40B4-BE49-F238E27FC236}">
                    <a16:creationId xmlns:a16="http://schemas.microsoft.com/office/drawing/2014/main" id="{454DE12B-2AA4-FF5E-5830-83AE84FDC5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336" name="Rechthoek 335">
                <a:extLst>
                  <a:ext uri="{FF2B5EF4-FFF2-40B4-BE49-F238E27FC236}">
                    <a16:creationId xmlns:a16="http://schemas.microsoft.com/office/drawing/2014/main" id="{ECC4B5B1-3BA8-D357-619E-E16C95B28BA3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2189042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verlagen</a:t>
                </a:r>
              </a:p>
            </p:txBody>
          </p:sp>
          <p:sp>
            <p:nvSpPr>
              <p:cNvPr id="337" name="Rechthoek 336">
                <a:extLst>
                  <a:ext uri="{FF2B5EF4-FFF2-40B4-BE49-F238E27FC236}">
                    <a16:creationId xmlns:a16="http://schemas.microsoft.com/office/drawing/2014/main" id="{419A826A-DF54-9920-3DEA-4F9F75374243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2189043" cy="14220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</a:rPr>
                  <a:t>Lijstniveau verhogen</a:t>
                </a:r>
              </a:p>
            </p:txBody>
          </p:sp>
          <p:grpSp>
            <p:nvGrpSpPr>
              <p:cNvPr id="338" name="Groep 337">
                <a:extLst>
                  <a:ext uri="{FF2B5EF4-FFF2-40B4-BE49-F238E27FC236}">
                    <a16:creationId xmlns:a16="http://schemas.microsoft.com/office/drawing/2014/main" id="{BD575A2E-058C-F2BF-F8EA-0061F9CB4EA2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348" name="Rechthoek 347">
                  <a:extLst>
                    <a:ext uri="{FF2B5EF4-FFF2-40B4-BE49-F238E27FC236}">
                      <a16:creationId xmlns:a16="http://schemas.microsoft.com/office/drawing/2014/main" id="{151417A7-C666-C0E2-2E9C-1EB30FE1FA7E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49" name="Groep 348">
                  <a:extLst>
                    <a:ext uri="{FF2B5EF4-FFF2-40B4-BE49-F238E27FC236}">
                      <a16:creationId xmlns:a16="http://schemas.microsoft.com/office/drawing/2014/main" id="{CEDABDA8-6BD2-08FE-D6D0-569C6A025C1F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351" name="Rechte verbindingslijn 350">
                    <a:extLst>
                      <a:ext uri="{FF2B5EF4-FFF2-40B4-BE49-F238E27FC236}">
                        <a16:creationId xmlns:a16="http://schemas.microsoft.com/office/drawing/2014/main" id="{5AA92033-88EA-E02B-6083-0B4F290E615C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2" name="Rechte verbindingslijn 351">
                    <a:extLst>
                      <a:ext uri="{FF2B5EF4-FFF2-40B4-BE49-F238E27FC236}">
                        <a16:creationId xmlns:a16="http://schemas.microsoft.com/office/drawing/2014/main" id="{CD98CD43-D275-93A8-FF80-F0D188E2E0B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3" name="Rechte verbindingslijn 352">
                    <a:extLst>
                      <a:ext uri="{FF2B5EF4-FFF2-40B4-BE49-F238E27FC236}">
                        <a16:creationId xmlns:a16="http://schemas.microsoft.com/office/drawing/2014/main" id="{C6FAA09E-B548-61D9-BDC0-0EAADD295DD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4" name="Rechte verbindingslijn 353">
                    <a:extLst>
                      <a:ext uri="{FF2B5EF4-FFF2-40B4-BE49-F238E27FC236}">
                        <a16:creationId xmlns:a16="http://schemas.microsoft.com/office/drawing/2014/main" id="{40AD175A-9E6C-46D4-2125-8F0B1EDE98C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55" name="Rechte verbindingslijn 354">
                    <a:extLst>
                      <a:ext uri="{FF2B5EF4-FFF2-40B4-BE49-F238E27FC236}">
                        <a16:creationId xmlns:a16="http://schemas.microsoft.com/office/drawing/2014/main" id="{23312DBC-CEEA-7C87-A0B3-2859A3BF0D3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50" name="Pijl: rechts 349">
                  <a:extLst>
                    <a:ext uri="{FF2B5EF4-FFF2-40B4-BE49-F238E27FC236}">
                      <a16:creationId xmlns:a16="http://schemas.microsoft.com/office/drawing/2014/main" id="{86862740-2752-27A8-790D-9C3FFC5D159B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339" name="Groep 338">
                <a:extLst>
                  <a:ext uri="{FF2B5EF4-FFF2-40B4-BE49-F238E27FC236}">
                    <a16:creationId xmlns:a16="http://schemas.microsoft.com/office/drawing/2014/main" id="{7CA14AFD-18D2-1E50-7A0F-6E6B75C8891B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340" name="Rechthoek 339">
                  <a:extLst>
                    <a:ext uri="{FF2B5EF4-FFF2-40B4-BE49-F238E27FC236}">
                      <a16:creationId xmlns:a16="http://schemas.microsoft.com/office/drawing/2014/main" id="{2FC004B6-8999-F5A2-D570-B720ADDF257B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1050" b="0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341" name="Groep 340">
                  <a:extLst>
                    <a:ext uri="{FF2B5EF4-FFF2-40B4-BE49-F238E27FC236}">
                      <a16:creationId xmlns:a16="http://schemas.microsoft.com/office/drawing/2014/main" id="{04D4251C-82E5-46FC-AB79-106E49938D6C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343" name="Rechte verbindingslijn 342">
                    <a:extLst>
                      <a:ext uri="{FF2B5EF4-FFF2-40B4-BE49-F238E27FC236}">
                        <a16:creationId xmlns:a16="http://schemas.microsoft.com/office/drawing/2014/main" id="{4E833FE3-F981-55C8-70DC-605AB9C6037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4" name="Rechte verbindingslijn 343">
                    <a:extLst>
                      <a:ext uri="{FF2B5EF4-FFF2-40B4-BE49-F238E27FC236}">
                        <a16:creationId xmlns:a16="http://schemas.microsoft.com/office/drawing/2014/main" id="{3FF9C609-461C-2327-7CFD-FAA4DFE080F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5" name="Rechte verbindingslijn 344">
                    <a:extLst>
                      <a:ext uri="{FF2B5EF4-FFF2-40B4-BE49-F238E27FC236}">
                        <a16:creationId xmlns:a16="http://schemas.microsoft.com/office/drawing/2014/main" id="{D76FCD5A-C3E0-0C7B-FE69-54183B2881B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6" name="Rechte verbindingslijn 345">
                    <a:extLst>
                      <a:ext uri="{FF2B5EF4-FFF2-40B4-BE49-F238E27FC236}">
                        <a16:creationId xmlns:a16="http://schemas.microsoft.com/office/drawing/2014/main" id="{1CFE334E-4BE9-FBFA-3754-4031A7F86F83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347" name="Rechte verbindingslijn 346">
                    <a:extLst>
                      <a:ext uri="{FF2B5EF4-FFF2-40B4-BE49-F238E27FC236}">
                        <a16:creationId xmlns:a16="http://schemas.microsoft.com/office/drawing/2014/main" id="{4D80B579-EFA1-4DEF-B655-A94A7A103F3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342" name="Pijl: rechts 341">
                  <a:extLst>
                    <a:ext uri="{FF2B5EF4-FFF2-40B4-BE49-F238E27FC236}">
                      <a16:creationId xmlns:a16="http://schemas.microsoft.com/office/drawing/2014/main" id="{1CEB6169-78B0-B62C-9431-251051A21AD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24" name="Groep 323">
              <a:extLst>
                <a:ext uri="{FF2B5EF4-FFF2-40B4-BE49-F238E27FC236}">
                  <a16:creationId xmlns:a16="http://schemas.microsoft.com/office/drawing/2014/main" id="{AD38339A-07CD-9F15-0526-08C2694328DE}"/>
                </a:ext>
              </a:extLst>
            </p:cNvPr>
            <p:cNvGrpSpPr/>
            <p:nvPr userDrawn="1"/>
          </p:nvGrpSpPr>
          <p:grpSpPr>
            <a:xfrm>
              <a:off x="-938434" y="4663037"/>
              <a:ext cx="627798" cy="576693"/>
              <a:chOff x="-1753862" y="6112775"/>
              <a:chExt cx="759635" cy="697798"/>
            </a:xfrm>
          </p:grpSpPr>
          <p:grpSp>
            <p:nvGrpSpPr>
              <p:cNvPr id="325" name="Inspireren">
                <a:extLst>
                  <a:ext uri="{FF2B5EF4-FFF2-40B4-BE49-F238E27FC236}">
                    <a16:creationId xmlns:a16="http://schemas.microsoft.com/office/drawing/2014/main" id="{BAABDC99-8A53-F385-1196-E7BF041CC4CD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1484858" y="6112775"/>
                <a:ext cx="205431" cy="293286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327" name="Freeform 12">
                  <a:extLst>
                    <a:ext uri="{FF2B5EF4-FFF2-40B4-BE49-F238E27FC236}">
                      <a16:creationId xmlns:a16="http://schemas.microsoft.com/office/drawing/2014/main" id="{F034B485-7CA4-9103-22D2-BA9C9DDBF3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28" name="Freeform 13">
                  <a:extLst>
                    <a:ext uri="{FF2B5EF4-FFF2-40B4-BE49-F238E27FC236}">
                      <a16:creationId xmlns:a16="http://schemas.microsoft.com/office/drawing/2014/main" id="{4234B19E-80C8-ADD8-D74E-199D11E7FB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329" name="Freeform 14">
                  <a:extLst>
                    <a:ext uri="{FF2B5EF4-FFF2-40B4-BE49-F238E27FC236}">
                      <a16:creationId xmlns:a16="http://schemas.microsoft.com/office/drawing/2014/main" id="{5250D549-E042-3406-4E5B-FFE8113CA39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326" name="Tekstvak 325">
                <a:extLst>
                  <a:ext uri="{FF2B5EF4-FFF2-40B4-BE49-F238E27FC236}">
                    <a16:creationId xmlns:a16="http://schemas.microsoft.com/office/drawing/2014/main" id="{E124A0D1-1135-69B7-6EE3-A4557DAA0FC1}"/>
                  </a:ext>
                </a:extLst>
              </p:cNvPr>
              <p:cNvSpPr txBox="1"/>
              <p:nvPr userDrawn="1"/>
            </p:nvSpPr>
            <p:spPr>
              <a:xfrm>
                <a:off x="-1753862" y="6420664"/>
                <a:ext cx="759635" cy="3899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sp>
          <p:nvSpPr>
            <p:cNvPr id="372" name="Rechthoek 371">
              <a:extLst>
                <a:ext uri="{FF2B5EF4-FFF2-40B4-BE49-F238E27FC236}">
                  <a16:creationId xmlns:a16="http://schemas.microsoft.com/office/drawing/2014/main" id="{DBCDB084-46C6-D3F9-DFFF-99657CFE8A59}"/>
                </a:ext>
              </a:extLst>
            </p:cNvPr>
            <p:cNvSpPr/>
            <p:nvPr userDrawn="1"/>
          </p:nvSpPr>
          <p:spPr>
            <a:xfrm>
              <a:off x="-3319415" y="4166566"/>
              <a:ext cx="2949220" cy="1800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Calibri" panose="020F0502020204030204" pitchFamily="34" charset="0"/>
                <a:buNone/>
                <a:tabLst/>
                <a:defRPr/>
              </a:pPr>
              <a:r>
                <a:rPr kumimoji="0" lang="nl-NL" sz="1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Bronvermelding</a:t>
              </a:r>
            </a:p>
          </p:txBody>
        </p:sp>
      </p:grpSp>
      <p:sp>
        <p:nvSpPr>
          <p:cNvPr id="2" name="Rechthoek 1">
            <a:extLst>
              <a:ext uri="{FF2B5EF4-FFF2-40B4-BE49-F238E27FC236}">
                <a16:creationId xmlns:a16="http://schemas.microsoft.com/office/drawing/2014/main" id="{914F2BFC-917C-B651-2EB9-3015F30237A9}"/>
              </a:ext>
            </a:extLst>
          </p:cNvPr>
          <p:cNvSpPr/>
          <p:nvPr userDrawn="1"/>
        </p:nvSpPr>
        <p:spPr>
          <a:xfrm>
            <a:off x="0" y="-425941"/>
            <a:ext cx="1839927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sz="1600" b="0" cap="none" baseline="0" noProof="0" dirty="0">
                <a:solidFill>
                  <a:schemeClr val="accent1"/>
                </a:solidFill>
                <a:latin typeface="+mj-lt"/>
              </a:rPr>
              <a:t>Veiligheid instructies</a:t>
            </a:r>
          </a:p>
        </p:txBody>
      </p:sp>
      <p:sp>
        <p:nvSpPr>
          <p:cNvPr id="4" name="Tijdelijke aanduiding voor verticale tekst 2">
            <a:extLst>
              <a:ext uri="{FF2B5EF4-FFF2-40B4-BE49-F238E27FC236}">
                <a16:creationId xmlns:a16="http://schemas.microsoft.com/office/drawing/2014/main" id="{C51C6CDD-BFDD-C716-2F84-9948BA61C0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90219" y="1473673"/>
            <a:ext cx="9797847" cy="1820231"/>
          </a:xfrm>
        </p:spPr>
        <p:txBody>
          <a:bodyPr vert="horz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/>
            </a:lvl5pPr>
            <a:lvl6pPr>
              <a:defRPr/>
            </a:lvl6pPr>
            <a:lvl7pPr>
              <a:defRPr sz="2000"/>
            </a:lvl7pPr>
            <a:lvl8pPr>
              <a:defRPr sz="2000"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endParaRPr lang="nl-NL" noProof="0" dirty="0"/>
          </a:p>
        </p:txBody>
      </p:sp>
      <p:grpSp>
        <p:nvGrpSpPr>
          <p:cNvPr id="72" name="INSTRUCTIE">
            <a:extLst>
              <a:ext uri="{FF2B5EF4-FFF2-40B4-BE49-F238E27FC236}">
                <a16:creationId xmlns:a16="http://schemas.microsoft.com/office/drawing/2014/main" id="{922B8B64-EE2A-FA77-BD8D-80BE1A5EF473}"/>
              </a:ext>
            </a:extLst>
          </p:cNvPr>
          <p:cNvGrpSpPr/>
          <p:nvPr userDrawn="1"/>
        </p:nvGrpSpPr>
        <p:grpSpPr>
          <a:xfrm>
            <a:off x="12377595" y="0"/>
            <a:ext cx="3693113" cy="6209710"/>
            <a:chOff x="-3786164" y="0"/>
            <a:chExt cx="3693113" cy="620971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952BF2BE-3FCE-1646-E7F9-5D43506EA096}"/>
                </a:ext>
              </a:extLst>
            </p:cNvPr>
            <p:cNvSpPr/>
            <p:nvPr userDrawn="1"/>
          </p:nvSpPr>
          <p:spPr>
            <a:xfrm>
              <a:off x="-3786164" y="0"/>
              <a:ext cx="3593091" cy="557212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CECE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400" b="1" cap="all" baseline="0" noProof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ICOON invoegen/opmaken</a:t>
              </a:r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D313C7D0-722C-BEC7-18CB-91790628EF95}"/>
                </a:ext>
              </a:extLst>
            </p:cNvPr>
            <p:cNvSpPr/>
            <p:nvPr userDrawn="1"/>
          </p:nvSpPr>
          <p:spPr>
            <a:xfrm>
              <a:off x="-3786164" y="5381710"/>
              <a:ext cx="3593637" cy="828000"/>
            </a:xfrm>
            <a:prstGeom prst="rect">
              <a:avLst/>
            </a:prstGeom>
            <a:solidFill>
              <a:srgbClr val="ECECEC"/>
            </a:solidFill>
            <a:ln w="6350">
              <a:solidFill>
                <a:srgbClr val="ECEC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44000" rIns="180000" bIns="14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MEER WETEN?</a:t>
              </a:r>
              <a:b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Ga naar de tab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'SLIDEBUILDER’ </a:t>
              </a: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en klik</a:t>
              </a:r>
              <a:b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</a:br>
              <a:r>
                <a:rPr lang="nl-NL" sz="1200" kern="1200" cap="none" baseline="0" noProof="0" dirty="0">
                  <a:solidFill>
                    <a:srgbClr val="211F26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op de knop </a:t>
              </a:r>
              <a:r>
                <a:rPr lang="nl-NL" sz="1200" b="1" cap="all" baseline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‘Inspiratie'</a:t>
              </a:r>
            </a:p>
          </p:txBody>
        </p: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98702EF4-B662-65D2-72EA-889FE2FA6C27}"/>
                </a:ext>
              </a:extLst>
            </p:cNvPr>
            <p:cNvSpPr/>
            <p:nvPr userDrawn="1"/>
          </p:nvSpPr>
          <p:spPr>
            <a:xfrm>
              <a:off x="-3603587" y="46532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49ACE2FE-8E31-C410-B1A1-3F5861EA86BA}"/>
                </a:ext>
              </a:extLst>
            </p:cNvPr>
            <p:cNvSpPr/>
            <p:nvPr userDrawn="1"/>
          </p:nvSpPr>
          <p:spPr>
            <a:xfrm>
              <a:off x="-3319416" y="465323"/>
              <a:ext cx="2944087" cy="66185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Wanneer nodig, verwijder het bestaande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icoon d.m.v. de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‘Backspace toets’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‘Slidebuilder'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en klik op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de knop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‘Iconen’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.</a:t>
              </a:r>
              <a:endParaRPr kumimoji="0" lang="nl-NL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7" name="Ovaal 76">
              <a:extLst>
                <a:ext uri="{FF2B5EF4-FFF2-40B4-BE49-F238E27FC236}">
                  <a16:creationId xmlns:a16="http://schemas.microsoft.com/office/drawing/2014/main" id="{7C340435-79C4-3544-E9AA-FFB7C74B5799}"/>
                </a:ext>
              </a:extLst>
            </p:cNvPr>
            <p:cNvSpPr/>
            <p:nvPr userDrawn="1"/>
          </p:nvSpPr>
          <p:spPr>
            <a:xfrm>
              <a:off x="-3603587" y="181118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CFA321DA-F4F1-1D35-0F42-41009FAD62F6}"/>
                </a:ext>
              </a:extLst>
            </p:cNvPr>
            <p:cNvSpPr/>
            <p:nvPr userDrawn="1"/>
          </p:nvSpPr>
          <p:spPr>
            <a:xfrm>
              <a:off x="-3319415" y="181118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de gewenste categorie en het icoon</a:t>
              </a:r>
              <a:b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‘Invoegen’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939DD3EE-B8A6-96F1-0A94-3C7C534E0119}"/>
                </a:ext>
              </a:extLst>
            </p:cNvPr>
            <p:cNvSpPr/>
            <p:nvPr userDrawn="1"/>
          </p:nvSpPr>
          <p:spPr>
            <a:xfrm>
              <a:off x="-3319415" y="2245760"/>
              <a:ext cx="825500" cy="209550"/>
            </a:xfrm>
            <a:prstGeom prst="rect">
              <a:avLst/>
            </a:prstGeom>
            <a:solidFill>
              <a:srgbClr val="1FF52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Invoegen</a:t>
              </a:r>
            </a:p>
          </p:txBody>
        </p:sp>
        <p:sp>
          <p:nvSpPr>
            <p:cNvPr id="80" name="Ovaal 79">
              <a:extLst>
                <a:ext uri="{FF2B5EF4-FFF2-40B4-BE49-F238E27FC236}">
                  <a16:creationId xmlns:a16="http://schemas.microsoft.com/office/drawing/2014/main" id="{A1E817D5-F71C-3994-3437-F66AD6077432}"/>
                </a:ext>
              </a:extLst>
            </p:cNvPr>
            <p:cNvSpPr/>
            <p:nvPr userDrawn="1"/>
          </p:nvSpPr>
          <p:spPr>
            <a:xfrm>
              <a:off x="-3603587" y="263483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829A7CCB-00BB-E5C1-4988-01C638FC67F7}"/>
                </a:ext>
              </a:extLst>
            </p:cNvPr>
            <p:cNvSpPr/>
            <p:nvPr userDrawn="1"/>
          </p:nvSpPr>
          <p:spPr>
            <a:xfrm>
              <a:off x="-3319415" y="2634835"/>
              <a:ext cx="2944682" cy="63775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Sleep het icoon op de gewenste positie op de slide. Om het icoon een andere kleur te geven, ga naar de tab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‘Hulpmiddelen voor tekenen’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 -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‘Opmaak’ 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en klik op </a:t>
              </a:r>
              <a:r>
                <a:rPr kumimoji="0" lang="nl-NL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‘Vormopvulling’</a:t>
              </a: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.</a:t>
              </a:r>
            </a:p>
          </p:txBody>
        </p:sp>
        <p:grpSp>
          <p:nvGrpSpPr>
            <p:cNvPr id="82" name="ICOON_info">
              <a:extLst>
                <a:ext uri="{FF2B5EF4-FFF2-40B4-BE49-F238E27FC236}">
                  <a16:creationId xmlns:a16="http://schemas.microsoft.com/office/drawing/2014/main" id="{29421BB3-6B7B-B1F1-0DC5-061FECA59204}"/>
                </a:ext>
              </a:extLst>
            </p:cNvPr>
            <p:cNvGrpSpPr/>
            <p:nvPr userDrawn="1"/>
          </p:nvGrpSpPr>
          <p:grpSpPr>
            <a:xfrm>
              <a:off x="-376736" y="5210661"/>
              <a:ext cx="283685" cy="283685"/>
              <a:chOff x="-510741" y="5913713"/>
              <a:chExt cx="267555" cy="267555"/>
            </a:xfrm>
          </p:grpSpPr>
          <p:sp>
            <p:nvSpPr>
              <p:cNvPr id="146" name="Ovaal 145">
                <a:extLst>
                  <a:ext uri="{FF2B5EF4-FFF2-40B4-BE49-F238E27FC236}">
                    <a16:creationId xmlns:a16="http://schemas.microsoft.com/office/drawing/2014/main" id="{9C6696CE-D343-55E9-A6EE-95F87F346A65}"/>
                  </a:ext>
                </a:extLst>
              </p:cNvPr>
              <p:cNvSpPr/>
              <p:nvPr userDrawn="1"/>
            </p:nvSpPr>
            <p:spPr>
              <a:xfrm>
                <a:off x="-491853" y="5932072"/>
                <a:ext cx="230835" cy="230835"/>
              </a:xfrm>
              <a:prstGeom prst="ellipse">
                <a:avLst/>
              </a:prstGeom>
              <a:solidFill>
                <a:srgbClr val="211F2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7" name="Graphic 163" descr="Informatie">
                <a:extLst>
                  <a:ext uri="{FF2B5EF4-FFF2-40B4-BE49-F238E27FC236}">
                    <a16:creationId xmlns:a16="http://schemas.microsoft.com/office/drawing/2014/main" id="{FFB1C9E6-701B-831C-F143-0061AB89671F}"/>
                  </a:ext>
                </a:extLst>
              </p:cNvPr>
              <p:cNvSpPr/>
              <p:nvPr/>
            </p:nvSpPr>
            <p:spPr>
              <a:xfrm>
                <a:off x="-510741" y="5913713"/>
                <a:ext cx="267555" cy="267555"/>
              </a:xfrm>
              <a:custGeom>
                <a:avLst/>
                <a:gdLst>
                  <a:gd name="connsiteX0" fmla="*/ 145860 w 291719"/>
                  <a:gd name="connsiteY0" fmla="*/ 0 h 291719"/>
                  <a:gd name="connsiteX1" fmla="*/ 0 w 291719"/>
                  <a:gd name="connsiteY1" fmla="*/ 145860 h 291719"/>
                  <a:gd name="connsiteX2" fmla="*/ 145860 w 291719"/>
                  <a:gd name="connsiteY2" fmla="*/ 291720 h 291719"/>
                  <a:gd name="connsiteX3" fmla="*/ 291720 w 291719"/>
                  <a:gd name="connsiteY3" fmla="*/ 145860 h 291719"/>
                  <a:gd name="connsiteX4" fmla="*/ 145860 w 291719"/>
                  <a:gd name="connsiteY4" fmla="*/ 0 h 291719"/>
                  <a:gd name="connsiteX5" fmla="*/ 138183 w 291719"/>
                  <a:gd name="connsiteY5" fmla="*/ 38384 h 291719"/>
                  <a:gd name="connsiteX6" fmla="*/ 157375 w 291719"/>
                  <a:gd name="connsiteY6" fmla="*/ 57576 h 291719"/>
                  <a:gd name="connsiteX7" fmla="*/ 138183 w 291719"/>
                  <a:gd name="connsiteY7" fmla="*/ 76768 h 291719"/>
                  <a:gd name="connsiteX8" fmla="*/ 118991 w 291719"/>
                  <a:gd name="connsiteY8" fmla="*/ 57576 h 291719"/>
                  <a:gd name="connsiteX9" fmla="*/ 138183 w 291719"/>
                  <a:gd name="connsiteY9" fmla="*/ 38384 h 291719"/>
                  <a:gd name="connsiteX10" fmla="*/ 184244 w 291719"/>
                  <a:gd name="connsiteY10" fmla="*/ 253336 h 291719"/>
                  <a:gd name="connsiteX11" fmla="*/ 107476 w 291719"/>
                  <a:gd name="connsiteY11" fmla="*/ 253336 h 291719"/>
                  <a:gd name="connsiteX12" fmla="*/ 107476 w 291719"/>
                  <a:gd name="connsiteY12" fmla="*/ 230305 h 291719"/>
                  <a:gd name="connsiteX13" fmla="*/ 134345 w 291719"/>
                  <a:gd name="connsiteY13" fmla="*/ 230305 h 291719"/>
                  <a:gd name="connsiteX14" fmla="*/ 134345 w 291719"/>
                  <a:gd name="connsiteY14" fmla="*/ 115153 h 291719"/>
                  <a:gd name="connsiteX15" fmla="*/ 111314 w 291719"/>
                  <a:gd name="connsiteY15" fmla="*/ 115153 h 291719"/>
                  <a:gd name="connsiteX16" fmla="*/ 111314 w 291719"/>
                  <a:gd name="connsiteY16" fmla="*/ 92122 h 291719"/>
                  <a:gd name="connsiteX17" fmla="*/ 157375 w 291719"/>
                  <a:gd name="connsiteY17" fmla="*/ 92122 h 291719"/>
                  <a:gd name="connsiteX18" fmla="*/ 157375 w 291719"/>
                  <a:gd name="connsiteY18" fmla="*/ 115153 h 291719"/>
                  <a:gd name="connsiteX19" fmla="*/ 157375 w 291719"/>
                  <a:gd name="connsiteY19" fmla="*/ 230305 h 291719"/>
                  <a:gd name="connsiteX20" fmla="*/ 184244 w 291719"/>
                  <a:gd name="connsiteY20" fmla="*/ 230305 h 291719"/>
                  <a:gd name="connsiteX21" fmla="*/ 184244 w 291719"/>
                  <a:gd name="connsiteY21" fmla="*/ 253336 h 291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91719" h="291719">
                    <a:moveTo>
                      <a:pt x="145860" y="0"/>
                    </a:moveTo>
                    <a:cubicBezTo>
                      <a:pt x="65253" y="0"/>
                      <a:pt x="0" y="65253"/>
                      <a:pt x="0" y="145860"/>
                    </a:cubicBezTo>
                    <a:cubicBezTo>
                      <a:pt x="0" y="226467"/>
                      <a:pt x="65253" y="291720"/>
                      <a:pt x="145860" y="291720"/>
                    </a:cubicBezTo>
                    <a:cubicBezTo>
                      <a:pt x="226467" y="291720"/>
                      <a:pt x="291720" y="226467"/>
                      <a:pt x="291720" y="145860"/>
                    </a:cubicBezTo>
                    <a:cubicBezTo>
                      <a:pt x="291720" y="65253"/>
                      <a:pt x="226467" y="0"/>
                      <a:pt x="145860" y="0"/>
                    </a:cubicBezTo>
                    <a:close/>
                    <a:moveTo>
                      <a:pt x="138183" y="38384"/>
                    </a:moveTo>
                    <a:cubicBezTo>
                      <a:pt x="148931" y="38384"/>
                      <a:pt x="157375" y="46829"/>
                      <a:pt x="157375" y="57576"/>
                    </a:cubicBezTo>
                    <a:cubicBezTo>
                      <a:pt x="157375" y="68324"/>
                      <a:pt x="148931" y="76768"/>
                      <a:pt x="138183" y="76768"/>
                    </a:cubicBezTo>
                    <a:cubicBezTo>
                      <a:pt x="127435" y="76768"/>
                      <a:pt x="118991" y="68324"/>
                      <a:pt x="118991" y="57576"/>
                    </a:cubicBezTo>
                    <a:cubicBezTo>
                      <a:pt x="118991" y="46829"/>
                      <a:pt x="127435" y="38384"/>
                      <a:pt x="138183" y="38384"/>
                    </a:cubicBezTo>
                    <a:close/>
                    <a:moveTo>
                      <a:pt x="184244" y="253336"/>
                    </a:moveTo>
                    <a:lnTo>
                      <a:pt x="107476" y="253336"/>
                    </a:lnTo>
                    <a:lnTo>
                      <a:pt x="107476" y="230305"/>
                    </a:lnTo>
                    <a:lnTo>
                      <a:pt x="134345" y="230305"/>
                    </a:lnTo>
                    <a:lnTo>
                      <a:pt x="134345" y="115153"/>
                    </a:lnTo>
                    <a:lnTo>
                      <a:pt x="111314" y="115153"/>
                    </a:lnTo>
                    <a:lnTo>
                      <a:pt x="111314" y="92122"/>
                    </a:lnTo>
                    <a:lnTo>
                      <a:pt x="157375" y="92122"/>
                    </a:lnTo>
                    <a:lnTo>
                      <a:pt x="157375" y="115153"/>
                    </a:lnTo>
                    <a:lnTo>
                      <a:pt x="157375" y="230305"/>
                    </a:lnTo>
                    <a:lnTo>
                      <a:pt x="184244" y="230305"/>
                    </a:lnTo>
                    <a:lnTo>
                      <a:pt x="184244" y="253336"/>
                    </a:lnTo>
                    <a:close/>
                  </a:path>
                </a:pathLst>
              </a:custGeom>
              <a:solidFill>
                <a:srgbClr val="1FF524"/>
              </a:solidFill>
              <a:ln w="37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NL" sz="200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7CEE9C9-E8FE-2B87-1CDF-F8F651BB1969}"/>
                </a:ext>
              </a:extLst>
            </p:cNvPr>
            <p:cNvGrpSpPr/>
            <p:nvPr userDrawn="1"/>
          </p:nvGrpSpPr>
          <p:grpSpPr>
            <a:xfrm>
              <a:off x="-938434" y="5519087"/>
              <a:ext cx="627798" cy="576693"/>
              <a:chOff x="-938434" y="4570310"/>
              <a:chExt cx="627798" cy="576693"/>
            </a:xfrm>
          </p:grpSpPr>
          <p:grpSp>
            <p:nvGrpSpPr>
              <p:cNvPr id="141" name="Inspireren">
                <a:extLst>
                  <a:ext uri="{FF2B5EF4-FFF2-40B4-BE49-F238E27FC236}">
                    <a16:creationId xmlns:a16="http://schemas.microsoft.com/office/drawing/2014/main" id="{3EF727DC-469B-D0FC-186D-DAF26EE1B1A1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 bwMode="auto">
              <a:xfrm>
                <a:off x="-716116" y="4570310"/>
                <a:ext cx="169778" cy="242385"/>
                <a:chOff x="4768" y="2783"/>
                <a:chExt cx="788" cy="1125"/>
              </a:xfrm>
              <a:gradFill>
                <a:gsLst>
                  <a:gs pos="0">
                    <a:srgbClr val="9D9FA1"/>
                  </a:gs>
                  <a:gs pos="70000">
                    <a:srgbClr val="211F26"/>
                  </a:gs>
                </a:gsLst>
                <a:lin ang="2700000" scaled="0"/>
              </a:gradFill>
            </p:grpSpPr>
            <p:sp>
              <p:nvSpPr>
                <p:cNvPr id="143" name="Freeform 12">
                  <a:extLst>
                    <a:ext uri="{FF2B5EF4-FFF2-40B4-BE49-F238E27FC236}">
                      <a16:creationId xmlns:a16="http://schemas.microsoft.com/office/drawing/2014/main" id="{A3545189-97F0-3B24-EAAA-72D5BB6F1F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1" y="3186"/>
                  <a:ext cx="319" cy="288"/>
                </a:xfrm>
                <a:custGeom>
                  <a:avLst/>
                  <a:gdLst>
                    <a:gd name="T0" fmla="*/ 220 w 319"/>
                    <a:gd name="T1" fmla="*/ 288 h 288"/>
                    <a:gd name="T2" fmla="*/ 107 w 319"/>
                    <a:gd name="T3" fmla="*/ 288 h 288"/>
                    <a:gd name="T4" fmla="*/ 0 w 319"/>
                    <a:gd name="T5" fmla="*/ 0 h 288"/>
                    <a:gd name="T6" fmla="*/ 319 w 319"/>
                    <a:gd name="T7" fmla="*/ 0 h 288"/>
                    <a:gd name="T8" fmla="*/ 220 w 319"/>
                    <a:gd name="T9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9" h="288">
                      <a:moveTo>
                        <a:pt x="220" y="288"/>
                      </a:moveTo>
                      <a:lnTo>
                        <a:pt x="107" y="288"/>
                      </a:lnTo>
                      <a:lnTo>
                        <a:pt x="0" y="0"/>
                      </a:lnTo>
                      <a:lnTo>
                        <a:pt x="319" y="0"/>
                      </a:lnTo>
                      <a:lnTo>
                        <a:pt x="220" y="288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44" name="Freeform 13">
                  <a:extLst>
                    <a:ext uri="{FF2B5EF4-FFF2-40B4-BE49-F238E27FC236}">
                      <a16:creationId xmlns:a16="http://schemas.microsoft.com/office/drawing/2014/main" id="{4A059A36-FCDD-C1A5-CF56-09FF37A7B3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22" y="3796"/>
                  <a:ext cx="282" cy="112"/>
                </a:xfrm>
                <a:custGeom>
                  <a:avLst/>
                  <a:gdLst>
                    <a:gd name="T0" fmla="*/ 229 w 251"/>
                    <a:gd name="T1" fmla="*/ 70 h 100"/>
                    <a:gd name="T2" fmla="*/ 229 w 251"/>
                    <a:gd name="T3" fmla="*/ 69 h 100"/>
                    <a:gd name="T4" fmla="*/ 251 w 251"/>
                    <a:gd name="T5" fmla="*/ 0 h 100"/>
                    <a:gd name="T6" fmla="*/ 0 w 251"/>
                    <a:gd name="T7" fmla="*/ 0 h 100"/>
                    <a:gd name="T8" fmla="*/ 22 w 251"/>
                    <a:gd name="T9" fmla="*/ 69 h 100"/>
                    <a:gd name="T10" fmla="*/ 63 w 251"/>
                    <a:gd name="T11" fmla="*/ 100 h 100"/>
                    <a:gd name="T12" fmla="*/ 188 w 251"/>
                    <a:gd name="T13" fmla="*/ 100 h 100"/>
                    <a:gd name="T14" fmla="*/ 229 w 251"/>
                    <a:gd name="T15" fmla="*/ 71 h 100"/>
                    <a:gd name="T16" fmla="*/ 229 w 251"/>
                    <a:gd name="T17" fmla="*/ 71 h 100"/>
                    <a:gd name="T18" fmla="*/ 229 w 251"/>
                    <a:gd name="T19" fmla="*/ 70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51" h="100">
                      <a:moveTo>
                        <a:pt x="229" y="70"/>
                      </a:moveTo>
                      <a:cubicBezTo>
                        <a:pt x="229" y="70"/>
                        <a:pt x="229" y="69"/>
                        <a:pt x="229" y="69"/>
                      </a:cubicBezTo>
                      <a:cubicBezTo>
                        <a:pt x="251" y="0"/>
                        <a:pt x="251" y="0"/>
                        <a:pt x="251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2" y="69"/>
                        <a:pt x="22" y="69"/>
                        <a:pt x="22" y="69"/>
                      </a:cubicBezTo>
                      <a:cubicBezTo>
                        <a:pt x="27" y="87"/>
                        <a:pt x="44" y="100"/>
                        <a:pt x="63" y="100"/>
                      </a:cubicBezTo>
                      <a:cubicBezTo>
                        <a:pt x="188" y="100"/>
                        <a:pt x="188" y="100"/>
                        <a:pt x="188" y="100"/>
                      </a:cubicBezTo>
                      <a:cubicBezTo>
                        <a:pt x="207" y="100"/>
                        <a:pt x="223" y="88"/>
                        <a:pt x="229" y="71"/>
                      </a:cubicBezTo>
                      <a:cubicBezTo>
                        <a:pt x="229" y="71"/>
                        <a:pt x="229" y="71"/>
                        <a:pt x="229" y="71"/>
                      </a:cubicBezTo>
                      <a:lnTo>
                        <a:pt x="229" y="7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  <p:sp>
              <p:nvSpPr>
                <p:cNvPr id="145" name="Freeform 14">
                  <a:extLst>
                    <a:ext uri="{FF2B5EF4-FFF2-40B4-BE49-F238E27FC236}">
                      <a16:creationId xmlns:a16="http://schemas.microsoft.com/office/drawing/2014/main" id="{F534699C-C1A4-1E46-7721-E44BEC70C3C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68" y="2783"/>
                  <a:ext cx="788" cy="966"/>
                </a:xfrm>
                <a:custGeom>
                  <a:avLst/>
                  <a:gdLst>
                    <a:gd name="T0" fmla="*/ 351 w 702"/>
                    <a:gd name="T1" fmla="*/ 0 h 860"/>
                    <a:gd name="T2" fmla="*/ 0 w 702"/>
                    <a:gd name="T3" fmla="*/ 351 h 860"/>
                    <a:gd name="T4" fmla="*/ 134 w 702"/>
                    <a:gd name="T5" fmla="*/ 627 h 860"/>
                    <a:gd name="T6" fmla="*/ 165 w 702"/>
                    <a:gd name="T7" fmla="*/ 718 h 860"/>
                    <a:gd name="T8" fmla="*/ 266 w 702"/>
                    <a:gd name="T9" fmla="*/ 718 h 860"/>
                    <a:gd name="T10" fmla="*/ 266 w 702"/>
                    <a:gd name="T11" fmla="*/ 718 h 860"/>
                    <a:gd name="T12" fmla="*/ 434 w 702"/>
                    <a:gd name="T13" fmla="*/ 718 h 860"/>
                    <a:gd name="T14" fmla="*/ 419 w 702"/>
                    <a:gd name="T15" fmla="*/ 760 h 860"/>
                    <a:gd name="T16" fmla="*/ 284 w 702"/>
                    <a:gd name="T17" fmla="*/ 760 h 860"/>
                    <a:gd name="T18" fmla="*/ 284 w 702"/>
                    <a:gd name="T19" fmla="*/ 760 h 860"/>
                    <a:gd name="T20" fmla="*/ 179 w 702"/>
                    <a:gd name="T21" fmla="*/ 760 h 860"/>
                    <a:gd name="T22" fmla="*/ 212 w 702"/>
                    <a:gd name="T23" fmla="*/ 860 h 860"/>
                    <a:gd name="T24" fmla="*/ 212 w 702"/>
                    <a:gd name="T25" fmla="*/ 860 h 860"/>
                    <a:gd name="T26" fmla="*/ 216 w 702"/>
                    <a:gd name="T27" fmla="*/ 860 h 860"/>
                    <a:gd name="T28" fmla="*/ 488 w 702"/>
                    <a:gd name="T29" fmla="*/ 860 h 860"/>
                    <a:gd name="T30" fmla="*/ 491 w 702"/>
                    <a:gd name="T31" fmla="*/ 860 h 860"/>
                    <a:gd name="T32" fmla="*/ 570 w 702"/>
                    <a:gd name="T33" fmla="*/ 625 h 860"/>
                    <a:gd name="T34" fmla="*/ 702 w 702"/>
                    <a:gd name="T35" fmla="*/ 351 h 860"/>
                    <a:gd name="T36" fmla="*/ 351 w 702"/>
                    <a:gd name="T37" fmla="*/ 0 h 860"/>
                    <a:gd name="T38" fmla="*/ 587 w 702"/>
                    <a:gd name="T39" fmla="*/ 438 h 860"/>
                    <a:gd name="T40" fmla="*/ 485 w 702"/>
                    <a:gd name="T41" fmla="*/ 563 h 860"/>
                    <a:gd name="T42" fmla="*/ 454 w 702"/>
                    <a:gd name="T43" fmla="*/ 658 h 860"/>
                    <a:gd name="T44" fmla="*/ 250 w 702"/>
                    <a:gd name="T45" fmla="*/ 658 h 860"/>
                    <a:gd name="T46" fmla="*/ 219 w 702"/>
                    <a:gd name="T47" fmla="*/ 565 h 860"/>
                    <a:gd name="T48" fmla="*/ 115 w 702"/>
                    <a:gd name="T49" fmla="*/ 439 h 860"/>
                    <a:gd name="T50" fmla="*/ 99 w 702"/>
                    <a:gd name="T51" fmla="*/ 351 h 860"/>
                    <a:gd name="T52" fmla="*/ 351 w 702"/>
                    <a:gd name="T53" fmla="*/ 99 h 860"/>
                    <a:gd name="T54" fmla="*/ 603 w 702"/>
                    <a:gd name="T55" fmla="*/ 351 h 860"/>
                    <a:gd name="T56" fmla="*/ 587 w 702"/>
                    <a:gd name="T57" fmla="*/ 438 h 8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702" h="860">
                      <a:moveTo>
                        <a:pt x="351" y="0"/>
                      </a:moveTo>
                      <a:cubicBezTo>
                        <a:pt x="157" y="0"/>
                        <a:pt x="0" y="157"/>
                        <a:pt x="0" y="351"/>
                      </a:cubicBezTo>
                      <a:cubicBezTo>
                        <a:pt x="0" y="463"/>
                        <a:pt x="52" y="562"/>
                        <a:pt x="134" y="627"/>
                      </a:cubicBezTo>
                      <a:cubicBezTo>
                        <a:pt x="165" y="718"/>
                        <a:pt x="165" y="718"/>
                        <a:pt x="165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266" y="718"/>
                        <a:pt x="266" y="718"/>
                        <a:pt x="266" y="718"/>
                      </a:cubicBezTo>
                      <a:cubicBezTo>
                        <a:pt x="434" y="718"/>
                        <a:pt x="434" y="718"/>
                        <a:pt x="434" y="718"/>
                      </a:cubicBezTo>
                      <a:cubicBezTo>
                        <a:pt x="419" y="760"/>
                        <a:pt x="419" y="760"/>
                        <a:pt x="419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284" y="760"/>
                        <a:pt x="284" y="760"/>
                        <a:pt x="284" y="760"/>
                      </a:cubicBezTo>
                      <a:cubicBezTo>
                        <a:pt x="179" y="760"/>
                        <a:pt x="179" y="760"/>
                        <a:pt x="179" y="7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2" y="860"/>
                        <a:pt x="212" y="860"/>
                        <a:pt x="212" y="860"/>
                      </a:cubicBezTo>
                      <a:cubicBezTo>
                        <a:pt x="216" y="860"/>
                        <a:pt x="216" y="860"/>
                        <a:pt x="216" y="860"/>
                      </a:cubicBezTo>
                      <a:cubicBezTo>
                        <a:pt x="488" y="860"/>
                        <a:pt x="488" y="860"/>
                        <a:pt x="488" y="860"/>
                      </a:cubicBezTo>
                      <a:cubicBezTo>
                        <a:pt x="491" y="860"/>
                        <a:pt x="491" y="860"/>
                        <a:pt x="491" y="860"/>
                      </a:cubicBezTo>
                      <a:cubicBezTo>
                        <a:pt x="570" y="625"/>
                        <a:pt x="570" y="625"/>
                        <a:pt x="570" y="625"/>
                      </a:cubicBezTo>
                      <a:cubicBezTo>
                        <a:pt x="651" y="560"/>
                        <a:pt x="702" y="461"/>
                        <a:pt x="702" y="351"/>
                      </a:cubicBezTo>
                      <a:cubicBezTo>
                        <a:pt x="702" y="157"/>
                        <a:pt x="545" y="0"/>
                        <a:pt x="351" y="0"/>
                      </a:cubicBezTo>
                      <a:close/>
                      <a:moveTo>
                        <a:pt x="587" y="438"/>
                      </a:moveTo>
                      <a:cubicBezTo>
                        <a:pt x="568" y="490"/>
                        <a:pt x="531" y="534"/>
                        <a:pt x="485" y="563"/>
                      </a:cubicBezTo>
                      <a:cubicBezTo>
                        <a:pt x="454" y="658"/>
                        <a:pt x="454" y="658"/>
                        <a:pt x="454" y="658"/>
                      </a:cubicBezTo>
                      <a:cubicBezTo>
                        <a:pt x="250" y="658"/>
                        <a:pt x="250" y="658"/>
                        <a:pt x="250" y="658"/>
                      </a:cubicBezTo>
                      <a:cubicBezTo>
                        <a:pt x="219" y="565"/>
                        <a:pt x="219" y="565"/>
                        <a:pt x="219" y="565"/>
                      </a:cubicBezTo>
                      <a:cubicBezTo>
                        <a:pt x="172" y="536"/>
                        <a:pt x="135" y="491"/>
                        <a:pt x="115" y="439"/>
                      </a:cubicBezTo>
                      <a:cubicBezTo>
                        <a:pt x="105" y="411"/>
                        <a:pt x="99" y="382"/>
                        <a:pt x="99" y="351"/>
                      </a:cubicBezTo>
                      <a:cubicBezTo>
                        <a:pt x="99" y="212"/>
                        <a:pt x="212" y="99"/>
                        <a:pt x="351" y="99"/>
                      </a:cubicBezTo>
                      <a:cubicBezTo>
                        <a:pt x="490" y="99"/>
                        <a:pt x="603" y="212"/>
                        <a:pt x="603" y="351"/>
                      </a:cubicBezTo>
                      <a:cubicBezTo>
                        <a:pt x="603" y="381"/>
                        <a:pt x="597" y="411"/>
                        <a:pt x="587" y="4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95469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3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Segoe UI" panose="020B0502040204020203" pitchFamily="34" charset="0"/>
                  </a:endParaRPr>
                </a:p>
              </p:txBody>
            </p:sp>
          </p:grpSp>
          <p:sp>
            <p:nvSpPr>
              <p:cNvPr id="142" name="Tekstvak 141">
                <a:extLst>
                  <a:ext uri="{FF2B5EF4-FFF2-40B4-BE49-F238E27FC236}">
                    <a16:creationId xmlns:a16="http://schemas.microsoft.com/office/drawing/2014/main" id="{26AD7276-BBFD-B33E-90CE-43201ED62029}"/>
                  </a:ext>
                </a:extLst>
              </p:cNvPr>
              <p:cNvSpPr txBox="1"/>
              <p:nvPr userDrawn="1"/>
            </p:nvSpPr>
            <p:spPr>
              <a:xfrm>
                <a:off x="-938434" y="4824764"/>
                <a:ext cx="627798" cy="32223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Inspiratie</a:t>
                </a:r>
              </a:p>
            </p:txBody>
          </p:sp>
        </p:grpSp>
        <p:grpSp>
          <p:nvGrpSpPr>
            <p:cNvPr id="84" name="Groep 83">
              <a:extLst>
                <a:ext uri="{FF2B5EF4-FFF2-40B4-BE49-F238E27FC236}">
                  <a16:creationId xmlns:a16="http://schemas.microsoft.com/office/drawing/2014/main" id="{A26F83D9-80BE-C06D-E789-DAC99DBBA0EB}"/>
                </a:ext>
              </a:extLst>
            </p:cNvPr>
            <p:cNvGrpSpPr/>
            <p:nvPr userDrawn="1"/>
          </p:nvGrpSpPr>
          <p:grpSpPr>
            <a:xfrm>
              <a:off x="-3398401" y="1222628"/>
              <a:ext cx="491631" cy="410839"/>
              <a:chOff x="-3241990" y="1222628"/>
              <a:chExt cx="491631" cy="410839"/>
            </a:xfrm>
          </p:grpSpPr>
          <p:sp>
            <p:nvSpPr>
              <p:cNvPr id="128" name="Tekstvak 127">
                <a:extLst>
                  <a:ext uri="{FF2B5EF4-FFF2-40B4-BE49-F238E27FC236}">
                    <a16:creationId xmlns:a16="http://schemas.microsoft.com/office/drawing/2014/main" id="{F7F99F6E-2766-516B-2801-014F0EF74EB0}"/>
                  </a:ext>
                </a:extLst>
              </p:cNvPr>
              <p:cNvSpPr txBox="1"/>
              <p:nvPr userDrawn="1"/>
            </p:nvSpPr>
            <p:spPr>
              <a:xfrm>
                <a:off x="-3241990" y="1489960"/>
                <a:ext cx="491631" cy="143507"/>
              </a:xfrm>
              <a:prstGeom prst="rect">
                <a:avLst/>
              </a:prstGeom>
              <a:noFill/>
            </p:spPr>
            <p:txBody>
              <a:bodyPr wrap="square" lIns="0" tIns="18000" rIns="0" bIns="0" rtlCol="0" anchor="t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11F26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Iconen</a:t>
                </a:r>
              </a:p>
            </p:txBody>
          </p:sp>
          <p:grpSp>
            <p:nvGrpSpPr>
              <p:cNvPr id="129" name="Groep 128">
                <a:extLst>
                  <a:ext uri="{FF2B5EF4-FFF2-40B4-BE49-F238E27FC236}">
                    <a16:creationId xmlns:a16="http://schemas.microsoft.com/office/drawing/2014/main" id="{1765F973-AF94-8124-D145-70EE342A5BDB}"/>
                  </a:ext>
                </a:extLst>
              </p:cNvPr>
              <p:cNvGrpSpPr/>
              <p:nvPr userDrawn="1"/>
            </p:nvGrpSpPr>
            <p:grpSpPr>
              <a:xfrm>
                <a:off x="-3119153" y="1222628"/>
                <a:ext cx="245956" cy="246691"/>
                <a:chOff x="1314120" y="4794393"/>
                <a:chExt cx="1787447" cy="1792785"/>
              </a:xfrm>
            </p:grpSpPr>
            <p:grpSp>
              <p:nvGrpSpPr>
                <p:cNvPr id="130" name="Groep 129">
                  <a:extLst>
                    <a:ext uri="{FF2B5EF4-FFF2-40B4-BE49-F238E27FC236}">
                      <a16:creationId xmlns:a16="http://schemas.microsoft.com/office/drawing/2014/main" id="{248E3DED-0965-8A03-3C17-D03AC39EEC00}"/>
                    </a:ext>
                  </a:extLst>
                </p:cNvPr>
                <p:cNvGrpSpPr/>
                <p:nvPr/>
              </p:nvGrpSpPr>
              <p:grpSpPr>
                <a:xfrm>
                  <a:off x="1314120" y="4794393"/>
                  <a:ext cx="1787447" cy="1792785"/>
                  <a:chOff x="1314120" y="4794393"/>
                  <a:chExt cx="1787447" cy="1792785"/>
                </a:xfrm>
                <a:gradFill>
                  <a:gsLst>
                    <a:gs pos="0">
                      <a:srgbClr val="9D9FA1"/>
                    </a:gs>
                    <a:gs pos="70000">
                      <a:srgbClr val="211F26"/>
                    </a:gs>
                  </a:gsLst>
                  <a:lin ang="2700000" scaled="0"/>
                </a:gradFill>
              </p:grpSpPr>
              <p:grpSp>
                <p:nvGrpSpPr>
                  <p:cNvPr id="132" name="Groep 131">
                    <a:extLst>
                      <a:ext uri="{FF2B5EF4-FFF2-40B4-BE49-F238E27FC236}">
                        <a16:creationId xmlns:a16="http://schemas.microsoft.com/office/drawing/2014/main" id="{BB9B89FA-EE39-9404-8281-7DCD1B0C6CBC}"/>
                      </a:ext>
                    </a:extLst>
                  </p:cNvPr>
                  <p:cNvGrpSpPr/>
                  <p:nvPr/>
                </p:nvGrpSpPr>
                <p:grpSpPr>
                  <a:xfrm>
                    <a:off x="1314120" y="4794393"/>
                    <a:ext cx="1787447" cy="1792785"/>
                    <a:chOff x="1314120" y="4794393"/>
                    <a:chExt cx="1787447" cy="1792785"/>
                  </a:xfrm>
                  <a:grpFill/>
                </p:grpSpPr>
                <p:sp>
                  <p:nvSpPr>
                    <p:cNvPr id="137" name="Vrije vorm: vorm 136">
                      <a:extLst>
                        <a:ext uri="{FF2B5EF4-FFF2-40B4-BE49-F238E27FC236}">
                          <a16:creationId xmlns:a16="http://schemas.microsoft.com/office/drawing/2014/main" id="{3AEFE47E-0284-2C84-2D77-6C2994AD1E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4120" y="4794393"/>
                      <a:ext cx="854131" cy="854131"/>
                    </a:xfrm>
                    <a:custGeom>
                      <a:avLst/>
                      <a:gdLst>
                        <a:gd name="connsiteX0" fmla="*/ 716202 w 854130"/>
                        <a:gd name="connsiteY0" fmla="*/ 139664 h 854130"/>
                        <a:gd name="connsiteX1" fmla="*/ 716202 w 854130"/>
                        <a:gd name="connsiteY1" fmla="*/ 716202 h 854130"/>
                        <a:gd name="connsiteX2" fmla="*/ 139664 w 854130"/>
                        <a:gd name="connsiteY2" fmla="*/ 716202 h 854130"/>
                        <a:gd name="connsiteX3" fmla="*/ 139664 w 854130"/>
                        <a:gd name="connsiteY3" fmla="*/ 139664 h 854130"/>
                        <a:gd name="connsiteX4" fmla="*/ 716202 w 854130"/>
                        <a:gd name="connsiteY4" fmla="*/ 139664 h 854130"/>
                        <a:gd name="connsiteX5" fmla="*/ 849660 w 854130"/>
                        <a:gd name="connsiteY5" fmla="*/ 6206 h 854130"/>
                        <a:gd name="connsiteX6" fmla="*/ 6206 w 854130"/>
                        <a:gd name="connsiteY6" fmla="*/ 6206 h 854130"/>
                        <a:gd name="connsiteX7" fmla="*/ 6206 w 854130"/>
                        <a:gd name="connsiteY7" fmla="*/ 849660 h 854130"/>
                        <a:gd name="connsiteX8" fmla="*/ 849660 w 854130"/>
                        <a:gd name="connsiteY8" fmla="*/ 849660 h 854130"/>
                        <a:gd name="connsiteX9" fmla="*/ 849660 w 854130"/>
                        <a:gd name="connsiteY9" fmla="*/ 6206 h 854130"/>
                        <a:gd name="connsiteX10" fmla="*/ 849660 w 854130"/>
                        <a:gd name="connsiteY10" fmla="*/ 6206 h 8541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54130" h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38" name="Vrije vorm: vorm 137">
                      <a:extLst>
                        <a:ext uri="{FF2B5EF4-FFF2-40B4-BE49-F238E27FC236}">
                          <a16:creationId xmlns:a16="http://schemas.microsoft.com/office/drawing/2014/main" id="{8FB59B71-75E3-2548-5680-E075E57F27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47436" y="4794393"/>
                      <a:ext cx="854131" cy="854131"/>
                    </a:xfrm>
                    <a:custGeom>
                      <a:avLst/>
                      <a:gdLst>
                        <a:gd name="connsiteX0" fmla="*/ 716202 w 854130"/>
                        <a:gd name="connsiteY0" fmla="*/ 139664 h 854130"/>
                        <a:gd name="connsiteX1" fmla="*/ 716202 w 854130"/>
                        <a:gd name="connsiteY1" fmla="*/ 716202 h 854130"/>
                        <a:gd name="connsiteX2" fmla="*/ 139664 w 854130"/>
                        <a:gd name="connsiteY2" fmla="*/ 716202 h 854130"/>
                        <a:gd name="connsiteX3" fmla="*/ 139664 w 854130"/>
                        <a:gd name="connsiteY3" fmla="*/ 139664 h 854130"/>
                        <a:gd name="connsiteX4" fmla="*/ 716202 w 854130"/>
                        <a:gd name="connsiteY4" fmla="*/ 139664 h 854130"/>
                        <a:gd name="connsiteX5" fmla="*/ 849660 w 854130"/>
                        <a:gd name="connsiteY5" fmla="*/ 6206 h 854130"/>
                        <a:gd name="connsiteX6" fmla="*/ 6206 w 854130"/>
                        <a:gd name="connsiteY6" fmla="*/ 6206 h 854130"/>
                        <a:gd name="connsiteX7" fmla="*/ 6206 w 854130"/>
                        <a:gd name="connsiteY7" fmla="*/ 849660 h 854130"/>
                        <a:gd name="connsiteX8" fmla="*/ 849660 w 854130"/>
                        <a:gd name="connsiteY8" fmla="*/ 849660 h 854130"/>
                        <a:gd name="connsiteX9" fmla="*/ 849660 w 854130"/>
                        <a:gd name="connsiteY9" fmla="*/ 6206 h 854130"/>
                        <a:gd name="connsiteX10" fmla="*/ 849660 w 854130"/>
                        <a:gd name="connsiteY10" fmla="*/ 6206 h 8541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54130" h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39" name="Vrije vorm: vorm 138">
                      <a:extLst>
                        <a:ext uri="{FF2B5EF4-FFF2-40B4-BE49-F238E27FC236}">
                          <a16:creationId xmlns:a16="http://schemas.microsoft.com/office/drawing/2014/main" id="{2C66E7CA-1E7A-44C0-2108-D18CF77A34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14120" y="5733047"/>
                      <a:ext cx="854131" cy="854131"/>
                    </a:xfrm>
                    <a:custGeom>
                      <a:avLst/>
                      <a:gdLst>
                        <a:gd name="connsiteX0" fmla="*/ 716202 w 854130"/>
                        <a:gd name="connsiteY0" fmla="*/ 139664 h 854130"/>
                        <a:gd name="connsiteX1" fmla="*/ 716202 w 854130"/>
                        <a:gd name="connsiteY1" fmla="*/ 716202 h 854130"/>
                        <a:gd name="connsiteX2" fmla="*/ 139664 w 854130"/>
                        <a:gd name="connsiteY2" fmla="*/ 716202 h 854130"/>
                        <a:gd name="connsiteX3" fmla="*/ 139664 w 854130"/>
                        <a:gd name="connsiteY3" fmla="*/ 139664 h 854130"/>
                        <a:gd name="connsiteX4" fmla="*/ 716202 w 854130"/>
                        <a:gd name="connsiteY4" fmla="*/ 139664 h 854130"/>
                        <a:gd name="connsiteX5" fmla="*/ 849660 w 854130"/>
                        <a:gd name="connsiteY5" fmla="*/ 6206 h 854130"/>
                        <a:gd name="connsiteX6" fmla="*/ 6206 w 854130"/>
                        <a:gd name="connsiteY6" fmla="*/ 6206 h 854130"/>
                        <a:gd name="connsiteX7" fmla="*/ 6206 w 854130"/>
                        <a:gd name="connsiteY7" fmla="*/ 849660 h 854130"/>
                        <a:gd name="connsiteX8" fmla="*/ 849660 w 854130"/>
                        <a:gd name="connsiteY8" fmla="*/ 849660 h 854130"/>
                        <a:gd name="connsiteX9" fmla="*/ 849660 w 854130"/>
                        <a:gd name="connsiteY9" fmla="*/ 6206 h 854130"/>
                        <a:gd name="connsiteX10" fmla="*/ 849660 w 854130"/>
                        <a:gd name="connsiteY10" fmla="*/ 6206 h 8541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54130" h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40" name="Vrije vorm: vorm 139">
                      <a:extLst>
                        <a:ext uri="{FF2B5EF4-FFF2-40B4-BE49-F238E27FC236}">
                          <a16:creationId xmlns:a16="http://schemas.microsoft.com/office/drawing/2014/main" id="{874BCBBF-1580-883C-76ED-FF28766D0A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47436" y="5733047"/>
                      <a:ext cx="854131" cy="854131"/>
                    </a:xfrm>
                    <a:custGeom>
                      <a:avLst/>
                      <a:gdLst>
                        <a:gd name="connsiteX0" fmla="*/ 716202 w 854130"/>
                        <a:gd name="connsiteY0" fmla="*/ 139664 h 854130"/>
                        <a:gd name="connsiteX1" fmla="*/ 716202 w 854130"/>
                        <a:gd name="connsiteY1" fmla="*/ 716202 h 854130"/>
                        <a:gd name="connsiteX2" fmla="*/ 139664 w 854130"/>
                        <a:gd name="connsiteY2" fmla="*/ 716202 h 854130"/>
                        <a:gd name="connsiteX3" fmla="*/ 139664 w 854130"/>
                        <a:gd name="connsiteY3" fmla="*/ 139664 h 854130"/>
                        <a:gd name="connsiteX4" fmla="*/ 716202 w 854130"/>
                        <a:gd name="connsiteY4" fmla="*/ 139664 h 854130"/>
                        <a:gd name="connsiteX5" fmla="*/ 849660 w 854130"/>
                        <a:gd name="connsiteY5" fmla="*/ 6206 h 854130"/>
                        <a:gd name="connsiteX6" fmla="*/ 6206 w 854130"/>
                        <a:gd name="connsiteY6" fmla="*/ 6206 h 854130"/>
                        <a:gd name="connsiteX7" fmla="*/ 6206 w 854130"/>
                        <a:gd name="connsiteY7" fmla="*/ 849660 h 854130"/>
                        <a:gd name="connsiteX8" fmla="*/ 849660 w 854130"/>
                        <a:gd name="connsiteY8" fmla="*/ 849660 h 854130"/>
                        <a:gd name="connsiteX9" fmla="*/ 849660 w 854130"/>
                        <a:gd name="connsiteY9" fmla="*/ 6206 h 854130"/>
                        <a:gd name="connsiteX10" fmla="*/ 849660 w 854130"/>
                        <a:gd name="connsiteY10" fmla="*/ 6206 h 8541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54130" h="854130">
                          <a:moveTo>
                            <a:pt x="716202" y="139664"/>
                          </a:moveTo>
                          <a:lnTo>
                            <a:pt x="716202" y="716202"/>
                          </a:lnTo>
                          <a:lnTo>
                            <a:pt x="139664" y="716202"/>
                          </a:lnTo>
                          <a:lnTo>
                            <a:pt x="139664" y="139664"/>
                          </a:lnTo>
                          <a:lnTo>
                            <a:pt x="716202" y="139664"/>
                          </a:lnTo>
                          <a:moveTo>
                            <a:pt x="849660" y="6206"/>
                          </a:moveTo>
                          <a:lnTo>
                            <a:pt x="6206" y="6206"/>
                          </a:lnTo>
                          <a:lnTo>
                            <a:pt x="6206" y="849660"/>
                          </a:lnTo>
                          <a:lnTo>
                            <a:pt x="849660" y="849660"/>
                          </a:lnTo>
                          <a:lnTo>
                            <a:pt x="849660" y="6206"/>
                          </a:lnTo>
                          <a:lnTo>
                            <a:pt x="849660" y="6206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</p:grpSp>
              <p:grpSp>
                <p:nvGrpSpPr>
                  <p:cNvPr id="133" name="Groep 132">
                    <a:extLst>
                      <a:ext uri="{FF2B5EF4-FFF2-40B4-BE49-F238E27FC236}">
                        <a16:creationId xmlns:a16="http://schemas.microsoft.com/office/drawing/2014/main" id="{C37E7A16-7063-88C5-1B7D-E8E051B70AB5}"/>
                      </a:ext>
                    </a:extLst>
                  </p:cNvPr>
                  <p:cNvGrpSpPr/>
                  <p:nvPr/>
                </p:nvGrpSpPr>
                <p:grpSpPr>
                  <a:xfrm>
                    <a:off x="1544558" y="5023941"/>
                    <a:ext cx="1270519" cy="1329241"/>
                    <a:chOff x="1544558" y="5023941"/>
                    <a:chExt cx="1270519" cy="1329241"/>
                  </a:xfrm>
                  <a:grpFill/>
                </p:grpSpPr>
                <p:sp>
                  <p:nvSpPr>
                    <p:cNvPr id="134" name="Vrije vorm: vorm 133">
                      <a:extLst>
                        <a:ext uri="{FF2B5EF4-FFF2-40B4-BE49-F238E27FC236}">
                          <a16:creationId xmlns:a16="http://schemas.microsoft.com/office/drawing/2014/main" id="{84ADBC36-F5C7-7F2A-85AC-BD410CDE36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44558" y="5033728"/>
                      <a:ext cx="391477" cy="391477"/>
                    </a:xfrm>
                    <a:custGeom>
                      <a:avLst/>
                      <a:gdLst>
                        <a:gd name="connsiteX0" fmla="*/ 338071 w 391476"/>
                        <a:gd name="connsiteY0" fmla="*/ 146781 h 391476"/>
                        <a:gd name="connsiteX1" fmla="*/ 338071 w 391476"/>
                        <a:gd name="connsiteY1" fmla="*/ 54251 h 391476"/>
                        <a:gd name="connsiteX2" fmla="*/ 290026 w 391476"/>
                        <a:gd name="connsiteY2" fmla="*/ 54251 h 391476"/>
                        <a:gd name="connsiteX3" fmla="*/ 290026 w 391476"/>
                        <a:gd name="connsiteY3" fmla="*/ 98737 h 391476"/>
                        <a:gd name="connsiteX4" fmla="*/ 197496 w 391476"/>
                        <a:gd name="connsiteY4" fmla="*/ 6206 h 391476"/>
                        <a:gd name="connsiteX5" fmla="*/ 6206 w 391476"/>
                        <a:gd name="connsiteY5" fmla="*/ 197496 h 391476"/>
                        <a:gd name="connsiteX6" fmla="*/ 7096 w 391476"/>
                        <a:gd name="connsiteY6" fmla="*/ 387896 h 391476"/>
                        <a:gd name="connsiteX7" fmla="*/ 146781 w 391476"/>
                        <a:gd name="connsiteY7" fmla="*/ 387896 h 391476"/>
                        <a:gd name="connsiteX8" fmla="*/ 242871 w 391476"/>
                        <a:gd name="connsiteY8" fmla="*/ 387896 h 391476"/>
                        <a:gd name="connsiteX9" fmla="*/ 388785 w 391476"/>
                        <a:gd name="connsiteY9" fmla="*/ 387896 h 391476"/>
                        <a:gd name="connsiteX10" fmla="*/ 388785 w 391476"/>
                        <a:gd name="connsiteY10" fmla="*/ 197496 h 391476"/>
                        <a:gd name="connsiteX11" fmla="*/ 338071 w 391476"/>
                        <a:gd name="connsiteY11" fmla="*/ 146781 h 3914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391476" h="391476">
                          <a:moveTo>
                            <a:pt x="338071" y="146781"/>
                          </a:moveTo>
                          <a:lnTo>
                            <a:pt x="338071" y="54251"/>
                          </a:lnTo>
                          <a:lnTo>
                            <a:pt x="290026" y="54251"/>
                          </a:lnTo>
                          <a:lnTo>
                            <a:pt x="290026" y="98737"/>
                          </a:lnTo>
                          <a:lnTo>
                            <a:pt x="197496" y="6206"/>
                          </a:lnTo>
                          <a:lnTo>
                            <a:pt x="6206" y="197496"/>
                          </a:lnTo>
                          <a:lnTo>
                            <a:pt x="7096" y="387896"/>
                          </a:lnTo>
                          <a:lnTo>
                            <a:pt x="146781" y="387896"/>
                          </a:lnTo>
                          <a:lnTo>
                            <a:pt x="242871" y="387896"/>
                          </a:lnTo>
                          <a:lnTo>
                            <a:pt x="388785" y="387896"/>
                          </a:lnTo>
                          <a:lnTo>
                            <a:pt x="388785" y="197496"/>
                          </a:lnTo>
                          <a:lnTo>
                            <a:pt x="338071" y="146781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35" name="Vrije vorm: vorm 134">
                      <a:extLst>
                        <a:ext uri="{FF2B5EF4-FFF2-40B4-BE49-F238E27FC236}">
                          <a16:creationId xmlns:a16="http://schemas.microsoft.com/office/drawing/2014/main" id="{809A83CD-7749-A915-7ECC-48798C92AB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0367" y="5023941"/>
                      <a:ext cx="284710" cy="391477"/>
                    </a:xfrm>
                    <a:custGeom>
                      <a:avLst/>
                      <a:gdLst>
                        <a:gd name="connsiteX0" fmla="*/ 208172 w 284710"/>
                        <a:gd name="connsiteY0" fmla="*/ 169914 h 391476"/>
                        <a:gd name="connsiteX1" fmla="*/ 238423 w 284710"/>
                        <a:gd name="connsiteY1" fmla="*/ 100516 h 391476"/>
                        <a:gd name="connsiteX2" fmla="*/ 145892 w 284710"/>
                        <a:gd name="connsiteY2" fmla="*/ 6206 h 391476"/>
                        <a:gd name="connsiteX3" fmla="*/ 53361 w 284710"/>
                        <a:gd name="connsiteY3" fmla="*/ 100516 h 391476"/>
                        <a:gd name="connsiteX4" fmla="*/ 83611 w 284710"/>
                        <a:gd name="connsiteY4" fmla="*/ 169914 h 391476"/>
                        <a:gd name="connsiteX5" fmla="*/ 6206 w 284710"/>
                        <a:gd name="connsiteY5" fmla="*/ 272232 h 391476"/>
                        <a:gd name="connsiteX6" fmla="*/ 6206 w 284710"/>
                        <a:gd name="connsiteY6" fmla="*/ 321167 h 391476"/>
                        <a:gd name="connsiteX7" fmla="*/ 6206 w 284710"/>
                        <a:gd name="connsiteY7" fmla="*/ 332733 h 391476"/>
                        <a:gd name="connsiteX8" fmla="*/ 6206 w 284710"/>
                        <a:gd name="connsiteY8" fmla="*/ 342520 h 391476"/>
                        <a:gd name="connsiteX9" fmla="*/ 6206 w 284710"/>
                        <a:gd name="connsiteY9" fmla="*/ 346079 h 391476"/>
                        <a:gd name="connsiteX10" fmla="*/ 6206 w 284710"/>
                        <a:gd name="connsiteY10" fmla="*/ 358535 h 391476"/>
                        <a:gd name="connsiteX11" fmla="*/ 6206 w 284710"/>
                        <a:gd name="connsiteY11" fmla="*/ 389675 h 391476"/>
                        <a:gd name="connsiteX12" fmla="*/ 287357 w 284710"/>
                        <a:gd name="connsiteY12" fmla="*/ 389675 h 391476"/>
                        <a:gd name="connsiteX13" fmla="*/ 287357 w 284710"/>
                        <a:gd name="connsiteY13" fmla="*/ 272232 h 391476"/>
                        <a:gd name="connsiteX14" fmla="*/ 208172 w 284710"/>
                        <a:gd name="connsiteY14" fmla="*/ 169914 h 3914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</a:cxnLst>
                      <a:rect l="l" t="t" r="r" b="b"/>
                      <a:pathLst>
                        <a:path w="284710" h="391476">
                          <a:moveTo>
                            <a:pt x="208172" y="169914"/>
                          </a:moveTo>
                          <a:cubicBezTo>
                            <a:pt x="226856" y="153010"/>
                            <a:pt x="238423" y="128097"/>
                            <a:pt x="238423" y="100516"/>
                          </a:cubicBezTo>
                          <a:cubicBezTo>
                            <a:pt x="238423" y="48912"/>
                            <a:pt x="196606" y="6206"/>
                            <a:pt x="145892" y="6206"/>
                          </a:cubicBezTo>
                          <a:cubicBezTo>
                            <a:pt x="95178" y="6206"/>
                            <a:pt x="53361" y="48023"/>
                            <a:pt x="53361" y="100516"/>
                          </a:cubicBezTo>
                          <a:cubicBezTo>
                            <a:pt x="53361" y="128097"/>
                            <a:pt x="64927" y="152120"/>
                            <a:pt x="83611" y="169914"/>
                          </a:cubicBezTo>
                          <a:cubicBezTo>
                            <a:pt x="37346" y="187709"/>
                            <a:pt x="6206" y="224187"/>
                            <a:pt x="6206" y="272232"/>
                          </a:cubicBezTo>
                          <a:lnTo>
                            <a:pt x="6206" y="321167"/>
                          </a:lnTo>
                          <a:lnTo>
                            <a:pt x="6206" y="332733"/>
                          </a:lnTo>
                          <a:lnTo>
                            <a:pt x="6206" y="342520"/>
                          </a:lnTo>
                          <a:lnTo>
                            <a:pt x="6206" y="346079"/>
                          </a:lnTo>
                          <a:lnTo>
                            <a:pt x="6206" y="358535"/>
                          </a:lnTo>
                          <a:lnTo>
                            <a:pt x="6206" y="389675"/>
                          </a:lnTo>
                          <a:lnTo>
                            <a:pt x="287357" y="389675"/>
                          </a:lnTo>
                          <a:lnTo>
                            <a:pt x="287357" y="272232"/>
                          </a:lnTo>
                          <a:cubicBezTo>
                            <a:pt x="285578" y="224187"/>
                            <a:pt x="253548" y="186819"/>
                            <a:pt x="208172" y="169914"/>
                          </a:cubicBez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  <p:sp>
                  <p:nvSpPr>
                    <p:cNvPr id="136" name="Vrije vorm: vorm 135">
                      <a:extLst>
                        <a:ext uri="{FF2B5EF4-FFF2-40B4-BE49-F238E27FC236}">
                          <a16:creationId xmlns:a16="http://schemas.microsoft.com/office/drawing/2014/main" id="{06F550F4-88A6-7E55-A471-60737139E9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99720" y="5961705"/>
                      <a:ext cx="275813" cy="391477"/>
                    </a:xfrm>
                    <a:custGeom>
                      <a:avLst/>
                      <a:gdLst>
                        <a:gd name="connsiteX0" fmla="*/ 142333 w 275813"/>
                        <a:gd name="connsiteY0" fmla="*/ 388785 h 391476"/>
                        <a:gd name="connsiteX1" fmla="*/ 278460 w 275813"/>
                        <a:gd name="connsiteY1" fmla="*/ 252658 h 391476"/>
                        <a:gd name="connsiteX2" fmla="*/ 274011 w 275813"/>
                        <a:gd name="connsiteY2" fmla="*/ 219738 h 391476"/>
                        <a:gd name="connsiteX3" fmla="*/ 269563 w 275813"/>
                        <a:gd name="connsiteY3" fmla="*/ 206393 h 391476"/>
                        <a:gd name="connsiteX4" fmla="*/ 242871 w 275813"/>
                        <a:gd name="connsiteY4" fmla="*/ 161907 h 391476"/>
                        <a:gd name="connsiteX5" fmla="*/ 142333 w 275813"/>
                        <a:gd name="connsiteY5" fmla="*/ 6206 h 391476"/>
                        <a:gd name="connsiteX6" fmla="*/ 41795 w 275813"/>
                        <a:gd name="connsiteY6" fmla="*/ 161907 h 391476"/>
                        <a:gd name="connsiteX7" fmla="*/ 15103 w 275813"/>
                        <a:gd name="connsiteY7" fmla="*/ 206393 h 391476"/>
                        <a:gd name="connsiteX8" fmla="*/ 10654 w 275813"/>
                        <a:gd name="connsiteY8" fmla="*/ 219738 h 391476"/>
                        <a:gd name="connsiteX9" fmla="*/ 6206 w 275813"/>
                        <a:gd name="connsiteY9" fmla="*/ 252658 h 391476"/>
                        <a:gd name="connsiteX10" fmla="*/ 142333 w 275813"/>
                        <a:gd name="connsiteY10" fmla="*/ 388785 h 391476"/>
                        <a:gd name="connsiteX11" fmla="*/ 142333 w 275813"/>
                        <a:gd name="connsiteY11" fmla="*/ 388785 h 39147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275813" h="391476">
                          <a:moveTo>
                            <a:pt x="142333" y="388785"/>
                          </a:moveTo>
                          <a:cubicBezTo>
                            <a:pt x="217069" y="388785"/>
                            <a:pt x="278460" y="328284"/>
                            <a:pt x="278460" y="252658"/>
                          </a:cubicBezTo>
                          <a:cubicBezTo>
                            <a:pt x="278460" y="241092"/>
                            <a:pt x="276681" y="230415"/>
                            <a:pt x="274011" y="219738"/>
                          </a:cubicBezTo>
                          <a:cubicBezTo>
                            <a:pt x="273122" y="215290"/>
                            <a:pt x="271342" y="210841"/>
                            <a:pt x="269563" y="206393"/>
                          </a:cubicBezTo>
                          <a:lnTo>
                            <a:pt x="242871" y="161907"/>
                          </a:lnTo>
                          <a:lnTo>
                            <a:pt x="142333" y="6206"/>
                          </a:lnTo>
                          <a:lnTo>
                            <a:pt x="41795" y="161907"/>
                          </a:lnTo>
                          <a:lnTo>
                            <a:pt x="15103" y="206393"/>
                          </a:lnTo>
                          <a:cubicBezTo>
                            <a:pt x="13324" y="210841"/>
                            <a:pt x="12434" y="215290"/>
                            <a:pt x="10654" y="219738"/>
                          </a:cubicBezTo>
                          <a:cubicBezTo>
                            <a:pt x="7985" y="230415"/>
                            <a:pt x="6206" y="241092"/>
                            <a:pt x="6206" y="252658"/>
                          </a:cubicBezTo>
                          <a:cubicBezTo>
                            <a:pt x="6206" y="327395"/>
                            <a:pt x="67596" y="388785"/>
                            <a:pt x="142333" y="388785"/>
                          </a:cubicBezTo>
                          <a:lnTo>
                            <a:pt x="142333" y="388785"/>
                          </a:lnTo>
                          <a:close/>
                        </a:path>
                      </a:pathLst>
                    </a:custGeom>
                    <a:grpFill/>
                    <a:ln w="8858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defTabSz="995469"/>
                      <a:endParaRPr lang="nl-NL" sz="8108">
                        <a:solidFill>
                          <a:srgbClr val="211F26"/>
                        </a:solidFill>
                        <a:latin typeface="Segoe UI" panose="020B0502040204020203" pitchFamily="34" charset="0"/>
                      </a:endParaRPr>
                    </a:p>
                  </p:txBody>
                </p:sp>
              </p:grpSp>
            </p:grpSp>
            <p:sp>
              <p:nvSpPr>
                <p:cNvPr id="131" name="Vrije vorm: vorm 130">
                  <a:extLst>
                    <a:ext uri="{FF2B5EF4-FFF2-40B4-BE49-F238E27FC236}">
                      <a16:creationId xmlns:a16="http://schemas.microsoft.com/office/drawing/2014/main" id="{544577F2-4878-FBE6-E22C-1BDEFD7386A3}"/>
                    </a:ext>
                  </a:extLst>
                </p:cNvPr>
                <p:cNvSpPr/>
                <p:nvPr/>
              </p:nvSpPr>
              <p:spPr>
                <a:xfrm>
                  <a:off x="2476984" y="5962595"/>
                  <a:ext cx="391477" cy="391477"/>
                </a:xfrm>
                <a:custGeom>
                  <a:avLst/>
                  <a:gdLst>
                    <a:gd name="connsiteX0" fmla="*/ 43574 w 391476"/>
                    <a:gd name="connsiteY0" fmla="*/ 81832 h 391476"/>
                    <a:gd name="connsiteX1" fmla="*/ 10654 w 391476"/>
                    <a:gd name="connsiteY1" fmla="*/ 149451 h 391476"/>
                    <a:gd name="connsiteX2" fmla="*/ 65817 w 391476"/>
                    <a:gd name="connsiteY2" fmla="*/ 176142 h 391476"/>
                    <a:gd name="connsiteX3" fmla="*/ 64038 w 391476"/>
                    <a:gd name="connsiteY3" fmla="*/ 205503 h 391476"/>
                    <a:gd name="connsiteX4" fmla="*/ 6206 w 391476"/>
                    <a:gd name="connsiteY4" fmla="*/ 225966 h 391476"/>
                    <a:gd name="connsiteX5" fmla="*/ 31118 w 391476"/>
                    <a:gd name="connsiteY5" fmla="*/ 297144 h 391476"/>
                    <a:gd name="connsiteX6" fmla="*/ 88950 w 391476"/>
                    <a:gd name="connsiteY6" fmla="*/ 276680 h 391476"/>
                    <a:gd name="connsiteX7" fmla="*/ 108524 w 391476"/>
                    <a:gd name="connsiteY7" fmla="*/ 298034 h 391476"/>
                    <a:gd name="connsiteX8" fmla="*/ 81832 w 391476"/>
                    <a:gd name="connsiteY8" fmla="*/ 353196 h 391476"/>
                    <a:gd name="connsiteX9" fmla="*/ 149451 w 391476"/>
                    <a:gd name="connsiteY9" fmla="*/ 386116 h 391476"/>
                    <a:gd name="connsiteX10" fmla="*/ 176142 w 391476"/>
                    <a:gd name="connsiteY10" fmla="*/ 330953 h 391476"/>
                    <a:gd name="connsiteX11" fmla="*/ 205503 w 391476"/>
                    <a:gd name="connsiteY11" fmla="*/ 332733 h 391476"/>
                    <a:gd name="connsiteX12" fmla="*/ 225966 w 391476"/>
                    <a:gd name="connsiteY12" fmla="*/ 390565 h 391476"/>
                    <a:gd name="connsiteX13" fmla="*/ 297144 w 391476"/>
                    <a:gd name="connsiteY13" fmla="*/ 365652 h 391476"/>
                    <a:gd name="connsiteX14" fmla="*/ 276681 w 391476"/>
                    <a:gd name="connsiteY14" fmla="*/ 307821 h 391476"/>
                    <a:gd name="connsiteX15" fmla="*/ 298034 w 391476"/>
                    <a:gd name="connsiteY15" fmla="*/ 288247 h 391476"/>
                    <a:gd name="connsiteX16" fmla="*/ 353196 w 391476"/>
                    <a:gd name="connsiteY16" fmla="*/ 314938 h 391476"/>
                    <a:gd name="connsiteX17" fmla="*/ 386116 w 391476"/>
                    <a:gd name="connsiteY17" fmla="*/ 247320 h 391476"/>
                    <a:gd name="connsiteX18" fmla="*/ 330953 w 391476"/>
                    <a:gd name="connsiteY18" fmla="*/ 220628 h 391476"/>
                    <a:gd name="connsiteX19" fmla="*/ 332733 w 391476"/>
                    <a:gd name="connsiteY19" fmla="*/ 191267 h 391476"/>
                    <a:gd name="connsiteX20" fmla="*/ 390565 w 391476"/>
                    <a:gd name="connsiteY20" fmla="*/ 170804 h 391476"/>
                    <a:gd name="connsiteX21" fmla="*/ 365653 w 391476"/>
                    <a:gd name="connsiteY21" fmla="*/ 99626 h 391476"/>
                    <a:gd name="connsiteX22" fmla="*/ 307821 w 391476"/>
                    <a:gd name="connsiteY22" fmla="*/ 120090 h 391476"/>
                    <a:gd name="connsiteX23" fmla="*/ 288247 w 391476"/>
                    <a:gd name="connsiteY23" fmla="*/ 98737 h 391476"/>
                    <a:gd name="connsiteX24" fmla="*/ 314938 w 391476"/>
                    <a:gd name="connsiteY24" fmla="*/ 43574 h 391476"/>
                    <a:gd name="connsiteX25" fmla="*/ 247320 w 391476"/>
                    <a:gd name="connsiteY25" fmla="*/ 10654 h 391476"/>
                    <a:gd name="connsiteX26" fmla="*/ 220628 w 391476"/>
                    <a:gd name="connsiteY26" fmla="*/ 65817 h 391476"/>
                    <a:gd name="connsiteX27" fmla="*/ 191267 w 391476"/>
                    <a:gd name="connsiteY27" fmla="*/ 64038 h 391476"/>
                    <a:gd name="connsiteX28" fmla="*/ 170804 w 391476"/>
                    <a:gd name="connsiteY28" fmla="*/ 6206 h 391476"/>
                    <a:gd name="connsiteX29" fmla="*/ 99626 w 391476"/>
                    <a:gd name="connsiteY29" fmla="*/ 31118 h 391476"/>
                    <a:gd name="connsiteX30" fmla="*/ 120090 w 391476"/>
                    <a:gd name="connsiteY30" fmla="*/ 88950 h 391476"/>
                    <a:gd name="connsiteX31" fmla="*/ 98737 w 391476"/>
                    <a:gd name="connsiteY31" fmla="*/ 108524 h 391476"/>
                    <a:gd name="connsiteX32" fmla="*/ 43574 w 391476"/>
                    <a:gd name="connsiteY32" fmla="*/ 81832 h 391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91476" h="391476">
                      <a:moveTo>
                        <a:pt x="43574" y="81832"/>
                      </a:moveTo>
                      <a:lnTo>
                        <a:pt x="10654" y="149451"/>
                      </a:lnTo>
                      <a:lnTo>
                        <a:pt x="65817" y="176142"/>
                      </a:lnTo>
                      <a:cubicBezTo>
                        <a:pt x="64038" y="185929"/>
                        <a:pt x="64038" y="195716"/>
                        <a:pt x="64038" y="205503"/>
                      </a:cubicBezTo>
                      <a:lnTo>
                        <a:pt x="6206" y="225966"/>
                      </a:lnTo>
                      <a:lnTo>
                        <a:pt x="31118" y="297144"/>
                      </a:lnTo>
                      <a:lnTo>
                        <a:pt x="88950" y="276680"/>
                      </a:lnTo>
                      <a:cubicBezTo>
                        <a:pt x="94288" y="284688"/>
                        <a:pt x="101406" y="291806"/>
                        <a:pt x="108524" y="298034"/>
                      </a:cubicBezTo>
                      <a:lnTo>
                        <a:pt x="81832" y="353196"/>
                      </a:lnTo>
                      <a:lnTo>
                        <a:pt x="149451" y="386116"/>
                      </a:lnTo>
                      <a:lnTo>
                        <a:pt x="176142" y="330953"/>
                      </a:lnTo>
                      <a:cubicBezTo>
                        <a:pt x="185929" y="332733"/>
                        <a:pt x="195716" y="332733"/>
                        <a:pt x="205503" y="332733"/>
                      </a:cubicBezTo>
                      <a:lnTo>
                        <a:pt x="225966" y="390565"/>
                      </a:lnTo>
                      <a:lnTo>
                        <a:pt x="297144" y="365652"/>
                      </a:lnTo>
                      <a:lnTo>
                        <a:pt x="276681" y="307821"/>
                      </a:lnTo>
                      <a:cubicBezTo>
                        <a:pt x="284688" y="302482"/>
                        <a:pt x="291806" y="295365"/>
                        <a:pt x="298034" y="288247"/>
                      </a:cubicBezTo>
                      <a:lnTo>
                        <a:pt x="353196" y="314938"/>
                      </a:lnTo>
                      <a:lnTo>
                        <a:pt x="386116" y="247320"/>
                      </a:lnTo>
                      <a:lnTo>
                        <a:pt x="330953" y="220628"/>
                      </a:lnTo>
                      <a:cubicBezTo>
                        <a:pt x="332733" y="210841"/>
                        <a:pt x="332733" y="201054"/>
                        <a:pt x="332733" y="191267"/>
                      </a:cubicBezTo>
                      <a:lnTo>
                        <a:pt x="390565" y="170804"/>
                      </a:lnTo>
                      <a:lnTo>
                        <a:pt x="365653" y="99626"/>
                      </a:lnTo>
                      <a:lnTo>
                        <a:pt x="307821" y="120090"/>
                      </a:lnTo>
                      <a:cubicBezTo>
                        <a:pt x="302482" y="112082"/>
                        <a:pt x="295365" y="104965"/>
                        <a:pt x="288247" y="98737"/>
                      </a:cubicBezTo>
                      <a:lnTo>
                        <a:pt x="314938" y="43574"/>
                      </a:lnTo>
                      <a:lnTo>
                        <a:pt x="247320" y="10654"/>
                      </a:lnTo>
                      <a:lnTo>
                        <a:pt x="220628" y="65817"/>
                      </a:lnTo>
                      <a:cubicBezTo>
                        <a:pt x="210841" y="64038"/>
                        <a:pt x="201054" y="64038"/>
                        <a:pt x="191267" y="64038"/>
                      </a:cubicBezTo>
                      <a:lnTo>
                        <a:pt x="170804" y="6206"/>
                      </a:lnTo>
                      <a:lnTo>
                        <a:pt x="99626" y="31118"/>
                      </a:lnTo>
                      <a:lnTo>
                        <a:pt x="120090" y="88950"/>
                      </a:lnTo>
                      <a:cubicBezTo>
                        <a:pt x="112082" y="94288"/>
                        <a:pt x="104965" y="101406"/>
                        <a:pt x="98737" y="108524"/>
                      </a:cubicBezTo>
                      <a:lnTo>
                        <a:pt x="43574" y="81832"/>
                      </a:lnTo>
                      <a:close/>
                    </a:path>
                  </a:pathLst>
                </a:custGeom>
                <a:solidFill>
                  <a:srgbClr val="1FF524"/>
                </a:solidFill>
                <a:ln w="885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defTabSz="995469"/>
                  <a:endParaRPr lang="nl-NL" sz="8108">
                    <a:solidFill>
                      <a:srgbClr val="211F26"/>
                    </a:solidFill>
                    <a:latin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85" name="Groep 84">
              <a:extLst>
                <a:ext uri="{FF2B5EF4-FFF2-40B4-BE49-F238E27FC236}">
                  <a16:creationId xmlns:a16="http://schemas.microsoft.com/office/drawing/2014/main" id="{24385EF2-6933-CA36-ABD9-5443B9DBC6D9}"/>
                </a:ext>
              </a:extLst>
            </p:cNvPr>
            <p:cNvGrpSpPr/>
            <p:nvPr userDrawn="1"/>
          </p:nvGrpSpPr>
          <p:grpSpPr>
            <a:xfrm>
              <a:off x="-3314820" y="3391746"/>
              <a:ext cx="1381246" cy="331361"/>
              <a:chOff x="-3314820" y="3391746"/>
              <a:chExt cx="1381246" cy="331361"/>
            </a:xfrm>
          </p:grpSpPr>
          <p:sp>
            <p:nvSpPr>
              <p:cNvPr id="119" name="Rechthoek 118">
                <a:extLst>
                  <a:ext uri="{FF2B5EF4-FFF2-40B4-BE49-F238E27FC236}">
                    <a16:creationId xmlns:a16="http://schemas.microsoft.com/office/drawing/2014/main" id="{3394988C-2F0F-DF1B-BFCF-B6673892CFC0}"/>
                  </a:ext>
                </a:extLst>
              </p:cNvPr>
              <p:cNvSpPr/>
              <p:nvPr userDrawn="1"/>
            </p:nvSpPr>
            <p:spPr>
              <a:xfrm>
                <a:off x="-3314820" y="3391746"/>
                <a:ext cx="1381246" cy="27227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0" name="Rechthoek 119">
                <a:extLst>
                  <a:ext uri="{FF2B5EF4-FFF2-40B4-BE49-F238E27FC236}">
                    <a16:creationId xmlns:a16="http://schemas.microsoft.com/office/drawing/2014/main" id="{4F092FDD-2CC5-49E8-5DB5-A11A287C2C94}"/>
                  </a:ext>
                </a:extLst>
              </p:cNvPr>
              <p:cNvSpPr/>
              <p:nvPr userDrawn="1"/>
            </p:nvSpPr>
            <p:spPr>
              <a:xfrm>
                <a:off x="-3304719" y="3412899"/>
                <a:ext cx="1361619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1" name="Tekstvak 120">
                <a:extLst>
                  <a:ext uri="{FF2B5EF4-FFF2-40B4-BE49-F238E27FC236}">
                    <a16:creationId xmlns:a16="http://schemas.microsoft.com/office/drawing/2014/main" id="{DE82EB85-84B8-363D-D0C6-3D8BA7F82B02}"/>
                  </a:ext>
                </a:extLst>
              </p:cNvPr>
              <p:cNvSpPr txBox="1"/>
              <p:nvPr userDrawn="1"/>
            </p:nvSpPr>
            <p:spPr>
              <a:xfrm>
                <a:off x="-3069820" y="3472995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Vormopvulling</a:t>
                </a:r>
              </a:p>
            </p:txBody>
          </p:sp>
          <p:sp>
            <p:nvSpPr>
              <p:cNvPr id="122" name="Vrije vorm: vorm 121">
                <a:extLst>
                  <a:ext uri="{FF2B5EF4-FFF2-40B4-BE49-F238E27FC236}">
                    <a16:creationId xmlns:a16="http://schemas.microsoft.com/office/drawing/2014/main" id="{7E80C9B0-F84C-5B0F-C9CD-45228D5E00A1}"/>
                  </a:ext>
                </a:extLst>
              </p:cNvPr>
              <p:cNvSpPr/>
              <p:nvPr userDrawn="1"/>
            </p:nvSpPr>
            <p:spPr>
              <a:xfrm>
                <a:off x="-2241774" y="3543107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23" name="Groep 122">
                <a:extLst>
                  <a:ext uri="{FF2B5EF4-FFF2-40B4-BE49-F238E27FC236}">
                    <a16:creationId xmlns:a16="http://schemas.microsoft.com/office/drawing/2014/main" id="{2073DE49-5878-CDCE-FFA1-E9DA4CB592DA}"/>
                  </a:ext>
                </a:extLst>
              </p:cNvPr>
              <p:cNvGrpSpPr/>
              <p:nvPr userDrawn="1"/>
            </p:nvGrpSpPr>
            <p:grpSpPr>
              <a:xfrm>
                <a:off x="-3243855" y="3446665"/>
                <a:ext cx="157453" cy="147831"/>
                <a:chOff x="-899320" y="3037554"/>
                <a:chExt cx="175977" cy="165227"/>
              </a:xfrm>
            </p:grpSpPr>
            <p:sp>
              <p:nvSpPr>
                <p:cNvPr id="125" name="Vrije vorm: vorm 124">
                  <a:extLst>
                    <a:ext uri="{FF2B5EF4-FFF2-40B4-BE49-F238E27FC236}">
                      <a16:creationId xmlns:a16="http://schemas.microsoft.com/office/drawing/2014/main" id="{BC22825D-8BFF-14C4-89E4-D31967978B54}"/>
                    </a:ext>
                  </a:extLst>
                </p:cNvPr>
                <p:cNvSpPr/>
                <p:nvPr userDrawn="1"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>
                    <a:gd name="connsiteX0" fmla="*/ 0 w 54768"/>
                    <a:gd name="connsiteY0" fmla="*/ 0 h 71437"/>
                    <a:gd name="connsiteX1" fmla="*/ 4762 w 54768"/>
                    <a:gd name="connsiteY1" fmla="*/ 71437 h 71437"/>
                    <a:gd name="connsiteX2" fmla="*/ 54768 w 54768"/>
                    <a:gd name="connsiteY2" fmla="*/ 4762 h 71437"/>
                    <a:gd name="connsiteX3" fmla="*/ 0 w 54768"/>
                    <a:gd name="connsiteY3" fmla="*/ 0 h 71437"/>
                    <a:gd name="connsiteX0" fmla="*/ 0 w 54768"/>
                    <a:gd name="connsiteY0" fmla="*/ 0 h 71437"/>
                    <a:gd name="connsiteX1" fmla="*/ 4762 w 54768"/>
                    <a:gd name="connsiteY1" fmla="*/ 71437 h 71437"/>
                    <a:gd name="connsiteX2" fmla="*/ 54768 w 54768"/>
                    <a:gd name="connsiteY2" fmla="*/ 4762 h 71437"/>
                    <a:gd name="connsiteX3" fmla="*/ 0 w 54768"/>
                    <a:gd name="connsiteY3" fmla="*/ 0 h 71437"/>
                    <a:gd name="connsiteX0" fmla="*/ 0 w 61912"/>
                    <a:gd name="connsiteY0" fmla="*/ 4763 h 76200"/>
                    <a:gd name="connsiteX1" fmla="*/ 4762 w 61912"/>
                    <a:gd name="connsiteY1" fmla="*/ 76200 h 76200"/>
                    <a:gd name="connsiteX2" fmla="*/ 61912 w 61912"/>
                    <a:gd name="connsiteY2" fmla="*/ 0 h 76200"/>
                    <a:gd name="connsiteX3" fmla="*/ 0 w 61912"/>
                    <a:gd name="connsiteY3" fmla="*/ 4763 h 76200"/>
                    <a:gd name="connsiteX0" fmla="*/ 0 w 61912"/>
                    <a:gd name="connsiteY0" fmla="*/ 50015 h 121452"/>
                    <a:gd name="connsiteX1" fmla="*/ 4762 w 61912"/>
                    <a:gd name="connsiteY1" fmla="*/ 121452 h 121452"/>
                    <a:gd name="connsiteX2" fmla="*/ 61912 w 61912"/>
                    <a:gd name="connsiteY2" fmla="*/ 45252 h 121452"/>
                    <a:gd name="connsiteX3" fmla="*/ 7143 w 61912"/>
                    <a:gd name="connsiteY3" fmla="*/ 9 h 121452"/>
                    <a:gd name="connsiteX4" fmla="*/ 0 w 61912"/>
                    <a:gd name="connsiteY4" fmla="*/ 50015 h 121452"/>
                    <a:gd name="connsiteX0" fmla="*/ 30217 w 92129"/>
                    <a:gd name="connsiteY0" fmla="*/ 50015 h 121452"/>
                    <a:gd name="connsiteX1" fmla="*/ 34979 w 92129"/>
                    <a:gd name="connsiteY1" fmla="*/ 121452 h 121452"/>
                    <a:gd name="connsiteX2" fmla="*/ 92129 w 92129"/>
                    <a:gd name="connsiteY2" fmla="*/ 45252 h 121452"/>
                    <a:gd name="connsiteX3" fmla="*/ 37360 w 92129"/>
                    <a:gd name="connsiteY3" fmla="*/ 9 h 121452"/>
                    <a:gd name="connsiteX4" fmla="*/ 30217 w 92129"/>
                    <a:gd name="connsiteY4" fmla="*/ 50015 h 121452"/>
                    <a:gd name="connsiteX0" fmla="*/ 30217 w 92129"/>
                    <a:gd name="connsiteY0" fmla="*/ 50006 h 121443"/>
                    <a:gd name="connsiteX1" fmla="*/ 34979 w 92129"/>
                    <a:gd name="connsiteY1" fmla="*/ 121443 h 121443"/>
                    <a:gd name="connsiteX2" fmla="*/ 92129 w 92129"/>
                    <a:gd name="connsiteY2" fmla="*/ 45243 h 121443"/>
                    <a:gd name="connsiteX3" fmla="*/ 37360 w 92129"/>
                    <a:gd name="connsiteY3" fmla="*/ 0 h 121443"/>
                    <a:gd name="connsiteX4" fmla="*/ 30217 w 92129"/>
                    <a:gd name="connsiteY4" fmla="*/ 50006 h 121443"/>
                    <a:gd name="connsiteX0" fmla="*/ 30217 w 92490"/>
                    <a:gd name="connsiteY0" fmla="*/ 50006 h 121443"/>
                    <a:gd name="connsiteX1" fmla="*/ 34979 w 92490"/>
                    <a:gd name="connsiteY1" fmla="*/ 121443 h 121443"/>
                    <a:gd name="connsiteX2" fmla="*/ 92129 w 92490"/>
                    <a:gd name="connsiteY2" fmla="*/ 45243 h 121443"/>
                    <a:gd name="connsiteX3" fmla="*/ 37360 w 92490"/>
                    <a:gd name="connsiteY3" fmla="*/ 0 h 121443"/>
                    <a:gd name="connsiteX4" fmla="*/ 30217 w 92490"/>
                    <a:gd name="connsiteY4" fmla="*/ 50006 h 121443"/>
                    <a:gd name="connsiteX0" fmla="*/ 30217 w 80781"/>
                    <a:gd name="connsiteY0" fmla="*/ 50006 h 121443"/>
                    <a:gd name="connsiteX1" fmla="*/ 34979 w 80781"/>
                    <a:gd name="connsiteY1" fmla="*/ 121443 h 121443"/>
                    <a:gd name="connsiteX2" fmla="*/ 80222 w 80781"/>
                    <a:gd name="connsiteY2" fmla="*/ 52387 h 121443"/>
                    <a:gd name="connsiteX3" fmla="*/ 37360 w 80781"/>
                    <a:gd name="connsiteY3" fmla="*/ 0 h 121443"/>
                    <a:gd name="connsiteX4" fmla="*/ 30217 w 80781"/>
                    <a:gd name="connsiteY4" fmla="*/ 50006 h 121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781" h="121443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chthoek: afgeronde hoeken 125">
                  <a:extLst>
                    <a:ext uri="{FF2B5EF4-FFF2-40B4-BE49-F238E27FC236}">
                      <a16:creationId xmlns:a16="http://schemas.microsoft.com/office/drawing/2014/main" id="{49533CCD-C3FE-0E0D-6DBA-180FA0CB1539}"/>
                    </a:ext>
                  </a:extLst>
                </p:cNvPr>
                <p:cNvSpPr/>
                <p:nvPr userDrawn="1"/>
              </p:nvSpPr>
              <p:spPr>
                <a:xfrm rot="2903873">
                  <a:off x="-887744" y="3085651"/>
                  <a:ext cx="99751" cy="122903"/>
                </a:xfrm>
                <a:prstGeom prst="roundRect">
                  <a:avLst>
                    <a:gd name="adj" fmla="val 2911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7" name="Vrije vorm: vorm 126">
                  <a:extLst>
                    <a:ext uri="{FF2B5EF4-FFF2-40B4-BE49-F238E27FC236}">
                      <a16:creationId xmlns:a16="http://schemas.microsoft.com/office/drawing/2014/main" id="{BEFCC643-5096-6CC8-ACCF-1C9B91F2E947}"/>
                    </a:ext>
                  </a:extLst>
                </p:cNvPr>
                <p:cNvSpPr/>
                <p:nvPr userDrawn="1"/>
              </p:nvSpPr>
              <p:spPr>
                <a:xfrm>
                  <a:off x="-894646" y="3037554"/>
                  <a:ext cx="64753" cy="85767"/>
                </a:xfrm>
                <a:custGeom>
                  <a:avLst/>
                  <a:gdLst>
                    <a:gd name="connsiteX0" fmla="*/ 0 w 52388"/>
                    <a:gd name="connsiteY0" fmla="*/ 76203 h 76203"/>
                    <a:gd name="connsiteX1" fmla="*/ 26194 w 52388"/>
                    <a:gd name="connsiteY1" fmla="*/ 3 h 76203"/>
                    <a:gd name="connsiteX2" fmla="*/ 52388 w 52388"/>
                    <a:gd name="connsiteY2" fmla="*/ 73822 h 76203"/>
                    <a:gd name="connsiteX0" fmla="*/ 0 w 52388"/>
                    <a:gd name="connsiteY0" fmla="*/ 76203 h 76203"/>
                    <a:gd name="connsiteX1" fmla="*/ 26194 w 52388"/>
                    <a:gd name="connsiteY1" fmla="*/ 3 h 76203"/>
                    <a:gd name="connsiteX2" fmla="*/ 52388 w 52388"/>
                    <a:gd name="connsiteY2" fmla="*/ 73822 h 76203"/>
                    <a:gd name="connsiteX0" fmla="*/ 0 w 46443"/>
                    <a:gd name="connsiteY0" fmla="*/ 78387 h 78387"/>
                    <a:gd name="connsiteX1" fmla="*/ 20249 w 46443"/>
                    <a:gd name="connsiteY1" fmla="*/ 11 h 78387"/>
                    <a:gd name="connsiteX2" fmla="*/ 46443 w 46443"/>
                    <a:gd name="connsiteY2" fmla="*/ 73830 h 78387"/>
                    <a:gd name="connsiteX0" fmla="*/ 135 w 46578"/>
                    <a:gd name="connsiteY0" fmla="*/ 78387 h 78387"/>
                    <a:gd name="connsiteX1" fmla="*/ 20384 w 46578"/>
                    <a:gd name="connsiteY1" fmla="*/ 11 h 78387"/>
                    <a:gd name="connsiteX2" fmla="*/ 46578 w 46578"/>
                    <a:gd name="connsiteY2" fmla="*/ 73830 h 78387"/>
                    <a:gd name="connsiteX0" fmla="*/ 295 w 46738"/>
                    <a:gd name="connsiteY0" fmla="*/ 78387 h 78387"/>
                    <a:gd name="connsiteX1" fmla="*/ 20544 w 46738"/>
                    <a:gd name="connsiteY1" fmla="*/ 11 h 78387"/>
                    <a:gd name="connsiteX2" fmla="*/ 46738 w 46738"/>
                    <a:gd name="connsiteY2" fmla="*/ 73830 h 78387"/>
                    <a:gd name="connsiteX0" fmla="*/ 127 w 39137"/>
                    <a:gd name="connsiteY0" fmla="*/ 78452 h 78452"/>
                    <a:gd name="connsiteX1" fmla="*/ 20376 w 39137"/>
                    <a:gd name="connsiteY1" fmla="*/ 76 h 78452"/>
                    <a:gd name="connsiteX2" fmla="*/ 39137 w 39137"/>
                    <a:gd name="connsiteY2" fmla="*/ 67366 h 78452"/>
                    <a:gd name="connsiteX0" fmla="*/ 127 w 39933"/>
                    <a:gd name="connsiteY0" fmla="*/ 78470 h 78470"/>
                    <a:gd name="connsiteX1" fmla="*/ 20376 w 39933"/>
                    <a:gd name="connsiteY1" fmla="*/ 94 h 78470"/>
                    <a:gd name="connsiteX2" fmla="*/ 39137 w 39933"/>
                    <a:gd name="connsiteY2" fmla="*/ 67384 h 78470"/>
                    <a:gd name="connsiteX0" fmla="*/ 219 w 40422"/>
                    <a:gd name="connsiteY0" fmla="*/ 78381 h 78381"/>
                    <a:gd name="connsiteX1" fmla="*/ 20468 w 40422"/>
                    <a:gd name="connsiteY1" fmla="*/ 5 h 78381"/>
                    <a:gd name="connsiteX2" fmla="*/ 39229 w 40422"/>
                    <a:gd name="connsiteY2" fmla="*/ 67295 h 7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422" h="78381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24" name="Gelijkbenige driehoek 123">
                <a:extLst>
                  <a:ext uri="{FF2B5EF4-FFF2-40B4-BE49-F238E27FC236}">
                    <a16:creationId xmlns:a16="http://schemas.microsoft.com/office/drawing/2014/main" id="{43E0E00C-E61A-9FB8-75C9-67B0D237E6F5}"/>
                  </a:ext>
                </a:extLst>
              </p:cNvPr>
              <p:cNvSpPr/>
              <p:nvPr userDrawn="1"/>
            </p:nvSpPr>
            <p:spPr>
              <a:xfrm rot="10800000">
                <a:off x="-2162266" y="3519194"/>
                <a:ext cx="94890" cy="50291"/>
              </a:xfrm>
              <a:prstGeom prst="triangl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86" name="Ovaal 85">
              <a:extLst>
                <a:ext uri="{FF2B5EF4-FFF2-40B4-BE49-F238E27FC236}">
                  <a16:creationId xmlns:a16="http://schemas.microsoft.com/office/drawing/2014/main" id="{8187F503-DE4C-533C-11D4-CF62F40EE3C9}"/>
                </a:ext>
              </a:extLst>
            </p:cNvPr>
            <p:cNvSpPr/>
            <p:nvPr userDrawn="1"/>
          </p:nvSpPr>
          <p:spPr>
            <a:xfrm>
              <a:off x="-3603587" y="3916144"/>
              <a:ext cx="180000" cy="180000"/>
            </a:xfrm>
            <a:prstGeom prst="ellipse">
              <a:avLst/>
            </a:prstGeom>
            <a:solidFill>
              <a:schemeClr val="tx1"/>
            </a:solidFill>
            <a:ln w="25400" cap="flat" cmpd="sng" algn="ctr">
              <a:noFill/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87" name="Rechthoek 86">
              <a:extLst>
                <a:ext uri="{FF2B5EF4-FFF2-40B4-BE49-F238E27FC236}">
                  <a16:creationId xmlns:a16="http://schemas.microsoft.com/office/drawing/2014/main" id="{DF569A3B-5A52-8ED0-FCAA-3E4277372F1E}"/>
                </a:ext>
              </a:extLst>
            </p:cNvPr>
            <p:cNvSpPr/>
            <p:nvPr userDrawn="1"/>
          </p:nvSpPr>
          <p:spPr>
            <a:xfrm>
              <a:off x="-3319415" y="391614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Kies één van de themakleuren uit het ingestelde kleurenpallet.</a:t>
              </a:r>
            </a:p>
          </p:txBody>
        </p:sp>
        <p:grpSp>
          <p:nvGrpSpPr>
            <p:cNvPr id="88" name="Groep 87">
              <a:extLst>
                <a:ext uri="{FF2B5EF4-FFF2-40B4-BE49-F238E27FC236}">
                  <a16:creationId xmlns:a16="http://schemas.microsoft.com/office/drawing/2014/main" id="{F9629E69-7868-37C7-6AD1-53CE0A8BEB76}"/>
                </a:ext>
              </a:extLst>
            </p:cNvPr>
            <p:cNvGrpSpPr/>
            <p:nvPr userDrawn="1"/>
          </p:nvGrpSpPr>
          <p:grpSpPr>
            <a:xfrm>
              <a:off x="-3333646" y="4635104"/>
              <a:ext cx="2012897" cy="490702"/>
              <a:chOff x="12731803" y="3562552"/>
              <a:chExt cx="2012897" cy="490702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C1F03534-9D5C-EDD8-F8C4-46F5B3583B8E}"/>
                  </a:ext>
                </a:extLst>
              </p:cNvPr>
              <p:cNvSpPr/>
              <p:nvPr userDrawn="1"/>
            </p:nvSpPr>
            <p:spPr>
              <a:xfrm>
                <a:off x="12747554" y="3562552"/>
                <a:ext cx="1997146" cy="490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rgbClr val="D1D1D1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6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5DAED902-48D1-872E-0376-15D8176111AE}"/>
                  </a:ext>
                </a:extLst>
              </p:cNvPr>
              <p:cNvSpPr/>
              <p:nvPr userDrawn="1"/>
            </p:nvSpPr>
            <p:spPr>
              <a:xfrm>
                <a:off x="12766168" y="3578469"/>
                <a:ext cx="1965344" cy="254977"/>
              </a:xfrm>
              <a:prstGeom prst="rect">
                <a:avLst/>
              </a:prstGeom>
              <a:solidFill>
                <a:srgbClr val="EBEBEB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7E898E2F-1524-52BF-2AEA-9EADD527BC15}"/>
                  </a:ext>
                </a:extLst>
              </p:cNvPr>
              <p:cNvSpPr txBox="1"/>
              <p:nvPr userDrawn="1"/>
            </p:nvSpPr>
            <p:spPr>
              <a:xfrm>
                <a:off x="12731803" y="3591461"/>
                <a:ext cx="1052979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1217512" rtl="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nl-NL" sz="900" b="1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Themakleuren</a:t>
                </a: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F271BE28-35A8-E698-DF58-23D72C77A471}"/>
                  </a:ext>
                </a:extLst>
              </p:cNvPr>
              <p:cNvSpPr/>
              <p:nvPr userDrawn="1"/>
            </p:nvSpPr>
            <p:spPr>
              <a:xfrm>
                <a:off x="12814699" y="3874304"/>
                <a:ext cx="136620" cy="136620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3" name="Rechthoek 102">
                <a:extLst>
                  <a:ext uri="{FF2B5EF4-FFF2-40B4-BE49-F238E27FC236}">
                    <a16:creationId xmlns:a16="http://schemas.microsoft.com/office/drawing/2014/main" id="{EA3F3904-1A19-08FA-3BD9-FFD42D1B558F}"/>
                  </a:ext>
                </a:extLst>
              </p:cNvPr>
              <p:cNvSpPr/>
              <p:nvPr userDrawn="1"/>
            </p:nvSpPr>
            <p:spPr>
              <a:xfrm>
                <a:off x="13007154" y="3870040"/>
                <a:ext cx="136620" cy="136620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4" name="Rechthoek 103">
                <a:extLst>
                  <a:ext uri="{FF2B5EF4-FFF2-40B4-BE49-F238E27FC236}">
                    <a16:creationId xmlns:a16="http://schemas.microsoft.com/office/drawing/2014/main" id="{2FF21DB1-0EAB-90ED-D3E8-AFB9BD194B88}"/>
                  </a:ext>
                </a:extLst>
              </p:cNvPr>
              <p:cNvSpPr/>
              <p:nvPr userDrawn="1"/>
            </p:nvSpPr>
            <p:spPr>
              <a:xfrm>
                <a:off x="13199609" y="3870040"/>
                <a:ext cx="136620" cy="136620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5" name="Rechthoek 104">
                <a:extLst>
                  <a:ext uri="{FF2B5EF4-FFF2-40B4-BE49-F238E27FC236}">
                    <a16:creationId xmlns:a16="http://schemas.microsoft.com/office/drawing/2014/main" id="{9B22D3D8-D611-D05B-A69D-F8383BEC211E}"/>
                  </a:ext>
                </a:extLst>
              </p:cNvPr>
              <p:cNvSpPr/>
              <p:nvPr userDrawn="1"/>
            </p:nvSpPr>
            <p:spPr>
              <a:xfrm>
                <a:off x="13392064" y="3870040"/>
                <a:ext cx="136620" cy="136620"/>
              </a:xfrm>
              <a:prstGeom prst="rect">
                <a:avLst/>
              </a:prstGeom>
              <a:solidFill>
                <a:schemeClr val="tx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6" name="Rechthoek 105">
                <a:extLst>
                  <a:ext uri="{FF2B5EF4-FFF2-40B4-BE49-F238E27FC236}">
                    <a16:creationId xmlns:a16="http://schemas.microsoft.com/office/drawing/2014/main" id="{0CF24D6C-EBEF-C667-C74D-EB9C79519534}"/>
                  </a:ext>
                </a:extLst>
              </p:cNvPr>
              <p:cNvSpPr/>
              <p:nvPr userDrawn="1"/>
            </p:nvSpPr>
            <p:spPr>
              <a:xfrm>
                <a:off x="13776974" y="3870040"/>
                <a:ext cx="136620" cy="136620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7" name="Rechthoek 106">
                <a:extLst>
                  <a:ext uri="{FF2B5EF4-FFF2-40B4-BE49-F238E27FC236}">
                    <a16:creationId xmlns:a16="http://schemas.microsoft.com/office/drawing/2014/main" id="{7EE2908E-BF3C-21E3-EDBB-5C09EC3104FB}"/>
                  </a:ext>
                </a:extLst>
              </p:cNvPr>
              <p:cNvSpPr/>
              <p:nvPr userDrawn="1"/>
            </p:nvSpPr>
            <p:spPr>
              <a:xfrm>
                <a:off x="13969429" y="3870040"/>
                <a:ext cx="136620" cy="136620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08" name="Rechthoek 107">
                <a:extLst>
                  <a:ext uri="{FF2B5EF4-FFF2-40B4-BE49-F238E27FC236}">
                    <a16:creationId xmlns:a16="http://schemas.microsoft.com/office/drawing/2014/main" id="{BC58B438-DC48-E931-54BE-F05AAC975822}"/>
                  </a:ext>
                </a:extLst>
              </p:cNvPr>
              <p:cNvSpPr/>
              <p:nvPr userDrawn="1"/>
            </p:nvSpPr>
            <p:spPr>
              <a:xfrm>
                <a:off x="14161884" y="3870040"/>
                <a:ext cx="136620" cy="136620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3" name="Rechthoek 112">
                <a:extLst>
                  <a:ext uri="{FF2B5EF4-FFF2-40B4-BE49-F238E27FC236}">
                    <a16:creationId xmlns:a16="http://schemas.microsoft.com/office/drawing/2014/main" id="{1EA5B9D8-0F45-2749-15B0-9F15C989EE1F}"/>
                  </a:ext>
                </a:extLst>
              </p:cNvPr>
              <p:cNvSpPr/>
              <p:nvPr userDrawn="1"/>
            </p:nvSpPr>
            <p:spPr>
              <a:xfrm>
                <a:off x="14354339" y="3870040"/>
                <a:ext cx="136620" cy="136620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15" name="Rechthoek 114">
                <a:extLst>
                  <a:ext uri="{FF2B5EF4-FFF2-40B4-BE49-F238E27FC236}">
                    <a16:creationId xmlns:a16="http://schemas.microsoft.com/office/drawing/2014/main" id="{16A94A2E-25B5-3634-C0D4-183CB36F7BB9}"/>
                  </a:ext>
                </a:extLst>
              </p:cNvPr>
              <p:cNvSpPr/>
              <p:nvPr userDrawn="1"/>
            </p:nvSpPr>
            <p:spPr>
              <a:xfrm>
                <a:off x="14546797" y="3870040"/>
                <a:ext cx="136620" cy="136620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EBEBEB"/>
                </a:solidFill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  <p:grpSp>
            <p:nvGrpSpPr>
              <p:cNvPr id="116" name="Groep 115">
                <a:extLst>
                  <a:ext uri="{FF2B5EF4-FFF2-40B4-BE49-F238E27FC236}">
                    <a16:creationId xmlns:a16="http://schemas.microsoft.com/office/drawing/2014/main" id="{0A825468-9C16-4F94-B704-137FA8731C5A}"/>
                  </a:ext>
                </a:extLst>
              </p:cNvPr>
              <p:cNvGrpSpPr/>
              <p:nvPr userDrawn="1"/>
            </p:nvGrpSpPr>
            <p:grpSpPr>
              <a:xfrm>
                <a:off x="13580316" y="3865836"/>
                <a:ext cx="151508" cy="147961"/>
                <a:chOff x="13580316" y="3865836"/>
                <a:chExt cx="151508" cy="147961"/>
              </a:xfrm>
            </p:grpSpPr>
            <p:sp>
              <p:nvSpPr>
                <p:cNvPr id="117" name="Rechthoek 116">
                  <a:extLst>
                    <a:ext uri="{FF2B5EF4-FFF2-40B4-BE49-F238E27FC236}">
                      <a16:creationId xmlns:a16="http://schemas.microsoft.com/office/drawing/2014/main" id="{B8F51268-AE05-CBC4-7D3E-AC429C6F88E8}"/>
                    </a:ext>
                  </a:extLst>
                </p:cNvPr>
                <p:cNvSpPr/>
                <p:nvPr userDrawn="1"/>
              </p:nvSpPr>
              <p:spPr>
                <a:xfrm>
                  <a:off x="13584519" y="3870040"/>
                  <a:ext cx="136620" cy="136620"/>
                </a:xfrm>
                <a:prstGeom prst="rect">
                  <a:avLst/>
                </a:prstGeom>
                <a:solidFill>
                  <a:schemeClr val="tx1"/>
                </a:solidFill>
                <a:ln w="12700" cap="flat" cmpd="sng" algn="ctr">
                  <a:solidFill>
                    <a:srgbClr val="EBEBEB"/>
                  </a:solidFill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Rechthoek 117">
                  <a:extLst>
                    <a:ext uri="{FF2B5EF4-FFF2-40B4-BE49-F238E27FC236}">
                      <a16:creationId xmlns:a16="http://schemas.microsoft.com/office/drawing/2014/main" id="{D5105256-7AE7-5C5D-1D13-204743C974A3}"/>
                    </a:ext>
                  </a:extLst>
                </p:cNvPr>
                <p:cNvSpPr/>
                <p:nvPr userDrawn="1"/>
              </p:nvSpPr>
              <p:spPr>
                <a:xfrm>
                  <a:off x="13580316" y="3865836"/>
                  <a:ext cx="151508" cy="147961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F29132"/>
                  </a:solidFill>
                  <a:prstDash val="solid"/>
                  <a:miter lim="800000"/>
                </a:ln>
                <a:effectLst/>
              </p:spPr>
              <p:txBody>
                <a:bodyPr lIns="144000" tIns="144000" rIns="144000" bIns="14400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89" name="Groep 88">
              <a:extLst>
                <a:ext uri="{FF2B5EF4-FFF2-40B4-BE49-F238E27FC236}">
                  <a16:creationId xmlns:a16="http://schemas.microsoft.com/office/drawing/2014/main" id="{6F883A4D-F4C2-9EDC-D705-8C200AF75E00}"/>
                </a:ext>
              </a:extLst>
            </p:cNvPr>
            <p:cNvGrpSpPr/>
            <p:nvPr userDrawn="1"/>
          </p:nvGrpSpPr>
          <p:grpSpPr>
            <a:xfrm>
              <a:off x="-3314820" y="4363463"/>
              <a:ext cx="1381246" cy="835929"/>
              <a:chOff x="-3314820" y="3391746"/>
              <a:chExt cx="1381246" cy="835929"/>
            </a:xfrm>
          </p:grpSpPr>
          <p:sp>
            <p:nvSpPr>
              <p:cNvPr id="90" name="Rechthoek 89">
                <a:extLst>
                  <a:ext uri="{FF2B5EF4-FFF2-40B4-BE49-F238E27FC236}">
                    <a16:creationId xmlns:a16="http://schemas.microsoft.com/office/drawing/2014/main" id="{290D581F-B3B2-7809-EEAB-1DA71E5BD3B4}"/>
                  </a:ext>
                </a:extLst>
              </p:cNvPr>
              <p:cNvSpPr/>
              <p:nvPr userDrawn="1"/>
            </p:nvSpPr>
            <p:spPr>
              <a:xfrm>
                <a:off x="-3314820" y="3391746"/>
                <a:ext cx="1381246" cy="27227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1" name="Rechthoek 90">
                <a:extLst>
                  <a:ext uri="{FF2B5EF4-FFF2-40B4-BE49-F238E27FC236}">
                    <a16:creationId xmlns:a16="http://schemas.microsoft.com/office/drawing/2014/main" id="{E961F29F-BD38-0295-09C0-D778715AC7EF}"/>
                  </a:ext>
                </a:extLst>
              </p:cNvPr>
              <p:cNvSpPr/>
              <p:nvPr userDrawn="1"/>
            </p:nvSpPr>
            <p:spPr>
              <a:xfrm>
                <a:off x="-3304719" y="3412899"/>
                <a:ext cx="1361619" cy="246608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2" name="Tekstvak 91">
                <a:extLst>
                  <a:ext uri="{FF2B5EF4-FFF2-40B4-BE49-F238E27FC236}">
                    <a16:creationId xmlns:a16="http://schemas.microsoft.com/office/drawing/2014/main" id="{E67B2E69-A121-340E-0538-203215631DD9}"/>
                  </a:ext>
                </a:extLst>
              </p:cNvPr>
              <p:cNvSpPr txBox="1"/>
              <p:nvPr userDrawn="1"/>
            </p:nvSpPr>
            <p:spPr>
              <a:xfrm>
                <a:off x="-3069820" y="3472995"/>
                <a:ext cx="109851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Vormopvulling</a:t>
                </a:r>
              </a:p>
            </p:txBody>
          </p:sp>
          <p:sp>
            <p:nvSpPr>
              <p:cNvPr id="93" name="Vrije vorm: vorm 92">
                <a:extLst>
                  <a:ext uri="{FF2B5EF4-FFF2-40B4-BE49-F238E27FC236}">
                    <a16:creationId xmlns:a16="http://schemas.microsoft.com/office/drawing/2014/main" id="{BD9F7C19-0710-08D3-5424-834F0F0B630A}"/>
                  </a:ext>
                </a:extLst>
              </p:cNvPr>
              <p:cNvSpPr/>
              <p:nvPr userDrawn="1"/>
            </p:nvSpPr>
            <p:spPr>
              <a:xfrm>
                <a:off x="-2404225" y="4047675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1600" cap="all" baseline="0" noProof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94" name="Groep 93">
                <a:extLst>
                  <a:ext uri="{FF2B5EF4-FFF2-40B4-BE49-F238E27FC236}">
                    <a16:creationId xmlns:a16="http://schemas.microsoft.com/office/drawing/2014/main" id="{F4C095FA-D187-0EB6-D3AD-5E7D2B241106}"/>
                  </a:ext>
                </a:extLst>
              </p:cNvPr>
              <p:cNvGrpSpPr/>
              <p:nvPr userDrawn="1"/>
            </p:nvGrpSpPr>
            <p:grpSpPr>
              <a:xfrm>
                <a:off x="-3243855" y="3446665"/>
                <a:ext cx="157453" cy="147831"/>
                <a:chOff x="-899320" y="3037554"/>
                <a:chExt cx="175977" cy="165227"/>
              </a:xfrm>
            </p:grpSpPr>
            <p:sp>
              <p:nvSpPr>
                <p:cNvPr id="96" name="Vrije vorm: vorm 95">
                  <a:extLst>
                    <a:ext uri="{FF2B5EF4-FFF2-40B4-BE49-F238E27FC236}">
                      <a16:creationId xmlns:a16="http://schemas.microsoft.com/office/drawing/2014/main" id="{6DA51D6F-C668-A95F-221B-2790BD84B2E4}"/>
                    </a:ext>
                  </a:extLst>
                </p:cNvPr>
                <p:cNvSpPr/>
                <p:nvPr userDrawn="1"/>
              </p:nvSpPr>
              <p:spPr>
                <a:xfrm>
                  <a:off x="-804124" y="3081338"/>
                  <a:ext cx="80781" cy="121443"/>
                </a:xfrm>
                <a:custGeom>
                  <a:avLst/>
                  <a:gdLst>
                    <a:gd name="connsiteX0" fmla="*/ 0 w 54768"/>
                    <a:gd name="connsiteY0" fmla="*/ 0 h 71437"/>
                    <a:gd name="connsiteX1" fmla="*/ 4762 w 54768"/>
                    <a:gd name="connsiteY1" fmla="*/ 71437 h 71437"/>
                    <a:gd name="connsiteX2" fmla="*/ 54768 w 54768"/>
                    <a:gd name="connsiteY2" fmla="*/ 4762 h 71437"/>
                    <a:gd name="connsiteX3" fmla="*/ 0 w 54768"/>
                    <a:gd name="connsiteY3" fmla="*/ 0 h 71437"/>
                    <a:gd name="connsiteX0" fmla="*/ 0 w 54768"/>
                    <a:gd name="connsiteY0" fmla="*/ 0 h 71437"/>
                    <a:gd name="connsiteX1" fmla="*/ 4762 w 54768"/>
                    <a:gd name="connsiteY1" fmla="*/ 71437 h 71437"/>
                    <a:gd name="connsiteX2" fmla="*/ 54768 w 54768"/>
                    <a:gd name="connsiteY2" fmla="*/ 4762 h 71437"/>
                    <a:gd name="connsiteX3" fmla="*/ 0 w 54768"/>
                    <a:gd name="connsiteY3" fmla="*/ 0 h 71437"/>
                    <a:gd name="connsiteX0" fmla="*/ 0 w 61912"/>
                    <a:gd name="connsiteY0" fmla="*/ 4763 h 76200"/>
                    <a:gd name="connsiteX1" fmla="*/ 4762 w 61912"/>
                    <a:gd name="connsiteY1" fmla="*/ 76200 h 76200"/>
                    <a:gd name="connsiteX2" fmla="*/ 61912 w 61912"/>
                    <a:gd name="connsiteY2" fmla="*/ 0 h 76200"/>
                    <a:gd name="connsiteX3" fmla="*/ 0 w 61912"/>
                    <a:gd name="connsiteY3" fmla="*/ 4763 h 76200"/>
                    <a:gd name="connsiteX0" fmla="*/ 0 w 61912"/>
                    <a:gd name="connsiteY0" fmla="*/ 50015 h 121452"/>
                    <a:gd name="connsiteX1" fmla="*/ 4762 w 61912"/>
                    <a:gd name="connsiteY1" fmla="*/ 121452 h 121452"/>
                    <a:gd name="connsiteX2" fmla="*/ 61912 w 61912"/>
                    <a:gd name="connsiteY2" fmla="*/ 45252 h 121452"/>
                    <a:gd name="connsiteX3" fmla="*/ 7143 w 61912"/>
                    <a:gd name="connsiteY3" fmla="*/ 9 h 121452"/>
                    <a:gd name="connsiteX4" fmla="*/ 0 w 61912"/>
                    <a:gd name="connsiteY4" fmla="*/ 50015 h 121452"/>
                    <a:gd name="connsiteX0" fmla="*/ 30217 w 92129"/>
                    <a:gd name="connsiteY0" fmla="*/ 50015 h 121452"/>
                    <a:gd name="connsiteX1" fmla="*/ 34979 w 92129"/>
                    <a:gd name="connsiteY1" fmla="*/ 121452 h 121452"/>
                    <a:gd name="connsiteX2" fmla="*/ 92129 w 92129"/>
                    <a:gd name="connsiteY2" fmla="*/ 45252 h 121452"/>
                    <a:gd name="connsiteX3" fmla="*/ 37360 w 92129"/>
                    <a:gd name="connsiteY3" fmla="*/ 9 h 121452"/>
                    <a:gd name="connsiteX4" fmla="*/ 30217 w 92129"/>
                    <a:gd name="connsiteY4" fmla="*/ 50015 h 121452"/>
                    <a:gd name="connsiteX0" fmla="*/ 30217 w 92129"/>
                    <a:gd name="connsiteY0" fmla="*/ 50006 h 121443"/>
                    <a:gd name="connsiteX1" fmla="*/ 34979 w 92129"/>
                    <a:gd name="connsiteY1" fmla="*/ 121443 h 121443"/>
                    <a:gd name="connsiteX2" fmla="*/ 92129 w 92129"/>
                    <a:gd name="connsiteY2" fmla="*/ 45243 h 121443"/>
                    <a:gd name="connsiteX3" fmla="*/ 37360 w 92129"/>
                    <a:gd name="connsiteY3" fmla="*/ 0 h 121443"/>
                    <a:gd name="connsiteX4" fmla="*/ 30217 w 92129"/>
                    <a:gd name="connsiteY4" fmla="*/ 50006 h 121443"/>
                    <a:gd name="connsiteX0" fmla="*/ 30217 w 92490"/>
                    <a:gd name="connsiteY0" fmla="*/ 50006 h 121443"/>
                    <a:gd name="connsiteX1" fmla="*/ 34979 w 92490"/>
                    <a:gd name="connsiteY1" fmla="*/ 121443 h 121443"/>
                    <a:gd name="connsiteX2" fmla="*/ 92129 w 92490"/>
                    <a:gd name="connsiteY2" fmla="*/ 45243 h 121443"/>
                    <a:gd name="connsiteX3" fmla="*/ 37360 w 92490"/>
                    <a:gd name="connsiteY3" fmla="*/ 0 h 121443"/>
                    <a:gd name="connsiteX4" fmla="*/ 30217 w 92490"/>
                    <a:gd name="connsiteY4" fmla="*/ 50006 h 121443"/>
                    <a:gd name="connsiteX0" fmla="*/ 30217 w 80781"/>
                    <a:gd name="connsiteY0" fmla="*/ 50006 h 121443"/>
                    <a:gd name="connsiteX1" fmla="*/ 34979 w 80781"/>
                    <a:gd name="connsiteY1" fmla="*/ 121443 h 121443"/>
                    <a:gd name="connsiteX2" fmla="*/ 80222 w 80781"/>
                    <a:gd name="connsiteY2" fmla="*/ 52387 h 121443"/>
                    <a:gd name="connsiteX3" fmla="*/ 37360 w 80781"/>
                    <a:gd name="connsiteY3" fmla="*/ 0 h 121443"/>
                    <a:gd name="connsiteX4" fmla="*/ 30217 w 80781"/>
                    <a:gd name="connsiteY4" fmla="*/ 50006 h 121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781" h="121443">
                      <a:moveTo>
                        <a:pt x="30217" y="50006"/>
                      </a:moveTo>
                      <a:lnTo>
                        <a:pt x="34979" y="121443"/>
                      </a:lnTo>
                      <a:lnTo>
                        <a:pt x="80222" y="52387"/>
                      </a:lnTo>
                      <a:cubicBezTo>
                        <a:pt x="84191" y="29368"/>
                        <a:pt x="66729" y="1588"/>
                        <a:pt x="37360" y="0"/>
                      </a:cubicBezTo>
                      <a:cubicBezTo>
                        <a:pt x="-43602" y="21431"/>
                        <a:pt x="32598" y="33337"/>
                        <a:pt x="30217" y="50006"/>
                      </a:cubicBezTo>
                      <a:close/>
                    </a:path>
                  </a:pathLst>
                </a:custGeom>
                <a:solidFill>
                  <a:srgbClr val="366FA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9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Rechthoek: afgeronde hoeken 96">
                  <a:extLst>
                    <a:ext uri="{FF2B5EF4-FFF2-40B4-BE49-F238E27FC236}">
                      <a16:creationId xmlns:a16="http://schemas.microsoft.com/office/drawing/2014/main" id="{66793A23-2E0B-C7DE-925F-81F504DC55BC}"/>
                    </a:ext>
                  </a:extLst>
                </p:cNvPr>
                <p:cNvSpPr/>
                <p:nvPr userDrawn="1"/>
              </p:nvSpPr>
              <p:spPr>
                <a:xfrm rot="2903873">
                  <a:off x="-887744" y="3085651"/>
                  <a:ext cx="99751" cy="122903"/>
                </a:xfrm>
                <a:prstGeom prst="roundRect">
                  <a:avLst>
                    <a:gd name="adj" fmla="val 2911"/>
                  </a:avLst>
                </a:prstGeom>
                <a:solidFill>
                  <a:sysClr val="window" lastClr="FFFFFF"/>
                </a:solidFill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98" name="Vrije vorm: vorm 97">
                  <a:extLst>
                    <a:ext uri="{FF2B5EF4-FFF2-40B4-BE49-F238E27FC236}">
                      <a16:creationId xmlns:a16="http://schemas.microsoft.com/office/drawing/2014/main" id="{3973F732-429E-9381-41F9-DBA4AD0D2269}"/>
                    </a:ext>
                  </a:extLst>
                </p:cNvPr>
                <p:cNvSpPr/>
                <p:nvPr userDrawn="1"/>
              </p:nvSpPr>
              <p:spPr>
                <a:xfrm>
                  <a:off x="-894646" y="3037554"/>
                  <a:ext cx="64753" cy="85767"/>
                </a:xfrm>
                <a:custGeom>
                  <a:avLst/>
                  <a:gdLst>
                    <a:gd name="connsiteX0" fmla="*/ 0 w 52388"/>
                    <a:gd name="connsiteY0" fmla="*/ 76203 h 76203"/>
                    <a:gd name="connsiteX1" fmla="*/ 26194 w 52388"/>
                    <a:gd name="connsiteY1" fmla="*/ 3 h 76203"/>
                    <a:gd name="connsiteX2" fmla="*/ 52388 w 52388"/>
                    <a:gd name="connsiteY2" fmla="*/ 73822 h 76203"/>
                    <a:gd name="connsiteX0" fmla="*/ 0 w 52388"/>
                    <a:gd name="connsiteY0" fmla="*/ 76203 h 76203"/>
                    <a:gd name="connsiteX1" fmla="*/ 26194 w 52388"/>
                    <a:gd name="connsiteY1" fmla="*/ 3 h 76203"/>
                    <a:gd name="connsiteX2" fmla="*/ 52388 w 52388"/>
                    <a:gd name="connsiteY2" fmla="*/ 73822 h 76203"/>
                    <a:gd name="connsiteX0" fmla="*/ 0 w 46443"/>
                    <a:gd name="connsiteY0" fmla="*/ 78387 h 78387"/>
                    <a:gd name="connsiteX1" fmla="*/ 20249 w 46443"/>
                    <a:gd name="connsiteY1" fmla="*/ 11 h 78387"/>
                    <a:gd name="connsiteX2" fmla="*/ 46443 w 46443"/>
                    <a:gd name="connsiteY2" fmla="*/ 73830 h 78387"/>
                    <a:gd name="connsiteX0" fmla="*/ 135 w 46578"/>
                    <a:gd name="connsiteY0" fmla="*/ 78387 h 78387"/>
                    <a:gd name="connsiteX1" fmla="*/ 20384 w 46578"/>
                    <a:gd name="connsiteY1" fmla="*/ 11 h 78387"/>
                    <a:gd name="connsiteX2" fmla="*/ 46578 w 46578"/>
                    <a:gd name="connsiteY2" fmla="*/ 73830 h 78387"/>
                    <a:gd name="connsiteX0" fmla="*/ 295 w 46738"/>
                    <a:gd name="connsiteY0" fmla="*/ 78387 h 78387"/>
                    <a:gd name="connsiteX1" fmla="*/ 20544 w 46738"/>
                    <a:gd name="connsiteY1" fmla="*/ 11 h 78387"/>
                    <a:gd name="connsiteX2" fmla="*/ 46738 w 46738"/>
                    <a:gd name="connsiteY2" fmla="*/ 73830 h 78387"/>
                    <a:gd name="connsiteX0" fmla="*/ 127 w 39137"/>
                    <a:gd name="connsiteY0" fmla="*/ 78452 h 78452"/>
                    <a:gd name="connsiteX1" fmla="*/ 20376 w 39137"/>
                    <a:gd name="connsiteY1" fmla="*/ 76 h 78452"/>
                    <a:gd name="connsiteX2" fmla="*/ 39137 w 39137"/>
                    <a:gd name="connsiteY2" fmla="*/ 67366 h 78452"/>
                    <a:gd name="connsiteX0" fmla="*/ 127 w 39933"/>
                    <a:gd name="connsiteY0" fmla="*/ 78470 h 78470"/>
                    <a:gd name="connsiteX1" fmla="*/ 20376 w 39933"/>
                    <a:gd name="connsiteY1" fmla="*/ 94 h 78470"/>
                    <a:gd name="connsiteX2" fmla="*/ 39137 w 39933"/>
                    <a:gd name="connsiteY2" fmla="*/ 67384 h 78470"/>
                    <a:gd name="connsiteX0" fmla="*/ 219 w 40422"/>
                    <a:gd name="connsiteY0" fmla="*/ 78381 h 78381"/>
                    <a:gd name="connsiteX1" fmla="*/ 20468 w 40422"/>
                    <a:gd name="connsiteY1" fmla="*/ 5 h 78381"/>
                    <a:gd name="connsiteX2" fmla="*/ 39229 w 40422"/>
                    <a:gd name="connsiteY2" fmla="*/ 67295 h 783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0422" h="78381">
                      <a:moveTo>
                        <a:pt x="219" y="78381"/>
                      </a:moveTo>
                      <a:cubicBezTo>
                        <a:pt x="-1454" y="18717"/>
                        <a:pt x="6534" y="-324"/>
                        <a:pt x="20468" y="5"/>
                      </a:cubicBezTo>
                      <a:cubicBezTo>
                        <a:pt x="34402" y="334"/>
                        <a:pt x="43874" y="23658"/>
                        <a:pt x="39229" y="67295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818181"/>
                  </a:solidFill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nl-NL" sz="7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194F370C-CFC1-CA29-7CD7-58B454D787F4}"/>
                  </a:ext>
                </a:extLst>
              </p:cNvPr>
              <p:cNvSpPr/>
              <p:nvPr userDrawn="1"/>
            </p:nvSpPr>
            <p:spPr>
              <a:xfrm rot="10800000">
                <a:off x="-2162266" y="3519194"/>
                <a:ext cx="94890" cy="50291"/>
              </a:xfrm>
              <a:prstGeom prst="triangl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44000" tIns="144000" rIns="144000" bIns="144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jdelijke aanduiding voor dianummer 3">
            <a:extLst>
              <a:ext uri="{FF2B5EF4-FFF2-40B4-BE49-F238E27FC236}">
                <a16:creationId xmlns:a16="http://schemas.microsoft.com/office/drawing/2014/main" id="{860555AE-FD9B-FD35-EC8A-3CB9775DE87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12575" y="6381750"/>
            <a:ext cx="252413" cy="250825"/>
          </a:xfrm>
        </p:spPr>
        <p:txBody>
          <a:bodyPr/>
          <a:lstStyle/>
          <a:p>
            <a:fld id="{9E843DB9-9987-4157-AB9C-CEA8D7D910BB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6" name="Tijdelijke aanduiding voor verticale tekst 2">
            <a:extLst>
              <a:ext uri="{FF2B5EF4-FFF2-40B4-BE49-F238E27FC236}">
                <a16:creationId xmlns:a16="http://schemas.microsoft.com/office/drawing/2014/main" id="{16B9248E-CBC0-1ED8-4B96-6637401B2B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490219" y="3671044"/>
            <a:ext cx="9797847" cy="841272"/>
          </a:xfrm>
        </p:spPr>
        <p:txBody>
          <a:bodyPr vert="horz"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/>
            </a:lvl5pPr>
            <a:lvl6pPr>
              <a:defRPr/>
            </a:lvl6pPr>
            <a:lvl7pPr>
              <a:defRPr sz="2000"/>
            </a:lvl7pPr>
            <a:lvl8pPr>
              <a:defRPr sz="2000"/>
            </a:lvl8pPr>
            <a:lvl9pPr>
              <a:defRPr/>
            </a:lvl9pPr>
          </a:lstStyle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511396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| blau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rije vorm: vorm 2">
            <a:extLst>
              <a:ext uri="{FF2B5EF4-FFF2-40B4-BE49-F238E27FC236}">
                <a16:creationId xmlns:a16="http://schemas.microsoft.com/office/drawing/2014/main" id="{E02D4413-0E0A-7D71-B388-01BF0827432F}"/>
              </a:ext>
            </a:extLst>
          </p:cNvPr>
          <p:cNvSpPr/>
          <p:nvPr userDrawn="1"/>
        </p:nvSpPr>
        <p:spPr>
          <a:xfrm>
            <a:off x="-5876" y="0"/>
            <a:ext cx="12203753" cy="6858000"/>
          </a:xfrm>
          <a:custGeom>
            <a:avLst/>
            <a:gdLst>
              <a:gd name="connsiteX0" fmla="*/ 11612572 w 12203753"/>
              <a:gd name="connsiteY0" fmla="*/ 6739403 h 6858000"/>
              <a:gd name="connsiteX1" fmla="*/ 11657764 w 12203753"/>
              <a:gd name="connsiteY1" fmla="*/ 6739403 h 6858000"/>
              <a:gd name="connsiteX2" fmla="*/ 11664075 w 12203753"/>
              <a:gd name="connsiteY2" fmla="*/ 6853562 h 6858000"/>
              <a:gd name="connsiteX3" fmla="*/ 11663975 w 12203753"/>
              <a:gd name="connsiteY3" fmla="*/ 6858000 h 6858000"/>
              <a:gd name="connsiteX4" fmla="*/ 11606362 w 12203753"/>
              <a:gd name="connsiteY4" fmla="*/ 6858000 h 6858000"/>
              <a:gd name="connsiteX5" fmla="*/ 11606262 w 12203753"/>
              <a:gd name="connsiteY5" fmla="*/ 6853562 h 6858000"/>
              <a:gd name="connsiteX6" fmla="*/ 11612572 w 12203753"/>
              <a:gd name="connsiteY6" fmla="*/ 6739403 h 6858000"/>
              <a:gd name="connsiteX7" fmla="*/ 10821431 w 12203753"/>
              <a:gd name="connsiteY7" fmla="*/ 6739403 h 6858000"/>
              <a:gd name="connsiteX8" fmla="*/ 10866623 w 12203753"/>
              <a:gd name="connsiteY8" fmla="*/ 6739403 h 6858000"/>
              <a:gd name="connsiteX9" fmla="*/ 10872933 w 12203753"/>
              <a:gd name="connsiteY9" fmla="*/ 6853562 h 6858000"/>
              <a:gd name="connsiteX10" fmla="*/ 10872833 w 12203753"/>
              <a:gd name="connsiteY10" fmla="*/ 6858000 h 6858000"/>
              <a:gd name="connsiteX11" fmla="*/ 10815221 w 12203753"/>
              <a:gd name="connsiteY11" fmla="*/ 6858000 h 6858000"/>
              <a:gd name="connsiteX12" fmla="*/ 10815121 w 12203753"/>
              <a:gd name="connsiteY12" fmla="*/ 6853562 h 6858000"/>
              <a:gd name="connsiteX13" fmla="*/ 10821431 w 12203753"/>
              <a:gd name="connsiteY13" fmla="*/ 6739403 h 6858000"/>
              <a:gd name="connsiteX14" fmla="*/ 10030289 w 12203753"/>
              <a:gd name="connsiteY14" fmla="*/ 6739403 h 6858000"/>
              <a:gd name="connsiteX15" fmla="*/ 10075544 w 12203753"/>
              <a:gd name="connsiteY15" fmla="*/ 6739403 h 6858000"/>
              <a:gd name="connsiteX16" fmla="*/ 10081791 w 12203753"/>
              <a:gd name="connsiteY16" fmla="*/ 6853562 h 6858000"/>
              <a:gd name="connsiteX17" fmla="*/ 10081692 w 12203753"/>
              <a:gd name="connsiteY17" fmla="*/ 6858000 h 6858000"/>
              <a:gd name="connsiteX18" fmla="*/ 10024079 w 12203753"/>
              <a:gd name="connsiteY18" fmla="*/ 6858000 h 6858000"/>
              <a:gd name="connsiteX19" fmla="*/ 10023979 w 12203753"/>
              <a:gd name="connsiteY19" fmla="*/ 6853562 h 6858000"/>
              <a:gd name="connsiteX20" fmla="*/ 10030289 w 12203753"/>
              <a:gd name="connsiteY20" fmla="*/ 6739403 h 6858000"/>
              <a:gd name="connsiteX21" fmla="*/ 9239147 w 12203753"/>
              <a:gd name="connsiteY21" fmla="*/ 6739403 h 6858000"/>
              <a:gd name="connsiteX22" fmla="*/ 9284403 w 12203753"/>
              <a:gd name="connsiteY22" fmla="*/ 6739403 h 6858000"/>
              <a:gd name="connsiteX23" fmla="*/ 9290649 w 12203753"/>
              <a:gd name="connsiteY23" fmla="*/ 6853562 h 6858000"/>
              <a:gd name="connsiteX24" fmla="*/ 9290550 w 12203753"/>
              <a:gd name="connsiteY24" fmla="*/ 6858000 h 6858000"/>
              <a:gd name="connsiteX25" fmla="*/ 9233000 w 12203753"/>
              <a:gd name="connsiteY25" fmla="*/ 6858000 h 6858000"/>
              <a:gd name="connsiteX26" fmla="*/ 9232901 w 12203753"/>
              <a:gd name="connsiteY26" fmla="*/ 6853562 h 6858000"/>
              <a:gd name="connsiteX27" fmla="*/ 9239147 w 12203753"/>
              <a:gd name="connsiteY27" fmla="*/ 6739403 h 6858000"/>
              <a:gd name="connsiteX28" fmla="*/ 8448006 w 12203753"/>
              <a:gd name="connsiteY28" fmla="*/ 6739403 h 6858000"/>
              <a:gd name="connsiteX29" fmla="*/ 8493262 w 12203753"/>
              <a:gd name="connsiteY29" fmla="*/ 6739403 h 6858000"/>
              <a:gd name="connsiteX30" fmla="*/ 8499508 w 12203753"/>
              <a:gd name="connsiteY30" fmla="*/ 6853562 h 6858000"/>
              <a:gd name="connsiteX31" fmla="*/ 8499409 w 12203753"/>
              <a:gd name="connsiteY31" fmla="*/ 6858000 h 6858000"/>
              <a:gd name="connsiteX32" fmla="*/ 8441859 w 12203753"/>
              <a:gd name="connsiteY32" fmla="*/ 6858000 h 6858000"/>
              <a:gd name="connsiteX33" fmla="*/ 8441760 w 12203753"/>
              <a:gd name="connsiteY33" fmla="*/ 6853562 h 6858000"/>
              <a:gd name="connsiteX34" fmla="*/ 8448006 w 12203753"/>
              <a:gd name="connsiteY34" fmla="*/ 6739403 h 6858000"/>
              <a:gd name="connsiteX35" fmla="*/ 7656865 w 12203753"/>
              <a:gd name="connsiteY35" fmla="*/ 6739403 h 6858000"/>
              <a:gd name="connsiteX36" fmla="*/ 7702121 w 12203753"/>
              <a:gd name="connsiteY36" fmla="*/ 6739403 h 6858000"/>
              <a:gd name="connsiteX37" fmla="*/ 7708431 w 12203753"/>
              <a:gd name="connsiteY37" fmla="*/ 6853562 h 6858000"/>
              <a:gd name="connsiteX38" fmla="*/ 7708332 w 12203753"/>
              <a:gd name="connsiteY38" fmla="*/ 6858000 h 6858000"/>
              <a:gd name="connsiteX39" fmla="*/ 7650718 w 12203753"/>
              <a:gd name="connsiteY39" fmla="*/ 6858000 h 6858000"/>
              <a:gd name="connsiteX40" fmla="*/ 7650619 w 12203753"/>
              <a:gd name="connsiteY40" fmla="*/ 6853562 h 6858000"/>
              <a:gd name="connsiteX41" fmla="*/ 7656865 w 12203753"/>
              <a:gd name="connsiteY41" fmla="*/ 6739403 h 6858000"/>
              <a:gd name="connsiteX42" fmla="*/ 6865787 w 12203753"/>
              <a:gd name="connsiteY42" fmla="*/ 6739403 h 6858000"/>
              <a:gd name="connsiteX43" fmla="*/ 6910979 w 12203753"/>
              <a:gd name="connsiteY43" fmla="*/ 6739403 h 6858000"/>
              <a:gd name="connsiteX44" fmla="*/ 6917290 w 12203753"/>
              <a:gd name="connsiteY44" fmla="*/ 6853562 h 6858000"/>
              <a:gd name="connsiteX45" fmla="*/ 6917189 w 12203753"/>
              <a:gd name="connsiteY45" fmla="*/ 6858000 h 6858000"/>
              <a:gd name="connsiteX46" fmla="*/ 6859578 w 12203753"/>
              <a:gd name="connsiteY46" fmla="*/ 6858000 h 6858000"/>
              <a:gd name="connsiteX47" fmla="*/ 6859477 w 12203753"/>
              <a:gd name="connsiteY47" fmla="*/ 6853562 h 6858000"/>
              <a:gd name="connsiteX48" fmla="*/ 6865787 w 12203753"/>
              <a:gd name="connsiteY48" fmla="*/ 6739403 h 6858000"/>
              <a:gd name="connsiteX49" fmla="*/ 6074648 w 12203753"/>
              <a:gd name="connsiteY49" fmla="*/ 6739403 h 6858000"/>
              <a:gd name="connsiteX50" fmla="*/ 6119901 w 12203753"/>
              <a:gd name="connsiteY50" fmla="*/ 6739403 h 6858000"/>
              <a:gd name="connsiteX51" fmla="*/ 6126212 w 12203753"/>
              <a:gd name="connsiteY51" fmla="*/ 6853562 h 6858000"/>
              <a:gd name="connsiteX52" fmla="*/ 6126111 w 12203753"/>
              <a:gd name="connsiteY52" fmla="*/ 6858000 h 6858000"/>
              <a:gd name="connsiteX53" fmla="*/ 6068438 w 12203753"/>
              <a:gd name="connsiteY53" fmla="*/ 6858000 h 6858000"/>
              <a:gd name="connsiteX54" fmla="*/ 6068337 w 12203753"/>
              <a:gd name="connsiteY54" fmla="*/ 6853562 h 6858000"/>
              <a:gd name="connsiteX55" fmla="*/ 6074648 w 12203753"/>
              <a:gd name="connsiteY55" fmla="*/ 6739403 h 6858000"/>
              <a:gd name="connsiteX56" fmla="*/ 5283517 w 12203753"/>
              <a:gd name="connsiteY56" fmla="*/ 6739403 h 6858000"/>
              <a:gd name="connsiteX57" fmla="*/ 5328774 w 12203753"/>
              <a:gd name="connsiteY57" fmla="*/ 6739403 h 6858000"/>
              <a:gd name="connsiteX58" fmla="*/ 5335084 w 12203753"/>
              <a:gd name="connsiteY58" fmla="*/ 6853562 h 6858000"/>
              <a:gd name="connsiteX59" fmla="*/ 5334984 w 12203753"/>
              <a:gd name="connsiteY59" fmla="*/ 6858000 h 6858000"/>
              <a:gd name="connsiteX60" fmla="*/ 5277369 w 12203753"/>
              <a:gd name="connsiteY60" fmla="*/ 6858000 h 6858000"/>
              <a:gd name="connsiteX61" fmla="*/ 5277271 w 12203753"/>
              <a:gd name="connsiteY61" fmla="*/ 6853562 h 6858000"/>
              <a:gd name="connsiteX62" fmla="*/ 5283517 w 12203753"/>
              <a:gd name="connsiteY62" fmla="*/ 6739403 h 6858000"/>
              <a:gd name="connsiteX63" fmla="*/ 4492377 w 12203753"/>
              <a:gd name="connsiteY63" fmla="*/ 6739403 h 6858000"/>
              <a:gd name="connsiteX64" fmla="*/ 4537632 w 12203753"/>
              <a:gd name="connsiteY64" fmla="*/ 6739403 h 6858000"/>
              <a:gd name="connsiteX65" fmla="*/ 4543944 w 12203753"/>
              <a:gd name="connsiteY65" fmla="*/ 6853562 h 6858000"/>
              <a:gd name="connsiteX66" fmla="*/ 4543846 w 12203753"/>
              <a:gd name="connsiteY66" fmla="*/ 6858000 h 6858000"/>
              <a:gd name="connsiteX67" fmla="*/ 4486164 w 12203753"/>
              <a:gd name="connsiteY67" fmla="*/ 6858000 h 6858000"/>
              <a:gd name="connsiteX68" fmla="*/ 4486066 w 12203753"/>
              <a:gd name="connsiteY68" fmla="*/ 6853562 h 6858000"/>
              <a:gd name="connsiteX69" fmla="*/ 4492377 w 12203753"/>
              <a:gd name="connsiteY69" fmla="*/ 6739403 h 6858000"/>
              <a:gd name="connsiteX70" fmla="*/ 3701387 w 12203753"/>
              <a:gd name="connsiteY70" fmla="*/ 6739403 h 6858000"/>
              <a:gd name="connsiteX71" fmla="*/ 3746640 w 12203753"/>
              <a:gd name="connsiteY71" fmla="*/ 6739403 h 6858000"/>
              <a:gd name="connsiteX72" fmla="*/ 3752950 w 12203753"/>
              <a:gd name="connsiteY72" fmla="*/ 6853562 h 6858000"/>
              <a:gd name="connsiteX73" fmla="*/ 3752851 w 12203753"/>
              <a:gd name="connsiteY73" fmla="*/ 6858000 h 6858000"/>
              <a:gd name="connsiteX74" fmla="*/ 3695239 w 12203753"/>
              <a:gd name="connsiteY74" fmla="*/ 6858000 h 6858000"/>
              <a:gd name="connsiteX75" fmla="*/ 3695140 w 12203753"/>
              <a:gd name="connsiteY75" fmla="*/ 6853562 h 6858000"/>
              <a:gd name="connsiteX76" fmla="*/ 3701387 w 12203753"/>
              <a:gd name="connsiteY76" fmla="*/ 6739403 h 6858000"/>
              <a:gd name="connsiteX77" fmla="*/ 2910259 w 12203753"/>
              <a:gd name="connsiteY77" fmla="*/ 6739403 h 6858000"/>
              <a:gd name="connsiteX78" fmla="*/ 2955512 w 12203753"/>
              <a:gd name="connsiteY78" fmla="*/ 6739403 h 6858000"/>
              <a:gd name="connsiteX79" fmla="*/ 2961822 w 12203753"/>
              <a:gd name="connsiteY79" fmla="*/ 6853562 h 6858000"/>
              <a:gd name="connsiteX80" fmla="*/ 2961723 w 12203753"/>
              <a:gd name="connsiteY80" fmla="*/ 6858000 h 6858000"/>
              <a:gd name="connsiteX81" fmla="*/ 2904112 w 12203753"/>
              <a:gd name="connsiteY81" fmla="*/ 6858000 h 6858000"/>
              <a:gd name="connsiteX82" fmla="*/ 2904013 w 12203753"/>
              <a:gd name="connsiteY82" fmla="*/ 6853562 h 6858000"/>
              <a:gd name="connsiteX83" fmla="*/ 2910259 w 12203753"/>
              <a:gd name="connsiteY83" fmla="*/ 6739403 h 6858000"/>
              <a:gd name="connsiteX84" fmla="*/ 2119119 w 12203753"/>
              <a:gd name="connsiteY84" fmla="*/ 6739403 h 6858000"/>
              <a:gd name="connsiteX85" fmla="*/ 2164366 w 12203753"/>
              <a:gd name="connsiteY85" fmla="*/ 6739403 h 6858000"/>
              <a:gd name="connsiteX86" fmla="*/ 2170679 w 12203753"/>
              <a:gd name="connsiteY86" fmla="*/ 6853562 h 6858000"/>
              <a:gd name="connsiteX87" fmla="*/ 2170579 w 12203753"/>
              <a:gd name="connsiteY87" fmla="*/ 6858000 h 6858000"/>
              <a:gd name="connsiteX88" fmla="*/ 2112967 w 12203753"/>
              <a:gd name="connsiteY88" fmla="*/ 6858000 h 6858000"/>
              <a:gd name="connsiteX89" fmla="*/ 2112868 w 12203753"/>
              <a:gd name="connsiteY89" fmla="*/ 6853562 h 6858000"/>
              <a:gd name="connsiteX90" fmla="*/ 2119119 w 12203753"/>
              <a:gd name="connsiteY90" fmla="*/ 6739403 h 6858000"/>
              <a:gd name="connsiteX91" fmla="*/ 1327990 w 12203753"/>
              <a:gd name="connsiteY91" fmla="*/ 6739403 h 6858000"/>
              <a:gd name="connsiteX92" fmla="*/ 1373245 w 12203753"/>
              <a:gd name="connsiteY92" fmla="*/ 6739403 h 6858000"/>
              <a:gd name="connsiteX93" fmla="*/ 1379556 w 12203753"/>
              <a:gd name="connsiteY93" fmla="*/ 6853562 h 6858000"/>
              <a:gd name="connsiteX94" fmla="*/ 1379457 w 12203753"/>
              <a:gd name="connsiteY94" fmla="*/ 6858000 h 6858000"/>
              <a:gd name="connsiteX95" fmla="*/ 1321781 w 12203753"/>
              <a:gd name="connsiteY95" fmla="*/ 6858000 h 6858000"/>
              <a:gd name="connsiteX96" fmla="*/ 1321681 w 12203753"/>
              <a:gd name="connsiteY96" fmla="*/ 6853562 h 6858000"/>
              <a:gd name="connsiteX97" fmla="*/ 1327990 w 12203753"/>
              <a:gd name="connsiteY97" fmla="*/ 6739403 h 6858000"/>
              <a:gd name="connsiteX98" fmla="*/ 536912 w 12203753"/>
              <a:gd name="connsiteY98" fmla="*/ 6739403 h 6858000"/>
              <a:gd name="connsiteX99" fmla="*/ 582167 w 12203753"/>
              <a:gd name="connsiteY99" fmla="*/ 6739403 h 6858000"/>
              <a:gd name="connsiteX100" fmla="*/ 588477 w 12203753"/>
              <a:gd name="connsiteY100" fmla="*/ 6853562 h 6858000"/>
              <a:gd name="connsiteX101" fmla="*/ 588378 w 12203753"/>
              <a:gd name="connsiteY101" fmla="*/ 6858000 h 6858000"/>
              <a:gd name="connsiteX102" fmla="*/ 530764 w 12203753"/>
              <a:gd name="connsiteY102" fmla="*/ 6858000 h 6858000"/>
              <a:gd name="connsiteX103" fmla="*/ 530665 w 12203753"/>
              <a:gd name="connsiteY103" fmla="*/ 6853562 h 6858000"/>
              <a:gd name="connsiteX104" fmla="*/ 536912 w 12203753"/>
              <a:gd name="connsiteY104" fmla="*/ 6739403 h 6858000"/>
              <a:gd name="connsiteX105" fmla="*/ 0 w 12203753"/>
              <a:gd name="connsiteY105" fmla="*/ 6726553 h 6858000"/>
              <a:gd name="connsiteX106" fmla="*/ 48559 w 12203753"/>
              <a:gd name="connsiteY106" fmla="*/ 6757186 h 6858000"/>
              <a:gd name="connsiteX107" fmla="*/ 76396 w 12203753"/>
              <a:gd name="connsiteY107" fmla="*/ 6776882 h 6858000"/>
              <a:gd name="connsiteX108" fmla="*/ 53769 w 12203753"/>
              <a:gd name="connsiteY108" fmla="*/ 6816082 h 6858000"/>
              <a:gd name="connsiteX109" fmla="*/ 22784 w 12203753"/>
              <a:gd name="connsiteY109" fmla="*/ 6801804 h 6858000"/>
              <a:gd name="connsiteX110" fmla="*/ 0 w 12203753"/>
              <a:gd name="connsiteY110" fmla="*/ 6789797 h 6858000"/>
              <a:gd name="connsiteX111" fmla="*/ 12203753 w 12203753"/>
              <a:gd name="connsiteY111" fmla="*/ 6720867 h 6858000"/>
              <a:gd name="connsiteX112" fmla="*/ 12203753 w 12203753"/>
              <a:gd name="connsiteY112" fmla="*/ 6785036 h 6858000"/>
              <a:gd name="connsiteX113" fmla="*/ 12171908 w 12203753"/>
              <a:gd name="connsiteY113" fmla="*/ 6801804 h 6858000"/>
              <a:gd name="connsiteX114" fmla="*/ 12140914 w 12203753"/>
              <a:gd name="connsiteY114" fmla="*/ 6816082 h 6858000"/>
              <a:gd name="connsiteX115" fmla="*/ 12118286 w 12203753"/>
              <a:gd name="connsiteY115" fmla="*/ 6776882 h 6858000"/>
              <a:gd name="connsiteX116" fmla="*/ 12146132 w 12203753"/>
              <a:gd name="connsiteY116" fmla="*/ 6757187 h 6858000"/>
              <a:gd name="connsiteX117" fmla="*/ 5416402 w 12203753"/>
              <a:gd name="connsiteY117" fmla="*/ 6662746 h 6858000"/>
              <a:gd name="connsiteX118" fmla="*/ 5424781 w 12203753"/>
              <a:gd name="connsiteY118" fmla="*/ 6666452 h 6858000"/>
              <a:gd name="connsiteX119" fmla="*/ 5518395 w 12203753"/>
              <a:gd name="connsiteY119" fmla="*/ 6714353 h 6858000"/>
              <a:gd name="connsiteX120" fmla="*/ 5614131 w 12203753"/>
              <a:gd name="connsiteY120" fmla="*/ 6776882 h 6858000"/>
              <a:gd name="connsiteX121" fmla="*/ 5591504 w 12203753"/>
              <a:gd name="connsiteY121" fmla="*/ 6816082 h 6858000"/>
              <a:gd name="connsiteX122" fmla="*/ 5489521 w 12203753"/>
              <a:gd name="connsiteY122" fmla="*/ 6764389 h 6858000"/>
              <a:gd name="connsiteX123" fmla="*/ 5393787 w 12203753"/>
              <a:gd name="connsiteY123" fmla="*/ 6701859 h 6858000"/>
              <a:gd name="connsiteX124" fmla="*/ 4625259 w 12203753"/>
              <a:gd name="connsiteY124" fmla="*/ 6662746 h 6858000"/>
              <a:gd name="connsiteX125" fmla="*/ 4633642 w 12203753"/>
              <a:gd name="connsiteY125" fmla="*/ 6666452 h 6858000"/>
              <a:gd name="connsiteX126" fmla="*/ 4727254 w 12203753"/>
              <a:gd name="connsiteY126" fmla="*/ 6714353 h 6858000"/>
              <a:gd name="connsiteX127" fmla="*/ 4822988 w 12203753"/>
              <a:gd name="connsiteY127" fmla="*/ 6776882 h 6858000"/>
              <a:gd name="connsiteX128" fmla="*/ 4800366 w 12203753"/>
              <a:gd name="connsiteY128" fmla="*/ 6816082 h 6858000"/>
              <a:gd name="connsiteX129" fmla="*/ 4698380 w 12203753"/>
              <a:gd name="connsiteY129" fmla="*/ 6764389 h 6858000"/>
              <a:gd name="connsiteX130" fmla="*/ 4602649 w 12203753"/>
              <a:gd name="connsiteY130" fmla="*/ 6701859 h 6858000"/>
              <a:gd name="connsiteX131" fmla="*/ 3834266 w 12203753"/>
              <a:gd name="connsiteY131" fmla="*/ 6662746 h 6858000"/>
              <a:gd name="connsiteX132" fmla="*/ 3842651 w 12203753"/>
              <a:gd name="connsiteY132" fmla="*/ 6666452 h 6858000"/>
              <a:gd name="connsiteX133" fmla="*/ 3936263 w 12203753"/>
              <a:gd name="connsiteY133" fmla="*/ 6714353 h 6858000"/>
              <a:gd name="connsiteX134" fmla="*/ 4031992 w 12203753"/>
              <a:gd name="connsiteY134" fmla="*/ 6776882 h 6858000"/>
              <a:gd name="connsiteX135" fmla="*/ 4009366 w 12203753"/>
              <a:gd name="connsiteY135" fmla="*/ 6816082 h 6858000"/>
              <a:gd name="connsiteX136" fmla="*/ 3907391 w 12203753"/>
              <a:gd name="connsiteY136" fmla="*/ 6764389 h 6858000"/>
              <a:gd name="connsiteX137" fmla="*/ 3811651 w 12203753"/>
              <a:gd name="connsiteY137" fmla="*/ 6701859 h 6858000"/>
              <a:gd name="connsiteX138" fmla="*/ 3043144 w 12203753"/>
              <a:gd name="connsiteY138" fmla="*/ 6662746 h 6858000"/>
              <a:gd name="connsiteX139" fmla="*/ 3051523 w 12203753"/>
              <a:gd name="connsiteY139" fmla="*/ 6666452 h 6858000"/>
              <a:gd name="connsiteX140" fmla="*/ 3145144 w 12203753"/>
              <a:gd name="connsiteY140" fmla="*/ 6714353 h 6858000"/>
              <a:gd name="connsiteX141" fmla="*/ 3240871 w 12203753"/>
              <a:gd name="connsiteY141" fmla="*/ 6776882 h 6858000"/>
              <a:gd name="connsiteX142" fmla="*/ 3218243 w 12203753"/>
              <a:gd name="connsiteY142" fmla="*/ 6816082 h 6858000"/>
              <a:gd name="connsiteX143" fmla="*/ 3116268 w 12203753"/>
              <a:gd name="connsiteY143" fmla="*/ 6764389 h 6858000"/>
              <a:gd name="connsiteX144" fmla="*/ 3020525 w 12203753"/>
              <a:gd name="connsiteY144" fmla="*/ 6701859 h 6858000"/>
              <a:gd name="connsiteX145" fmla="*/ 2252000 w 12203753"/>
              <a:gd name="connsiteY145" fmla="*/ 6662746 h 6858000"/>
              <a:gd name="connsiteX146" fmla="*/ 2260383 w 12203753"/>
              <a:gd name="connsiteY146" fmla="*/ 6666452 h 6858000"/>
              <a:gd name="connsiteX147" fmla="*/ 2353993 w 12203753"/>
              <a:gd name="connsiteY147" fmla="*/ 6714353 h 6858000"/>
              <a:gd name="connsiteX148" fmla="*/ 2449735 w 12203753"/>
              <a:gd name="connsiteY148" fmla="*/ 6776882 h 6858000"/>
              <a:gd name="connsiteX149" fmla="*/ 2427108 w 12203753"/>
              <a:gd name="connsiteY149" fmla="*/ 6816082 h 6858000"/>
              <a:gd name="connsiteX150" fmla="*/ 2325122 w 12203753"/>
              <a:gd name="connsiteY150" fmla="*/ 6764389 h 6858000"/>
              <a:gd name="connsiteX151" fmla="*/ 2229387 w 12203753"/>
              <a:gd name="connsiteY151" fmla="*/ 6701859 h 6858000"/>
              <a:gd name="connsiteX152" fmla="*/ 1460873 w 12203753"/>
              <a:gd name="connsiteY152" fmla="*/ 6662746 h 6858000"/>
              <a:gd name="connsiteX153" fmla="*/ 1469257 w 12203753"/>
              <a:gd name="connsiteY153" fmla="*/ 6666452 h 6858000"/>
              <a:gd name="connsiteX154" fmla="*/ 1562870 w 12203753"/>
              <a:gd name="connsiteY154" fmla="*/ 6714353 h 6858000"/>
              <a:gd name="connsiteX155" fmla="*/ 1658607 w 12203753"/>
              <a:gd name="connsiteY155" fmla="*/ 6776882 h 6858000"/>
              <a:gd name="connsiteX156" fmla="*/ 1635980 w 12203753"/>
              <a:gd name="connsiteY156" fmla="*/ 6816082 h 6858000"/>
              <a:gd name="connsiteX157" fmla="*/ 1533999 w 12203753"/>
              <a:gd name="connsiteY157" fmla="*/ 6764389 h 6858000"/>
              <a:gd name="connsiteX158" fmla="*/ 1438259 w 12203753"/>
              <a:gd name="connsiteY158" fmla="*/ 6701859 h 6858000"/>
              <a:gd name="connsiteX159" fmla="*/ 669795 w 12203753"/>
              <a:gd name="connsiteY159" fmla="*/ 6662746 h 6858000"/>
              <a:gd name="connsiteX160" fmla="*/ 678178 w 12203753"/>
              <a:gd name="connsiteY160" fmla="*/ 6666452 h 6858000"/>
              <a:gd name="connsiteX161" fmla="*/ 771792 w 12203753"/>
              <a:gd name="connsiteY161" fmla="*/ 6714353 h 6858000"/>
              <a:gd name="connsiteX162" fmla="*/ 867526 w 12203753"/>
              <a:gd name="connsiteY162" fmla="*/ 6776882 h 6858000"/>
              <a:gd name="connsiteX163" fmla="*/ 844900 w 12203753"/>
              <a:gd name="connsiteY163" fmla="*/ 6816082 h 6858000"/>
              <a:gd name="connsiteX164" fmla="*/ 742918 w 12203753"/>
              <a:gd name="connsiteY164" fmla="*/ 6764389 h 6858000"/>
              <a:gd name="connsiteX165" fmla="*/ 647181 w 12203753"/>
              <a:gd name="connsiteY165" fmla="*/ 6701859 h 6858000"/>
              <a:gd name="connsiteX166" fmla="*/ 11745343 w 12203753"/>
              <a:gd name="connsiteY166" fmla="*/ 6662723 h 6858000"/>
              <a:gd name="connsiteX167" fmla="*/ 11847390 w 12203753"/>
              <a:gd name="connsiteY167" fmla="*/ 6714353 h 6858000"/>
              <a:gd name="connsiteX168" fmla="*/ 11943128 w 12203753"/>
              <a:gd name="connsiteY168" fmla="*/ 6776882 h 6858000"/>
              <a:gd name="connsiteX169" fmla="*/ 11920501 w 12203753"/>
              <a:gd name="connsiteY169" fmla="*/ 6816082 h 6858000"/>
              <a:gd name="connsiteX170" fmla="*/ 11818516 w 12203753"/>
              <a:gd name="connsiteY170" fmla="*/ 6764389 h 6858000"/>
              <a:gd name="connsiteX171" fmla="*/ 11722715 w 12203753"/>
              <a:gd name="connsiteY171" fmla="*/ 6701859 h 6858000"/>
              <a:gd name="connsiteX172" fmla="*/ 11524930 w 12203753"/>
              <a:gd name="connsiteY172" fmla="*/ 6662723 h 6858000"/>
              <a:gd name="connsiteX173" fmla="*/ 11547558 w 12203753"/>
              <a:gd name="connsiteY173" fmla="*/ 6701859 h 6858000"/>
              <a:gd name="connsiteX174" fmla="*/ 11451820 w 12203753"/>
              <a:gd name="connsiteY174" fmla="*/ 6764389 h 6858000"/>
              <a:gd name="connsiteX175" fmla="*/ 11349836 w 12203753"/>
              <a:gd name="connsiteY175" fmla="*/ 6816082 h 6858000"/>
              <a:gd name="connsiteX176" fmla="*/ 11327208 w 12203753"/>
              <a:gd name="connsiteY176" fmla="*/ 6776882 h 6858000"/>
              <a:gd name="connsiteX177" fmla="*/ 11422946 w 12203753"/>
              <a:gd name="connsiteY177" fmla="*/ 6714353 h 6858000"/>
              <a:gd name="connsiteX178" fmla="*/ 11524930 w 12203753"/>
              <a:gd name="connsiteY178" fmla="*/ 6662723 h 6858000"/>
              <a:gd name="connsiteX179" fmla="*/ 10954265 w 12203753"/>
              <a:gd name="connsiteY179" fmla="*/ 6662723 h 6858000"/>
              <a:gd name="connsiteX180" fmla="*/ 11056249 w 12203753"/>
              <a:gd name="connsiteY180" fmla="*/ 6714353 h 6858000"/>
              <a:gd name="connsiteX181" fmla="*/ 11151987 w 12203753"/>
              <a:gd name="connsiteY181" fmla="*/ 6776882 h 6858000"/>
              <a:gd name="connsiteX182" fmla="*/ 11129360 w 12203753"/>
              <a:gd name="connsiteY182" fmla="*/ 6816082 h 6858000"/>
              <a:gd name="connsiteX183" fmla="*/ 11027376 w 12203753"/>
              <a:gd name="connsiteY183" fmla="*/ 6764389 h 6858000"/>
              <a:gd name="connsiteX184" fmla="*/ 10931638 w 12203753"/>
              <a:gd name="connsiteY184" fmla="*/ 6701859 h 6858000"/>
              <a:gd name="connsiteX185" fmla="*/ 10733788 w 12203753"/>
              <a:gd name="connsiteY185" fmla="*/ 6662723 h 6858000"/>
              <a:gd name="connsiteX186" fmla="*/ 10756416 w 12203753"/>
              <a:gd name="connsiteY186" fmla="*/ 6701859 h 6858000"/>
              <a:gd name="connsiteX187" fmla="*/ 10660678 w 12203753"/>
              <a:gd name="connsiteY187" fmla="*/ 6764389 h 6858000"/>
              <a:gd name="connsiteX188" fmla="*/ 10558694 w 12203753"/>
              <a:gd name="connsiteY188" fmla="*/ 6816082 h 6858000"/>
              <a:gd name="connsiteX189" fmla="*/ 10536066 w 12203753"/>
              <a:gd name="connsiteY189" fmla="*/ 6776882 h 6858000"/>
              <a:gd name="connsiteX190" fmla="*/ 10631804 w 12203753"/>
              <a:gd name="connsiteY190" fmla="*/ 6714353 h 6858000"/>
              <a:gd name="connsiteX191" fmla="*/ 10733788 w 12203753"/>
              <a:gd name="connsiteY191" fmla="*/ 6662723 h 6858000"/>
              <a:gd name="connsiteX192" fmla="*/ 10163123 w 12203753"/>
              <a:gd name="connsiteY192" fmla="*/ 6662723 h 6858000"/>
              <a:gd name="connsiteX193" fmla="*/ 10265107 w 12203753"/>
              <a:gd name="connsiteY193" fmla="*/ 6714353 h 6858000"/>
              <a:gd name="connsiteX194" fmla="*/ 10360845 w 12203753"/>
              <a:gd name="connsiteY194" fmla="*/ 6776882 h 6858000"/>
              <a:gd name="connsiteX195" fmla="*/ 10338218 w 12203753"/>
              <a:gd name="connsiteY195" fmla="*/ 6816082 h 6858000"/>
              <a:gd name="connsiteX196" fmla="*/ 10236234 w 12203753"/>
              <a:gd name="connsiteY196" fmla="*/ 6764389 h 6858000"/>
              <a:gd name="connsiteX197" fmla="*/ 10140496 w 12203753"/>
              <a:gd name="connsiteY197" fmla="*/ 6701859 h 6858000"/>
              <a:gd name="connsiteX198" fmla="*/ 9942711 w 12203753"/>
              <a:gd name="connsiteY198" fmla="*/ 6662723 h 6858000"/>
              <a:gd name="connsiteX199" fmla="*/ 9965339 w 12203753"/>
              <a:gd name="connsiteY199" fmla="*/ 6701859 h 6858000"/>
              <a:gd name="connsiteX200" fmla="*/ 9869601 w 12203753"/>
              <a:gd name="connsiteY200" fmla="*/ 6764389 h 6858000"/>
              <a:gd name="connsiteX201" fmla="*/ 9767553 w 12203753"/>
              <a:gd name="connsiteY201" fmla="*/ 6816082 h 6858000"/>
              <a:gd name="connsiteX202" fmla="*/ 9744925 w 12203753"/>
              <a:gd name="connsiteY202" fmla="*/ 6776882 h 6858000"/>
              <a:gd name="connsiteX203" fmla="*/ 9840663 w 12203753"/>
              <a:gd name="connsiteY203" fmla="*/ 6714353 h 6858000"/>
              <a:gd name="connsiteX204" fmla="*/ 9942711 w 12203753"/>
              <a:gd name="connsiteY204" fmla="*/ 6662723 h 6858000"/>
              <a:gd name="connsiteX205" fmla="*/ 9371982 w 12203753"/>
              <a:gd name="connsiteY205" fmla="*/ 6662723 h 6858000"/>
              <a:gd name="connsiteX206" fmla="*/ 9474030 w 12203753"/>
              <a:gd name="connsiteY206" fmla="*/ 6714353 h 6858000"/>
              <a:gd name="connsiteX207" fmla="*/ 9569768 w 12203753"/>
              <a:gd name="connsiteY207" fmla="*/ 6776882 h 6858000"/>
              <a:gd name="connsiteX208" fmla="*/ 9547140 w 12203753"/>
              <a:gd name="connsiteY208" fmla="*/ 6816082 h 6858000"/>
              <a:gd name="connsiteX209" fmla="*/ 9445093 w 12203753"/>
              <a:gd name="connsiteY209" fmla="*/ 6764389 h 6858000"/>
              <a:gd name="connsiteX210" fmla="*/ 9349355 w 12203753"/>
              <a:gd name="connsiteY210" fmla="*/ 6701859 h 6858000"/>
              <a:gd name="connsiteX211" fmla="*/ 9151570 w 12203753"/>
              <a:gd name="connsiteY211" fmla="*/ 6662723 h 6858000"/>
              <a:gd name="connsiteX212" fmla="*/ 9174198 w 12203753"/>
              <a:gd name="connsiteY212" fmla="*/ 6701859 h 6858000"/>
              <a:gd name="connsiteX213" fmla="*/ 9078460 w 12203753"/>
              <a:gd name="connsiteY213" fmla="*/ 6764389 h 6858000"/>
              <a:gd name="connsiteX214" fmla="*/ 8976412 w 12203753"/>
              <a:gd name="connsiteY214" fmla="*/ 6816082 h 6858000"/>
              <a:gd name="connsiteX215" fmla="*/ 8953784 w 12203753"/>
              <a:gd name="connsiteY215" fmla="*/ 6776882 h 6858000"/>
              <a:gd name="connsiteX216" fmla="*/ 9049585 w 12203753"/>
              <a:gd name="connsiteY216" fmla="*/ 6714353 h 6858000"/>
              <a:gd name="connsiteX217" fmla="*/ 9151570 w 12203753"/>
              <a:gd name="connsiteY217" fmla="*/ 6662723 h 6858000"/>
              <a:gd name="connsiteX218" fmla="*/ 8580840 w 12203753"/>
              <a:gd name="connsiteY218" fmla="*/ 6662723 h 6858000"/>
              <a:gd name="connsiteX219" fmla="*/ 8682888 w 12203753"/>
              <a:gd name="connsiteY219" fmla="*/ 6714353 h 6858000"/>
              <a:gd name="connsiteX220" fmla="*/ 8778626 w 12203753"/>
              <a:gd name="connsiteY220" fmla="*/ 6776882 h 6858000"/>
              <a:gd name="connsiteX221" fmla="*/ 8755998 w 12203753"/>
              <a:gd name="connsiteY221" fmla="*/ 6816082 h 6858000"/>
              <a:gd name="connsiteX222" fmla="*/ 8654014 w 12203753"/>
              <a:gd name="connsiteY222" fmla="*/ 6764389 h 6858000"/>
              <a:gd name="connsiteX223" fmla="*/ 8558213 w 12203753"/>
              <a:gd name="connsiteY223" fmla="*/ 6701859 h 6858000"/>
              <a:gd name="connsiteX224" fmla="*/ 8360428 w 12203753"/>
              <a:gd name="connsiteY224" fmla="*/ 6662723 h 6858000"/>
              <a:gd name="connsiteX225" fmla="*/ 8383056 w 12203753"/>
              <a:gd name="connsiteY225" fmla="*/ 6701859 h 6858000"/>
              <a:gd name="connsiteX226" fmla="*/ 8287318 w 12203753"/>
              <a:gd name="connsiteY226" fmla="*/ 6764389 h 6858000"/>
              <a:gd name="connsiteX227" fmla="*/ 8185270 w 12203753"/>
              <a:gd name="connsiteY227" fmla="*/ 6816082 h 6858000"/>
              <a:gd name="connsiteX228" fmla="*/ 8162642 w 12203753"/>
              <a:gd name="connsiteY228" fmla="*/ 6776882 h 6858000"/>
              <a:gd name="connsiteX229" fmla="*/ 8258443 w 12203753"/>
              <a:gd name="connsiteY229" fmla="*/ 6714353 h 6858000"/>
              <a:gd name="connsiteX230" fmla="*/ 8360428 w 12203753"/>
              <a:gd name="connsiteY230" fmla="*/ 6662723 h 6858000"/>
              <a:gd name="connsiteX231" fmla="*/ 7789699 w 12203753"/>
              <a:gd name="connsiteY231" fmla="*/ 6662723 h 6858000"/>
              <a:gd name="connsiteX232" fmla="*/ 7891747 w 12203753"/>
              <a:gd name="connsiteY232" fmla="*/ 6714353 h 6858000"/>
              <a:gd name="connsiteX233" fmla="*/ 7987485 w 12203753"/>
              <a:gd name="connsiteY233" fmla="*/ 6776882 h 6858000"/>
              <a:gd name="connsiteX234" fmla="*/ 7964857 w 12203753"/>
              <a:gd name="connsiteY234" fmla="*/ 6816082 h 6858000"/>
              <a:gd name="connsiteX235" fmla="*/ 7862873 w 12203753"/>
              <a:gd name="connsiteY235" fmla="*/ 6764389 h 6858000"/>
              <a:gd name="connsiteX236" fmla="*/ 7767072 w 12203753"/>
              <a:gd name="connsiteY236" fmla="*/ 6701859 h 6858000"/>
              <a:gd name="connsiteX237" fmla="*/ 7569286 w 12203753"/>
              <a:gd name="connsiteY237" fmla="*/ 6662723 h 6858000"/>
              <a:gd name="connsiteX238" fmla="*/ 7591913 w 12203753"/>
              <a:gd name="connsiteY238" fmla="*/ 6701859 h 6858000"/>
              <a:gd name="connsiteX239" fmla="*/ 7496176 w 12203753"/>
              <a:gd name="connsiteY239" fmla="*/ 6764389 h 6858000"/>
              <a:gd name="connsiteX240" fmla="*/ 7394192 w 12203753"/>
              <a:gd name="connsiteY240" fmla="*/ 6816082 h 6858000"/>
              <a:gd name="connsiteX241" fmla="*/ 7371564 w 12203753"/>
              <a:gd name="connsiteY241" fmla="*/ 6776882 h 6858000"/>
              <a:gd name="connsiteX242" fmla="*/ 7467302 w 12203753"/>
              <a:gd name="connsiteY242" fmla="*/ 6714353 h 6858000"/>
              <a:gd name="connsiteX243" fmla="*/ 7569286 w 12203753"/>
              <a:gd name="connsiteY243" fmla="*/ 6662723 h 6858000"/>
              <a:gd name="connsiteX244" fmla="*/ 6998621 w 12203753"/>
              <a:gd name="connsiteY244" fmla="*/ 6662723 h 6858000"/>
              <a:gd name="connsiteX245" fmla="*/ 7100606 w 12203753"/>
              <a:gd name="connsiteY245" fmla="*/ 6714353 h 6858000"/>
              <a:gd name="connsiteX246" fmla="*/ 7196344 w 12203753"/>
              <a:gd name="connsiteY246" fmla="*/ 6776882 h 6858000"/>
              <a:gd name="connsiteX247" fmla="*/ 7173716 w 12203753"/>
              <a:gd name="connsiteY247" fmla="*/ 6816082 h 6858000"/>
              <a:gd name="connsiteX248" fmla="*/ 7071731 w 12203753"/>
              <a:gd name="connsiteY248" fmla="*/ 6764389 h 6858000"/>
              <a:gd name="connsiteX249" fmla="*/ 6975995 w 12203753"/>
              <a:gd name="connsiteY249" fmla="*/ 6701859 h 6858000"/>
              <a:gd name="connsiteX250" fmla="*/ 6778210 w 12203753"/>
              <a:gd name="connsiteY250" fmla="*/ 6662723 h 6858000"/>
              <a:gd name="connsiteX251" fmla="*/ 6800837 w 12203753"/>
              <a:gd name="connsiteY251" fmla="*/ 6701859 h 6858000"/>
              <a:gd name="connsiteX252" fmla="*/ 6705100 w 12203753"/>
              <a:gd name="connsiteY252" fmla="*/ 6764389 h 6858000"/>
              <a:gd name="connsiteX253" fmla="*/ 6603052 w 12203753"/>
              <a:gd name="connsiteY253" fmla="*/ 6816082 h 6858000"/>
              <a:gd name="connsiteX254" fmla="*/ 6580424 w 12203753"/>
              <a:gd name="connsiteY254" fmla="*/ 6776882 h 6858000"/>
              <a:gd name="connsiteX255" fmla="*/ 6676161 w 12203753"/>
              <a:gd name="connsiteY255" fmla="*/ 6714353 h 6858000"/>
              <a:gd name="connsiteX256" fmla="*/ 6778210 w 12203753"/>
              <a:gd name="connsiteY256" fmla="*/ 6662723 h 6858000"/>
              <a:gd name="connsiteX257" fmla="*/ 6207480 w 12203753"/>
              <a:gd name="connsiteY257" fmla="*/ 6662723 h 6858000"/>
              <a:gd name="connsiteX258" fmla="*/ 6309528 w 12203753"/>
              <a:gd name="connsiteY258" fmla="*/ 6714353 h 6858000"/>
              <a:gd name="connsiteX259" fmla="*/ 6405266 w 12203753"/>
              <a:gd name="connsiteY259" fmla="*/ 6776882 h 6858000"/>
              <a:gd name="connsiteX260" fmla="*/ 6382638 w 12203753"/>
              <a:gd name="connsiteY260" fmla="*/ 6816082 h 6858000"/>
              <a:gd name="connsiteX261" fmla="*/ 6280590 w 12203753"/>
              <a:gd name="connsiteY261" fmla="*/ 6764389 h 6858000"/>
              <a:gd name="connsiteX262" fmla="*/ 6184852 w 12203753"/>
              <a:gd name="connsiteY262" fmla="*/ 6701859 h 6858000"/>
              <a:gd name="connsiteX263" fmla="*/ 5987007 w 12203753"/>
              <a:gd name="connsiteY263" fmla="*/ 6662723 h 6858000"/>
              <a:gd name="connsiteX264" fmla="*/ 6009633 w 12203753"/>
              <a:gd name="connsiteY264" fmla="*/ 6701859 h 6858000"/>
              <a:gd name="connsiteX265" fmla="*/ 5913898 w 12203753"/>
              <a:gd name="connsiteY265" fmla="*/ 6764389 h 6858000"/>
              <a:gd name="connsiteX266" fmla="*/ 5811850 w 12203753"/>
              <a:gd name="connsiteY266" fmla="*/ 6816082 h 6858000"/>
              <a:gd name="connsiteX267" fmla="*/ 5789224 w 12203753"/>
              <a:gd name="connsiteY267" fmla="*/ 6776882 h 6858000"/>
              <a:gd name="connsiteX268" fmla="*/ 5789287 w 12203753"/>
              <a:gd name="connsiteY268" fmla="*/ 6776882 h 6858000"/>
              <a:gd name="connsiteX269" fmla="*/ 5885024 w 12203753"/>
              <a:gd name="connsiteY269" fmla="*/ 6714353 h 6858000"/>
              <a:gd name="connsiteX270" fmla="*/ 5987007 w 12203753"/>
              <a:gd name="connsiteY270" fmla="*/ 6662723 h 6858000"/>
              <a:gd name="connsiteX271" fmla="*/ 5416352 w 12203753"/>
              <a:gd name="connsiteY271" fmla="*/ 6662723 h 6858000"/>
              <a:gd name="connsiteX272" fmla="*/ 5416414 w 12203753"/>
              <a:gd name="connsiteY272" fmla="*/ 6662723 h 6858000"/>
              <a:gd name="connsiteX273" fmla="*/ 5416402 w 12203753"/>
              <a:gd name="connsiteY273" fmla="*/ 6662746 h 6858000"/>
              <a:gd name="connsiteX274" fmla="*/ 5195941 w 12203753"/>
              <a:gd name="connsiteY274" fmla="*/ 6662723 h 6858000"/>
              <a:gd name="connsiteX275" fmla="*/ 5218566 w 12203753"/>
              <a:gd name="connsiteY275" fmla="*/ 6701859 h 6858000"/>
              <a:gd name="connsiteX276" fmla="*/ 5122827 w 12203753"/>
              <a:gd name="connsiteY276" fmla="*/ 6764389 h 6858000"/>
              <a:gd name="connsiteX277" fmla="*/ 5020783 w 12203753"/>
              <a:gd name="connsiteY277" fmla="*/ 6816082 h 6858000"/>
              <a:gd name="connsiteX278" fmla="*/ 4998155 w 12203753"/>
              <a:gd name="connsiteY278" fmla="*/ 6776882 h 6858000"/>
              <a:gd name="connsiteX279" fmla="*/ 4998215 w 12203753"/>
              <a:gd name="connsiteY279" fmla="*/ 6776882 h 6858000"/>
              <a:gd name="connsiteX280" fmla="*/ 5093953 w 12203753"/>
              <a:gd name="connsiteY280" fmla="*/ 6714353 h 6858000"/>
              <a:gd name="connsiteX281" fmla="*/ 5195941 w 12203753"/>
              <a:gd name="connsiteY281" fmla="*/ 6662723 h 6858000"/>
              <a:gd name="connsiteX282" fmla="*/ 4625211 w 12203753"/>
              <a:gd name="connsiteY282" fmla="*/ 6662723 h 6858000"/>
              <a:gd name="connsiteX283" fmla="*/ 4625271 w 12203753"/>
              <a:gd name="connsiteY283" fmla="*/ 6662723 h 6858000"/>
              <a:gd name="connsiteX284" fmla="*/ 4625259 w 12203753"/>
              <a:gd name="connsiteY284" fmla="*/ 6662746 h 6858000"/>
              <a:gd name="connsiteX285" fmla="*/ 4404792 w 12203753"/>
              <a:gd name="connsiteY285" fmla="*/ 6662723 h 6858000"/>
              <a:gd name="connsiteX286" fmla="*/ 4427424 w 12203753"/>
              <a:gd name="connsiteY286" fmla="*/ 6701859 h 6858000"/>
              <a:gd name="connsiteX287" fmla="*/ 4331686 w 12203753"/>
              <a:gd name="connsiteY287" fmla="*/ 6764389 h 6858000"/>
              <a:gd name="connsiteX288" fmla="*/ 4229635 w 12203753"/>
              <a:gd name="connsiteY288" fmla="*/ 6816082 h 6858000"/>
              <a:gd name="connsiteX289" fmla="*/ 4207009 w 12203753"/>
              <a:gd name="connsiteY289" fmla="*/ 6776882 h 6858000"/>
              <a:gd name="connsiteX290" fmla="*/ 4207074 w 12203753"/>
              <a:gd name="connsiteY290" fmla="*/ 6776882 h 6858000"/>
              <a:gd name="connsiteX291" fmla="*/ 4302809 w 12203753"/>
              <a:gd name="connsiteY291" fmla="*/ 6714353 h 6858000"/>
              <a:gd name="connsiteX292" fmla="*/ 4404792 w 12203753"/>
              <a:gd name="connsiteY292" fmla="*/ 6662723 h 6858000"/>
              <a:gd name="connsiteX293" fmla="*/ 3834218 w 12203753"/>
              <a:gd name="connsiteY293" fmla="*/ 6662723 h 6858000"/>
              <a:gd name="connsiteX294" fmla="*/ 3834279 w 12203753"/>
              <a:gd name="connsiteY294" fmla="*/ 6662723 h 6858000"/>
              <a:gd name="connsiteX295" fmla="*/ 3834266 w 12203753"/>
              <a:gd name="connsiteY295" fmla="*/ 6662746 h 6858000"/>
              <a:gd name="connsiteX296" fmla="*/ 3613742 w 12203753"/>
              <a:gd name="connsiteY296" fmla="*/ 6662723 h 6858000"/>
              <a:gd name="connsiteX297" fmla="*/ 3636372 w 12203753"/>
              <a:gd name="connsiteY297" fmla="*/ 6701859 h 6858000"/>
              <a:gd name="connsiteX298" fmla="*/ 3540639 w 12203753"/>
              <a:gd name="connsiteY298" fmla="*/ 6764389 h 6858000"/>
              <a:gd name="connsiteX299" fmla="*/ 3438588 w 12203753"/>
              <a:gd name="connsiteY299" fmla="*/ 6816082 h 6858000"/>
              <a:gd name="connsiteX300" fmla="*/ 3415959 w 12203753"/>
              <a:gd name="connsiteY300" fmla="*/ 6776882 h 6858000"/>
              <a:gd name="connsiteX301" fmla="*/ 3416027 w 12203753"/>
              <a:gd name="connsiteY301" fmla="*/ 6776882 h 6858000"/>
              <a:gd name="connsiteX302" fmla="*/ 3511767 w 12203753"/>
              <a:gd name="connsiteY302" fmla="*/ 6714353 h 6858000"/>
              <a:gd name="connsiteX303" fmla="*/ 3613742 w 12203753"/>
              <a:gd name="connsiteY303" fmla="*/ 6662723 h 6858000"/>
              <a:gd name="connsiteX304" fmla="*/ 3043094 w 12203753"/>
              <a:gd name="connsiteY304" fmla="*/ 6662723 h 6858000"/>
              <a:gd name="connsiteX305" fmla="*/ 3043156 w 12203753"/>
              <a:gd name="connsiteY305" fmla="*/ 6662723 h 6858000"/>
              <a:gd name="connsiteX306" fmla="*/ 3043144 w 12203753"/>
              <a:gd name="connsiteY306" fmla="*/ 6662746 h 6858000"/>
              <a:gd name="connsiteX307" fmla="*/ 2822677 w 12203753"/>
              <a:gd name="connsiteY307" fmla="*/ 6662723 h 6858000"/>
              <a:gd name="connsiteX308" fmla="*/ 2845305 w 12203753"/>
              <a:gd name="connsiteY308" fmla="*/ 6701859 h 6858000"/>
              <a:gd name="connsiteX309" fmla="*/ 2749571 w 12203753"/>
              <a:gd name="connsiteY309" fmla="*/ 6764389 h 6858000"/>
              <a:gd name="connsiteX310" fmla="*/ 2647521 w 12203753"/>
              <a:gd name="connsiteY310" fmla="*/ 6816082 h 6858000"/>
              <a:gd name="connsiteX311" fmla="*/ 2624892 w 12203753"/>
              <a:gd name="connsiteY311" fmla="*/ 6776882 h 6858000"/>
              <a:gd name="connsiteX312" fmla="*/ 2624959 w 12203753"/>
              <a:gd name="connsiteY312" fmla="*/ 6776882 h 6858000"/>
              <a:gd name="connsiteX313" fmla="*/ 2720696 w 12203753"/>
              <a:gd name="connsiteY313" fmla="*/ 6714353 h 6858000"/>
              <a:gd name="connsiteX314" fmla="*/ 2822677 w 12203753"/>
              <a:gd name="connsiteY314" fmla="*/ 6662723 h 6858000"/>
              <a:gd name="connsiteX315" fmla="*/ 2251951 w 12203753"/>
              <a:gd name="connsiteY315" fmla="*/ 6662723 h 6858000"/>
              <a:gd name="connsiteX316" fmla="*/ 2252012 w 12203753"/>
              <a:gd name="connsiteY316" fmla="*/ 6662723 h 6858000"/>
              <a:gd name="connsiteX317" fmla="*/ 2252000 w 12203753"/>
              <a:gd name="connsiteY317" fmla="*/ 6662746 h 6858000"/>
              <a:gd name="connsiteX318" fmla="*/ 2031546 w 12203753"/>
              <a:gd name="connsiteY318" fmla="*/ 6662723 h 6858000"/>
              <a:gd name="connsiteX319" fmla="*/ 2054176 w 12203753"/>
              <a:gd name="connsiteY319" fmla="*/ 6701859 h 6858000"/>
              <a:gd name="connsiteX320" fmla="*/ 1958440 w 12203753"/>
              <a:gd name="connsiteY320" fmla="*/ 6764389 h 6858000"/>
              <a:gd name="connsiteX321" fmla="*/ 1856390 w 12203753"/>
              <a:gd name="connsiteY321" fmla="*/ 6816082 h 6858000"/>
              <a:gd name="connsiteX322" fmla="*/ 1833765 w 12203753"/>
              <a:gd name="connsiteY322" fmla="*/ 6776882 h 6858000"/>
              <a:gd name="connsiteX323" fmla="*/ 1833827 w 12203753"/>
              <a:gd name="connsiteY323" fmla="*/ 6776882 h 6858000"/>
              <a:gd name="connsiteX324" fmla="*/ 1929564 w 12203753"/>
              <a:gd name="connsiteY324" fmla="*/ 6714353 h 6858000"/>
              <a:gd name="connsiteX325" fmla="*/ 2031546 w 12203753"/>
              <a:gd name="connsiteY325" fmla="*/ 6662723 h 6858000"/>
              <a:gd name="connsiteX326" fmla="*/ 1460821 w 12203753"/>
              <a:gd name="connsiteY326" fmla="*/ 6662723 h 6858000"/>
              <a:gd name="connsiteX327" fmla="*/ 1460890 w 12203753"/>
              <a:gd name="connsiteY327" fmla="*/ 6662723 h 6858000"/>
              <a:gd name="connsiteX328" fmla="*/ 1460873 w 12203753"/>
              <a:gd name="connsiteY328" fmla="*/ 6662746 h 6858000"/>
              <a:gd name="connsiteX329" fmla="*/ 1240411 w 12203753"/>
              <a:gd name="connsiteY329" fmla="*/ 6662723 h 6858000"/>
              <a:gd name="connsiteX330" fmla="*/ 1263039 w 12203753"/>
              <a:gd name="connsiteY330" fmla="*/ 6701859 h 6858000"/>
              <a:gd name="connsiteX331" fmla="*/ 1167301 w 12203753"/>
              <a:gd name="connsiteY331" fmla="*/ 6764389 h 6858000"/>
              <a:gd name="connsiteX332" fmla="*/ 1065253 w 12203753"/>
              <a:gd name="connsiteY332" fmla="*/ 6816082 h 6858000"/>
              <a:gd name="connsiteX333" fmla="*/ 1042617 w 12203753"/>
              <a:gd name="connsiteY333" fmla="*/ 6776882 h 6858000"/>
              <a:gd name="connsiteX334" fmla="*/ 1042681 w 12203753"/>
              <a:gd name="connsiteY334" fmla="*/ 6776882 h 6858000"/>
              <a:gd name="connsiteX335" fmla="*/ 1138424 w 12203753"/>
              <a:gd name="connsiteY335" fmla="*/ 6714353 h 6858000"/>
              <a:gd name="connsiteX336" fmla="*/ 1240411 w 12203753"/>
              <a:gd name="connsiteY336" fmla="*/ 6662723 h 6858000"/>
              <a:gd name="connsiteX337" fmla="*/ 669744 w 12203753"/>
              <a:gd name="connsiteY337" fmla="*/ 6662723 h 6858000"/>
              <a:gd name="connsiteX338" fmla="*/ 669808 w 12203753"/>
              <a:gd name="connsiteY338" fmla="*/ 6662723 h 6858000"/>
              <a:gd name="connsiteX339" fmla="*/ 669795 w 12203753"/>
              <a:gd name="connsiteY339" fmla="*/ 6662746 h 6858000"/>
              <a:gd name="connsiteX340" fmla="*/ 449268 w 12203753"/>
              <a:gd name="connsiteY340" fmla="*/ 6662723 h 6858000"/>
              <a:gd name="connsiteX341" fmla="*/ 471896 w 12203753"/>
              <a:gd name="connsiteY341" fmla="*/ 6701859 h 6858000"/>
              <a:gd name="connsiteX342" fmla="*/ 376162 w 12203753"/>
              <a:gd name="connsiteY342" fmla="*/ 6764389 h 6858000"/>
              <a:gd name="connsiteX343" fmla="*/ 274116 w 12203753"/>
              <a:gd name="connsiteY343" fmla="*/ 6816082 h 6858000"/>
              <a:gd name="connsiteX344" fmla="*/ 251487 w 12203753"/>
              <a:gd name="connsiteY344" fmla="*/ 6776882 h 6858000"/>
              <a:gd name="connsiteX345" fmla="*/ 251551 w 12203753"/>
              <a:gd name="connsiteY345" fmla="*/ 6776882 h 6858000"/>
              <a:gd name="connsiteX346" fmla="*/ 347288 w 12203753"/>
              <a:gd name="connsiteY346" fmla="*/ 6714353 h 6858000"/>
              <a:gd name="connsiteX347" fmla="*/ 449268 w 12203753"/>
              <a:gd name="connsiteY347" fmla="*/ 6662723 h 6858000"/>
              <a:gd name="connsiteX348" fmla="*/ 12008079 w 12203753"/>
              <a:gd name="connsiteY348" fmla="*/ 6511023 h 6858000"/>
              <a:gd name="connsiteX349" fmla="*/ 12053335 w 12203753"/>
              <a:gd name="connsiteY349" fmla="*/ 6511023 h 6858000"/>
              <a:gd name="connsiteX350" fmla="*/ 12059645 w 12203753"/>
              <a:gd name="connsiteY350" fmla="*/ 6625181 h 6858000"/>
              <a:gd name="connsiteX351" fmla="*/ 12053335 w 12203753"/>
              <a:gd name="connsiteY351" fmla="*/ 6739403 h 6858000"/>
              <a:gd name="connsiteX352" fmla="*/ 12008079 w 12203753"/>
              <a:gd name="connsiteY352" fmla="*/ 6739403 h 6858000"/>
              <a:gd name="connsiteX353" fmla="*/ 12001833 w 12203753"/>
              <a:gd name="connsiteY353" fmla="*/ 6625181 h 6858000"/>
              <a:gd name="connsiteX354" fmla="*/ 12008079 w 12203753"/>
              <a:gd name="connsiteY354" fmla="*/ 6511023 h 6858000"/>
              <a:gd name="connsiteX355" fmla="*/ 11217002 w 12203753"/>
              <a:gd name="connsiteY355" fmla="*/ 6511023 h 6858000"/>
              <a:gd name="connsiteX356" fmla="*/ 11262194 w 12203753"/>
              <a:gd name="connsiteY356" fmla="*/ 6511023 h 6858000"/>
              <a:gd name="connsiteX357" fmla="*/ 11268504 w 12203753"/>
              <a:gd name="connsiteY357" fmla="*/ 6625181 h 6858000"/>
              <a:gd name="connsiteX358" fmla="*/ 11262194 w 12203753"/>
              <a:gd name="connsiteY358" fmla="*/ 6739403 h 6858000"/>
              <a:gd name="connsiteX359" fmla="*/ 11217002 w 12203753"/>
              <a:gd name="connsiteY359" fmla="*/ 6739403 h 6858000"/>
              <a:gd name="connsiteX360" fmla="*/ 11210692 w 12203753"/>
              <a:gd name="connsiteY360" fmla="*/ 6625181 h 6858000"/>
              <a:gd name="connsiteX361" fmla="*/ 11217002 w 12203753"/>
              <a:gd name="connsiteY361" fmla="*/ 6511023 h 6858000"/>
              <a:gd name="connsiteX362" fmla="*/ 10425860 w 12203753"/>
              <a:gd name="connsiteY362" fmla="*/ 6511023 h 6858000"/>
              <a:gd name="connsiteX363" fmla="*/ 10471052 w 12203753"/>
              <a:gd name="connsiteY363" fmla="*/ 6511023 h 6858000"/>
              <a:gd name="connsiteX364" fmla="*/ 10477362 w 12203753"/>
              <a:gd name="connsiteY364" fmla="*/ 6625181 h 6858000"/>
              <a:gd name="connsiteX365" fmla="*/ 10471052 w 12203753"/>
              <a:gd name="connsiteY365" fmla="*/ 6739403 h 6858000"/>
              <a:gd name="connsiteX366" fmla="*/ 10425860 w 12203753"/>
              <a:gd name="connsiteY366" fmla="*/ 6739403 h 6858000"/>
              <a:gd name="connsiteX367" fmla="*/ 10419550 w 12203753"/>
              <a:gd name="connsiteY367" fmla="*/ 6625181 h 6858000"/>
              <a:gd name="connsiteX368" fmla="*/ 10425860 w 12203753"/>
              <a:gd name="connsiteY368" fmla="*/ 6511023 h 6858000"/>
              <a:gd name="connsiteX369" fmla="*/ 9634719 w 12203753"/>
              <a:gd name="connsiteY369" fmla="*/ 6511023 h 6858000"/>
              <a:gd name="connsiteX370" fmla="*/ 9679974 w 12203753"/>
              <a:gd name="connsiteY370" fmla="*/ 6511023 h 6858000"/>
              <a:gd name="connsiteX371" fmla="*/ 9686221 w 12203753"/>
              <a:gd name="connsiteY371" fmla="*/ 6625181 h 6858000"/>
              <a:gd name="connsiteX372" fmla="*/ 9679974 w 12203753"/>
              <a:gd name="connsiteY372" fmla="*/ 6739403 h 6858000"/>
              <a:gd name="connsiteX373" fmla="*/ 9634719 w 12203753"/>
              <a:gd name="connsiteY373" fmla="*/ 6739403 h 6858000"/>
              <a:gd name="connsiteX374" fmla="*/ 9628408 w 12203753"/>
              <a:gd name="connsiteY374" fmla="*/ 6625181 h 6858000"/>
              <a:gd name="connsiteX375" fmla="*/ 9634719 w 12203753"/>
              <a:gd name="connsiteY375" fmla="*/ 6511023 h 6858000"/>
              <a:gd name="connsiteX376" fmla="*/ 8843577 w 12203753"/>
              <a:gd name="connsiteY376" fmla="*/ 6511023 h 6858000"/>
              <a:gd name="connsiteX377" fmla="*/ 8888832 w 12203753"/>
              <a:gd name="connsiteY377" fmla="*/ 6511023 h 6858000"/>
              <a:gd name="connsiteX378" fmla="*/ 8895079 w 12203753"/>
              <a:gd name="connsiteY378" fmla="*/ 6625181 h 6858000"/>
              <a:gd name="connsiteX379" fmla="*/ 8888832 w 12203753"/>
              <a:gd name="connsiteY379" fmla="*/ 6739403 h 6858000"/>
              <a:gd name="connsiteX380" fmla="*/ 8843577 w 12203753"/>
              <a:gd name="connsiteY380" fmla="*/ 6739403 h 6858000"/>
              <a:gd name="connsiteX381" fmla="*/ 8837330 w 12203753"/>
              <a:gd name="connsiteY381" fmla="*/ 6625181 h 6858000"/>
              <a:gd name="connsiteX382" fmla="*/ 8843577 w 12203753"/>
              <a:gd name="connsiteY382" fmla="*/ 6511023 h 6858000"/>
              <a:gd name="connsiteX383" fmla="*/ 8052435 w 12203753"/>
              <a:gd name="connsiteY383" fmla="*/ 6511023 h 6858000"/>
              <a:gd name="connsiteX384" fmla="*/ 8097691 w 12203753"/>
              <a:gd name="connsiteY384" fmla="*/ 6511023 h 6858000"/>
              <a:gd name="connsiteX385" fmla="*/ 8103938 w 12203753"/>
              <a:gd name="connsiteY385" fmla="*/ 6625181 h 6858000"/>
              <a:gd name="connsiteX386" fmla="*/ 8097691 w 12203753"/>
              <a:gd name="connsiteY386" fmla="*/ 6739403 h 6858000"/>
              <a:gd name="connsiteX387" fmla="*/ 8052435 w 12203753"/>
              <a:gd name="connsiteY387" fmla="*/ 6739403 h 6858000"/>
              <a:gd name="connsiteX388" fmla="*/ 8046189 w 12203753"/>
              <a:gd name="connsiteY388" fmla="*/ 6625181 h 6858000"/>
              <a:gd name="connsiteX389" fmla="*/ 8052435 w 12203753"/>
              <a:gd name="connsiteY389" fmla="*/ 6511023 h 6858000"/>
              <a:gd name="connsiteX390" fmla="*/ 7261293 w 12203753"/>
              <a:gd name="connsiteY390" fmla="*/ 6511023 h 6858000"/>
              <a:gd name="connsiteX391" fmla="*/ 7306549 w 12203753"/>
              <a:gd name="connsiteY391" fmla="*/ 6511023 h 6858000"/>
              <a:gd name="connsiteX392" fmla="*/ 7312860 w 12203753"/>
              <a:gd name="connsiteY392" fmla="*/ 6625181 h 6858000"/>
              <a:gd name="connsiteX393" fmla="*/ 7306549 w 12203753"/>
              <a:gd name="connsiteY393" fmla="*/ 6739403 h 6858000"/>
              <a:gd name="connsiteX394" fmla="*/ 7261293 w 12203753"/>
              <a:gd name="connsiteY394" fmla="*/ 6739403 h 6858000"/>
              <a:gd name="connsiteX395" fmla="*/ 7255047 w 12203753"/>
              <a:gd name="connsiteY395" fmla="*/ 6625181 h 6858000"/>
              <a:gd name="connsiteX396" fmla="*/ 7261293 w 12203753"/>
              <a:gd name="connsiteY396" fmla="*/ 6511023 h 6858000"/>
              <a:gd name="connsiteX397" fmla="*/ 6470217 w 12203753"/>
              <a:gd name="connsiteY397" fmla="*/ 6511023 h 6858000"/>
              <a:gd name="connsiteX398" fmla="*/ 6515408 w 12203753"/>
              <a:gd name="connsiteY398" fmla="*/ 6511023 h 6858000"/>
              <a:gd name="connsiteX399" fmla="*/ 6521719 w 12203753"/>
              <a:gd name="connsiteY399" fmla="*/ 6625181 h 6858000"/>
              <a:gd name="connsiteX400" fmla="*/ 6515408 w 12203753"/>
              <a:gd name="connsiteY400" fmla="*/ 6739403 h 6858000"/>
              <a:gd name="connsiteX401" fmla="*/ 6470217 w 12203753"/>
              <a:gd name="connsiteY401" fmla="*/ 6739403 h 6858000"/>
              <a:gd name="connsiteX402" fmla="*/ 6463906 w 12203753"/>
              <a:gd name="connsiteY402" fmla="*/ 6625181 h 6858000"/>
              <a:gd name="connsiteX403" fmla="*/ 6470217 w 12203753"/>
              <a:gd name="connsiteY403" fmla="*/ 6511023 h 6858000"/>
              <a:gd name="connsiteX404" fmla="*/ 5679084 w 12203753"/>
              <a:gd name="connsiteY404" fmla="*/ 6511023 h 6858000"/>
              <a:gd name="connsiteX405" fmla="*/ 5724338 w 12203753"/>
              <a:gd name="connsiteY405" fmla="*/ 6511023 h 6858000"/>
              <a:gd name="connsiteX406" fmla="*/ 5730645 w 12203753"/>
              <a:gd name="connsiteY406" fmla="*/ 6625181 h 6858000"/>
              <a:gd name="connsiteX407" fmla="*/ 5724338 w 12203753"/>
              <a:gd name="connsiteY407" fmla="*/ 6739403 h 6858000"/>
              <a:gd name="connsiteX408" fmla="*/ 5679084 w 12203753"/>
              <a:gd name="connsiteY408" fmla="*/ 6739403 h 6858000"/>
              <a:gd name="connsiteX409" fmla="*/ 5672835 w 12203753"/>
              <a:gd name="connsiteY409" fmla="*/ 6625181 h 6858000"/>
              <a:gd name="connsiteX410" fmla="*/ 5679084 w 12203753"/>
              <a:gd name="connsiteY410" fmla="*/ 6511023 h 6858000"/>
              <a:gd name="connsiteX411" fmla="*/ 4887944 w 12203753"/>
              <a:gd name="connsiteY411" fmla="*/ 6511023 h 6858000"/>
              <a:gd name="connsiteX412" fmla="*/ 4933198 w 12203753"/>
              <a:gd name="connsiteY412" fmla="*/ 6511023 h 6858000"/>
              <a:gd name="connsiteX413" fmla="*/ 4939507 w 12203753"/>
              <a:gd name="connsiteY413" fmla="*/ 6625181 h 6858000"/>
              <a:gd name="connsiteX414" fmla="*/ 4933198 w 12203753"/>
              <a:gd name="connsiteY414" fmla="*/ 6739403 h 6858000"/>
              <a:gd name="connsiteX415" fmla="*/ 4887944 w 12203753"/>
              <a:gd name="connsiteY415" fmla="*/ 6739403 h 6858000"/>
              <a:gd name="connsiteX416" fmla="*/ 4881632 w 12203753"/>
              <a:gd name="connsiteY416" fmla="*/ 6625181 h 6858000"/>
              <a:gd name="connsiteX417" fmla="*/ 4887944 w 12203753"/>
              <a:gd name="connsiteY417" fmla="*/ 6511023 h 6858000"/>
              <a:gd name="connsiteX418" fmla="*/ 4096880 w 12203753"/>
              <a:gd name="connsiteY418" fmla="*/ 6511023 h 6858000"/>
              <a:gd name="connsiteX419" fmla="*/ 4142136 w 12203753"/>
              <a:gd name="connsiteY419" fmla="*/ 6511023 h 6858000"/>
              <a:gd name="connsiteX420" fmla="*/ 4148446 w 12203753"/>
              <a:gd name="connsiteY420" fmla="*/ 6625181 h 6858000"/>
              <a:gd name="connsiteX421" fmla="*/ 4142136 w 12203753"/>
              <a:gd name="connsiteY421" fmla="*/ 6739403 h 6858000"/>
              <a:gd name="connsiteX422" fmla="*/ 4096880 w 12203753"/>
              <a:gd name="connsiteY422" fmla="*/ 6739403 h 6858000"/>
              <a:gd name="connsiteX423" fmla="*/ 4090633 w 12203753"/>
              <a:gd name="connsiteY423" fmla="*/ 6625181 h 6858000"/>
              <a:gd name="connsiteX424" fmla="*/ 4096880 w 12203753"/>
              <a:gd name="connsiteY424" fmla="*/ 6511023 h 6858000"/>
              <a:gd name="connsiteX425" fmla="*/ 3305820 w 12203753"/>
              <a:gd name="connsiteY425" fmla="*/ 6511023 h 6858000"/>
              <a:gd name="connsiteX426" fmla="*/ 3351078 w 12203753"/>
              <a:gd name="connsiteY426" fmla="*/ 6511023 h 6858000"/>
              <a:gd name="connsiteX427" fmla="*/ 3357385 w 12203753"/>
              <a:gd name="connsiteY427" fmla="*/ 6625181 h 6858000"/>
              <a:gd name="connsiteX428" fmla="*/ 3351078 w 12203753"/>
              <a:gd name="connsiteY428" fmla="*/ 6739403 h 6858000"/>
              <a:gd name="connsiteX429" fmla="*/ 3305820 w 12203753"/>
              <a:gd name="connsiteY429" fmla="*/ 6739403 h 6858000"/>
              <a:gd name="connsiteX430" fmla="*/ 3299575 w 12203753"/>
              <a:gd name="connsiteY430" fmla="*/ 6625181 h 6858000"/>
              <a:gd name="connsiteX431" fmla="*/ 3305820 w 12203753"/>
              <a:gd name="connsiteY431" fmla="*/ 6511023 h 6858000"/>
              <a:gd name="connsiteX432" fmla="*/ 2514689 w 12203753"/>
              <a:gd name="connsiteY432" fmla="*/ 6511023 h 6858000"/>
              <a:gd name="connsiteX433" fmla="*/ 2559944 w 12203753"/>
              <a:gd name="connsiteY433" fmla="*/ 6511023 h 6858000"/>
              <a:gd name="connsiteX434" fmla="*/ 2566255 w 12203753"/>
              <a:gd name="connsiteY434" fmla="*/ 6625181 h 6858000"/>
              <a:gd name="connsiteX435" fmla="*/ 2559944 w 12203753"/>
              <a:gd name="connsiteY435" fmla="*/ 6739403 h 6858000"/>
              <a:gd name="connsiteX436" fmla="*/ 2514689 w 12203753"/>
              <a:gd name="connsiteY436" fmla="*/ 6739403 h 6858000"/>
              <a:gd name="connsiteX437" fmla="*/ 2508380 w 12203753"/>
              <a:gd name="connsiteY437" fmla="*/ 6625181 h 6858000"/>
              <a:gd name="connsiteX438" fmla="*/ 2514689 w 12203753"/>
              <a:gd name="connsiteY438" fmla="*/ 6511023 h 6858000"/>
              <a:gd name="connsiteX439" fmla="*/ 1723556 w 12203753"/>
              <a:gd name="connsiteY439" fmla="*/ 6511023 h 6858000"/>
              <a:gd name="connsiteX440" fmla="*/ 1768814 w 12203753"/>
              <a:gd name="connsiteY440" fmla="*/ 6511023 h 6858000"/>
              <a:gd name="connsiteX441" fmla="*/ 1775124 w 12203753"/>
              <a:gd name="connsiteY441" fmla="*/ 6625181 h 6858000"/>
              <a:gd name="connsiteX442" fmla="*/ 1768814 w 12203753"/>
              <a:gd name="connsiteY442" fmla="*/ 6739403 h 6858000"/>
              <a:gd name="connsiteX443" fmla="*/ 1723556 w 12203753"/>
              <a:gd name="connsiteY443" fmla="*/ 6739403 h 6858000"/>
              <a:gd name="connsiteX444" fmla="*/ 1717310 w 12203753"/>
              <a:gd name="connsiteY444" fmla="*/ 6625181 h 6858000"/>
              <a:gd name="connsiteX445" fmla="*/ 1723556 w 12203753"/>
              <a:gd name="connsiteY445" fmla="*/ 6511023 h 6858000"/>
              <a:gd name="connsiteX446" fmla="*/ 932414 w 12203753"/>
              <a:gd name="connsiteY446" fmla="*/ 6511023 h 6858000"/>
              <a:gd name="connsiteX447" fmla="*/ 977669 w 12203753"/>
              <a:gd name="connsiteY447" fmla="*/ 6511023 h 6858000"/>
              <a:gd name="connsiteX448" fmla="*/ 983979 w 12203753"/>
              <a:gd name="connsiteY448" fmla="*/ 6625181 h 6858000"/>
              <a:gd name="connsiteX449" fmla="*/ 977669 w 12203753"/>
              <a:gd name="connsiteY449" fmla="*/ 6739403 h 6858000"/>
              <a:gd name="connsiteX450" fmla="*/ 932414 w 12203753"/>
              <a:gd name="connsiteY450" fmla="*/ 6739403 h 6858000"/>
              <a:gd name="connsiteX451" fmla="*/ 926104 w 12203753"/>
              <a:gd name="connsiteY451" fmla="*/ 6625181 h 6858000"/>
              <a:gd name="connsiteX452" fmla="*/ 932414 w 12203753"/>
              <a:gd name="connsiteY452" fmla="*/ 6511023 h 6858000"/>
              <a:gd name="connsiteX453" fmla="*/ 141346 w 12203753"/>
              <a:gd name="connsiteY453" fmla="*/ 6511023 h 6858000"/>
              <a:gd name="connsiteX454" fmla="*/ 186600 w 12203753"/>
              <a:gd name="connsiteY454" fmla="*/ 6511023 h 6858000"/>
              <a:gd name="connsiteX455" fmla="*/ 192910 w 12203753"/>
              <a:gd name="connsiteY455" fmla="*/ 6625181 h 6858000"/>
              <a:gd name="connsiteX456" fmla="*/ 186600 w 12203753"/>
              <a:gd name="connsiteY456" fmla="*/ 6739403 h 6858000"/>
              <a:gd name="connsiteX457" fmla="*/ 141346 w 12203753"/>
              <a:gd name="connsiteY457" fmla="*/ 6739403 h 6858000"/>
              <a:gd name="connsiteX458" fmla="*/ 135099 w 12203753"/>
              <a:gd name="connsiteY458" fmla="*/ 6625181 h 6858000"/>
              <a:gd name="connsiteX459" fmla="*/ 141346 w 12203753"/>
              <a:gd name="connsiteY459" fmla="*/ 6511023 h 6858000"/>
              <a:gd name="connsiteX460" fmla="*/ 5811965 w 12203753"/>
              <a:gd name="connsiteY460" fmla="*/ 6434366 h 6858000"/>
              <a:gd name="connsiteX461" fmla="*/ 5820348 w 12203753"/>
              <a:gd name="connsiteY461" fmla="*/ 6438072 h 6858000"/>
              <a:gd name="connsiteX462" fmla="*/ 5913960 w 12203753"/>
              <a:gd name="connsiteY462" fmla="*/ 6485972 h 6858000"/>
              <a:gd name="connsiteX463" fmla="*/ 6009695 w 12203753"/>
              <a:gd name="connsiteY463" fmla="*/ 6548502 h 6858000"/>
              <a:gd name="connsiteX464" fmla="*/ 5987067 w 12203753"/>
              <a:gd name="connsiteY464" fmla="*/ 6587702 h 6858000"/>
              <a:gd name="connsiteX465" fmla="*/ 5885086 w 12203753"/>
              <a:gd name="connsiteY465" fmla="*/ 6536072 h 6858000"/>
              <a:gd name="connsiteX466" fmla="*/ 5789350 w 12203753"/>
              <a:gd name="connsiteY466" fmla="*/ 6473479 h 6858000"/>
              <a:gd name="connsiteX467" fmla="*/ 5020837 w 12203753"/>
              <a:gd name="connsiteY467" fmla="*/ 6434366 h 6858000"/>
              <a:gd name="connsiteX468" fmla="*/ 5029217 w 12203753"/>
              <a:gd name="connsiteY468" fmla="*/ 6438072 h 6858000"/>
              <a:gd name="connsiteX469" fmla="*/ 5122827 w 12203753"/>
              <a:gd name="connsiteY469" fmla="*/ 6485972 h 6858000"/>
              <a:gd name="connsiteX470" fmla="*/ 5218566 w 12203753"/>
              <a:gd name="connsiteY470" fmla="*/ 6548502 h 6858000"/>
              <a:gd name="connsiteX471" fmla="*/ 5195941 w 12203753"/>
              <a:gd name="connsiteY471" fmla="*/ 6587702 h 6858000"/>
              <a:gd name="connsiteX472" fmla="*/ 5093953 w 12203753"/>
              <a:gd name="connsiteY472" fmla="*/ 6536072 h 6858000"/>
              <a:gd name="connsiteX473" fmla="*/ 4998215 w 12203753"/>
              <a:gd name="connsiteY473" fmla="*/ 6473479 h 6858000"/>
              <a:gd name="connsiteX474" fmla="*/ 4229752 w 12203753"/>
              <a:gd name="connsiteY474" fmla="*/ 6434366 h 6858000"/>
              <a:gd name="connsiteX475" fmla="*/ 4238133 w 12203753"/>
              <a:gd name="connsiteY475" fmla="*/ 6438072 h 6858000"/>
              <a:gd name="connsiteX476" fmla="*/ 4331748 w 12203753"/>
              <a:gd name="connsiteY476" fmla="*/ 6485972 h 6858000"/>
              <a:gd name="connsiteX477" fmla="*/ 4427491 w 12203753"/>
              <a:gd name="connsiteY477" fmla="*/ 6548502 h 6858000"/>
              <a:gd name="connsiteX478" fmla="*/ 4404860 w 12203753"/>
              <a:gd name="connsiteY478" fmla="*/ 6587702 h 6858000"/>
              <a:gd name="connsiteX479" fmla="*/ 4302877 w 12203753"/>
              <a:gd name="connsiteY479" fmla="*/ 6536072 h 6858000"/>
              <a:gd name="connsiteX480" fmla="*/ 4207137 w 12203753"/>
              <a:gd name="connsiteY480" fmla="*/ 6473479 h 6858000"/>
              <a:gd name="connsiteX481" fmla="*/ 3438701 w 12203753"/>
              <a:gd name="connsiteY481" fmla="*/ 6434366 h 6858000"/>
              <a:gd name="connsiteX482" fmla="*/ 3447084 w 12203753"/>
              <a:gd name="connsiteY482" fmla="*/ 6438072 h 6858000"/>
              <a:gd name="connsiteX483" fmla="*/ 3540702 w 12203753"/>
              <a:gd name="connsiteY483" fmla="*/ 6485972 h 6858000"/>
              <a:gd name="connsiteX484" fmla="*/ 3636436 w 12203753"/>
              <a:gd name="connsiteY484" fmla="*/ 6548502 h 6858000"/>
              <a:gd name="connsiteX485" fmla="*/ 3613807 w 12203753"/>
              <a:gd name="connsiteY485" fmla="*/ 6587702 h 6858000"/>
              <a:gd name="connsiteX486" fmla="*/ 3511829 w 12203753"/>
              <a:gd name="connsiteY486" fmla="*/ 6536072 h 6858000"/>
              <a:gd name="connsiteX487" fmla="*/ 3416090 w 12203753"/>
              <a:gd name="connsiteY487" fmla="*/ 6473479 h 6858000"/>
              <a:gd name="connsiteX488" fmla="*/ 2647573 w 12203753"/>
              <a:gd name="connsiteY488" fmla="*/ 6434366 h 6858000"/>
              <a:gd name="connsiteX489" fmla="*/ 2655955 w 12203753"/>
              <a:gd name="connsiteY489" fmla="*/ 6438072 h 6858000"/>
              <a:gd name="connsiteX490" fmla="*/ 2749571 w 12203753"/>
              <a:gd name="connsiteY490" fmla="*/ 6485972 h 6858000"/>
              <a:gd name="connsiteX491" fmla="*/ 2845305 w 12203753"/>
              <a:gd name="connsiteY491" fmla="*/ 6548502 h 6858000"/>
              <a:gd name="connsiteX492" fmla="*/ 2822677 w 12203753"/>
              <a:gd name="connsiteY492" fmla="*/ 6587702 h 6858000"/>
              <a:gd name="connsiteX493" fmla="*/ 2720696 w 12203753"/>
              <a:gd name="connsiteY493" fmla="*/ 6536072 h 6858000"/>
              <a:gd name="connsiteX494" fmla="*/ 2624959 w 12203753"/>
              <a:gd name="connsiteY494" fmla="*/ 6473479 h 6858000"/>
              <a:gd name="connsiteX495" fmla="*/ 1856440 w 12203753"/>
              <a:gd name="connsiteY495" fmla="*/ 6434366 h 6858000"/>
              <a:gd name="connsiteX496" fmla="*/ 1864826 w 12203753"/>
              <a:gd name="connsiteY496" fmla="*/ 6438072 h 6858000"/>
              <a:gd name="connsiteX497" fmla="*/ 1958439 w 12203753"/>
              <a:gd name="connsiteY497" fmla="*/ 6485972 h 6858000"/>
              <a:gd name="connsiteX498" fmla="*/ 2054174 w 12203753"/>
              <a:gd name="connsiteY498" fmla="*/ 6548502 h 6858000"/>
              <a:gd name="connsiteX499" fmla="*/ 2031546 w 12203753"/>
              <a:gd name="connsiteY499" fmla="*/ 6587702 h 6858000"/>
              <a:gd name="connsiteX500" fmla="*/ 1929564 w 12203753"/>
              <a:gd name="connsiteY500" fmla="*/ 6536072 h 6858000"/>
              <a:gd name="connsiteX501" fmla="*/ 1833827 w 12203753"/>
              <a:gd name="connsiteY501" fmla="*/ 6473479 h 6858000"/>
              <a:gd name="connsiteX502" fmla="*/ 1065369 w 12203753"/>
              <a:gd name="connsiteY502" fmla="*/ 6434366 h 6858000"/>
              <a:gd name="connsiteX503" fmla="*/ 1073750 w 12203753"/>
              <a:gd name="connsiteY503" fmla="*/ 6438072 h 6858000"/>
              <a:gd name="connsiteX504" fmla="*/ 1167366 w 12203753"/>
              <a:gd name="connsiteY504" fmla="*/ 6485972 h 6858000"/>
              <a:gd name="connsiteX505" fmla="*/ 1263103 w 12203753"/>
              <a:gd name="connsiteY505" fmla="*/ 6548502 h 6858000"/>
              <a:gd name="connsiteX506" fmla="*/ 1240476 w 12203753"/>
              <a:gd name="connsiteY506" fmla="*/ 6587702 h 6858000"/>
              <a:gd name="connsiteX507" fmla="*/ 1138491 w 12203753"/>
              <a:gd name="connsiteY507" fmla="*/ 6536072 h 6858000"/>
              <a:gd name="connsiteX508" fmla="*/ 1042746 w 12203753"/>
              <a:gd name="connsiteY508" fmla="*/ 6473479 h 6858000"/>
              <a:gd name="connsiteX509" fmla="*/ 274229 w 12203753"/>
              <a:gd name="connsiteY509" fmla="*/ 6434366 h 6858000"/>
              <a:gd name="connsiteX510" fmla="*/ 282613 w 12203753"/>
              <a:gd name="connsiteY510" fmla="*/ 6438072 h 6858000"/>
              <a:gd name="connsiteX511" fmla="*/ 376224 w 12203753"/>
              <a:gd name="connsiteY511" fmla="*/ 6485972 h 6858000"/>
              <a:gd name="connsiteX512" fmla="*/ 471959 w 12203753"/>
              <a:gd name="connsiteY512" fmla="*/ 6548502 h 6858000"/>
              <a:gd name="connsiteX513" fmla="*/ 449332 w 12203753"/>
              <a:gd name="connsiteY513" fmla="*/ 6587702 h 6858000"/>
              <a:gd name="connsiteX514" fmla="*/ 347352 w 12203753"/>
              <a:gd name="connsiteY514" fmla="*/ 6536072 h 6858000"/>
              <a:gd name="connsiteX515" fmla="*/ 251614 w 12203753"/>
              <a:gd name="connsiteY515" fmla="*/ 6473479 h 6858000"/>
              <a:gd name="connsiteX516" fmla="*/ 12140914 w 12203753"/>
              <a:gd name="connsiteY516" fmla="*/ 6434343 h 6858000"/>
              <a:gd name="connsiteX517" fmla="*/ 12171908 w 12203753"/>
              <a:gd name="connsiteY517" fmla="*/ 6448589 h 6858000"/>
              <a:gd name="connsiteX518" fmla="*/ 12203753 w 12203753"/>
              <a:gd name="connsiteY518" fmla="*/ 6465343 h 6858000"/>
              <a:gd name="connsiteX519" fmla="*/ 12203753 w 12203753"/>
              <a:gd name="connsiteY519" fmla="*/ 6529551 h 6858000"/>
              <a:gd name="connsiteX520" fmla="*/ 12146156 w 12203753"/>
              <a:gd name="connsiteY520" fmla="*/ 6493207 h 6858000"/>
              <a:gd name="connsiteX521" fmla="*/ 12118286 w 12203753"/>
              <a:gd name="connsiteY521" fmla="*/ 6473479 h 6858000"/>
              <a:gd name="connsiteX522" fmla="*/ 11920501 w 12203753"/>
              <a:gd name="connsiteY522" fmla="*/ 6434343 h 6858000"/>
              <a:gd name="connsiteX523" fmla="*/ 11943128 w 12203753"/>
              <a:gd name="connsiteY523" fmla="*/ 6473479 h 6858000"/>
              <a:gd name="connsiteX524" fmla="*/ 11847390 w 12203753"/>
              <a:gd name="connsiteY524" fmla="*/ 6536008 h 6858000"/>
              <a:gd name="connsiteX525" fmla="*/ 11745343 w 12203753"/>
              <a:gd name="connsiteY525" fmla="*/ 6587702 h 6858000"/>
              <a:gd name="connsiteX526" fmla="*/ 11722715 w 12203753"/>
              <a:gd name="connsiteY526" fmla="*/ 6548502 h 6858000"/>
              <a:gd name="connsiteX527" fmla="*/ 11818516 w 12203753"/>
              <a:gd name="connsiteY527" fmla="*/ 6485972 h 6858000"/>
              <a:gd name="connsiteX528" fmla="*/ 11920501 w 12203753"/>
              <a:gd name="connsiteY528" fmla="*/ 6434343 h 6858000"/>
              <a:gd name="connsiteX529" fmla="*/ 11349836 w 12203753"/>
              <a:gd name="connsiteY529" fmla="*/ 6434343 h 6858000"/>
              <a:gd name="connsiteX530" fmla="*/ 11451820 w 12203753"/>
              <a:gd name="connsiteY530" fmla="*/ 6485972 h 6858000"/>
              <a:gd name="connsiteX531" fmla="*/ 11547558 w 12203753"/>
              <a:gd name="connsiteY531" fmla="*/ 6548502 h 6858000"/>
              <a:gd name="connsiteX532" fmla="*/ 11524930 w 12203753"/>
              <a:gd name="connsiteY532" fmla="*/ 6587702 h 6858000"/>
              <a:gd name="connsiteX533" fmla="*/ 11422946 w 12203753"/>
              <a:gd name="connsiteY533" fmla="*/ 6536072 h 6858000"/>
              <a:gd name="connsiteX534" fmla="*/ 11327208 w 12203753"/>
              <a:gd name="connsiteY534" fmla="*/ 6473479 h 6858000"/>
              <a:gd name="connsiteX535" fmla="*/ 11129360 w 12203753"/>
              <a:gd name="connsiteY535" fmla="*/ 6434343 h 6858000"/>
              <a:gd name="connsiteX536" fmla="*/ 11151987 w 12203753"/>
              <a:gd name="connsiteY536" fmla="*/ 6473479 h 6858000"/>
              <a:gd name="connsiteX537" fmla="*/ 11056249 w 12203753"/>
              <a:gd name="connsiteY537" fmla="*/ 6536008 h 6858000"/>
              <a:gd name="connsiteX538" fmla="*/ 10954265 w 12203753"/>
              <a:gd name="connsiteY538" fmla="*/ 6587702 h 6858000"/>
              <a:gd name="connsiteX539" fmla="*/ 10931638 w 12203753"/>
              <a:gd name="connsiteY539" fmla="*/ 6548502 h 6858000"/>
              <a:gd name="connsiteX540" fmla="*/ 11027376 w 12203753"/>
              <a:gd name="connsiteY540" fmla="*/ 6485972 h 6858000"/>
              <a:gd name="connsiteX541" fmla="*/ 11129360 w 12203753"/>
              <a:gd name="connsiteY541" fmla="*/ 6434343 h 6858000"/>
              <a:gd name="connsiteX542" fmla="*/ 10558694 w 12203753"/>
              <a:gd name="connsiteY542" fmla="*/ 6434343 h 6858000"/>
              <a:gd name="connsiteX543" fmla="*/ 10660678 w 12203753"/>
              <a:gd name="connsiteY543" fmla="*/ 6485972 h 6858000"/>
              <a:gd name="connsiteX544" fmla="*/ 10756416 w 12203753"/>
              <a:gd name="connsiteY544" fmla="*/ 6548502 h 6858000"/>
              <a:gd name="connsiteX545" fmla="*/ 10733788 w 12203753"/>
              <a:gd name="connsiteY545" fmla="*/ 6587702 h 6858000"/>
              <a:gd name="connsiteX546" fmla="*/ 10631804 w 12203753"/>
              <a:gd name="connsiteY546" fmla="*/ 6536072 h 6858000"/>
              <a:gd name="connsiteX547" fmla="*/ 10536066 w 12203753"/>
              <a:gd name="connsiteY547" fmla="*/ 6473479 h 6858000"/>
              <a:gd name="connsiteX548" fmla="*/ 10338218 w 12203753"/>
              <a:gd name="connsiteY548" fmla="*/ 6434343 h 6858000"/>
              <a:gd name="connsiteX549" fmla="*/ 10360845 w 12203753"/>
              <a:gd name="connsiteY549" fmla="*/ 6473479 h 6858000"/>
              <a:gd name="connsiteX550" fmla="*/ 10265107 w 12203753"/>
              <a:gd name="connsiteY550" fmla="*/ 6536008 h 6858000"/>
              <a:gd name="connsiteX551" fmla="*/ 10163123 w 12203753"/>
              <a:gd name="connsiteY551" fmla="*/ 6587702 h 6858000"/>
              <a:gd name="connsiteX552" fmla="*/ 10140496 w 12203753"/>
              <a:gd name="connsiteY552" fmla="*/ 6548502 h 6858000"/>
              <a:gd name="connsiteX553" fmla="*/ 10236234 w 12203753"/>
              <a:gd name="connsiteY553" fmla="*/ 6485972 h 6858000"/>
              <a:gd name="connsiteX554" fmla="*/ 10338218 w 12203753"/>
              <a:gd name="connsiteY554" fmla="*/ 6434343 h 6858000"/>
              <a:gd name="connsiteX555" fmla="*/ 9767553 w 12203753"/>
              <a:gd name="connsiteY555" fmla="*/ 6434343 h 6858000"/>
              <a:gd name="connsiteX556" fmla="*/ 9869601 w 12203753"/>
              <a:gd name="connsiteY556" fmla="*/ 6485972 h 6858000"/>
              <a:gd name="connsiteX557" fmla="*/ 9965339 w 12203753"/>
              <a:gd name="connsiteY557" fmla="*/ 6548502 h 6858000"/>
              <a:gd name="connsiteX558" fmla="*/ 9942711 w 12203753"/>
              <a:gd name="connsiteY558" fmla="*/ 6587702 h 6858000"/>
              <a:gd name="connsiteX559" fmla="*/ 9840663 w 12203753"/>
              <a:gd name="connsiteY559" fmla="*/ 6536072 h 6858000"/>
              <a:gd name="connsiteX560" fmla="*/ 9744925 w 12203753"/>
              <a:gd name="connsiteY560" fmla="*/ 6473479 h 6858000"/>
              <a:gd name="connsiteX561" fmla="*/ 9547140 w 12203753"/>
              <a:gd name="connsiteY561" fmla="*/ 6434343 h 6858000"/>
              <a:gd name="connsiteX562" fmla="*/ 9569768 w 12203753"/>
              <a:gd name="connsiteY562" fmla="*/ 6473479 h 6858000"/>
              <a:gd name="connsiteX563" fmla="*/ 9474030 w 12203753"/>
              <a:gd name="connsiteY563" fmla="*/ 6536008 h 6858000"/>
              <a:gd name="connsiteX564" fmla="*/ 9371982 w 12203753"/>
              <a:gd name="connsiteY564" fmla="*/ 6587702 h 6858000"/>
              <a:gd name="connsiteX565" fmla="*/ 9349355 w 12203753"/>
              <a:gd name="connsiteY565" fmla="*/ 6548502 h 6858000"/>
              <a:gd name="connsiteX566" fmla="*/ 9445093 w 12203753"/>
              <a:gd name="connsiteY566" fmla="*/ 6485972 h 6858000"/>
              <a:gd name="connsiteX567" fmla="*/ 9547140 w 12203753"/>
              <a:gd name="connsiteY567" fmla="*/ 6434343 h 6858000"/>
              <a:gd name="connsiteX568" fmla="*/ 8976412 w 12203753"/>
              <a:gd name="connsiteY568" fmla="*/ 6434343 h 6858000"/>
              <a:gd name="connsiteX569" fmla="*/ 9078460 w 12203753"/>
              <a:gd name="connsiteY569" fmla="*/ 6485972 h 6858000"/>
              <a:gd name="connsiteX570" fmla="*/ 9174198 w 12203753"/>
              <a:gd name="connsiteY570" fmla="*/ 6548502 h 6858000"/>
              <a:gd name="connsiteX571" fmla="*/ 9151570 w 12203753"/>
              <a:gd name="connsiteY571" fmla="*/ 6587702 h 6858000"/>
              <a:gd name="connsiteX572" fmla="*/ 9049585 w 12203753"/>
              <a:gd name="connsiteY572" fmla="*/ 6536072 h 6858000"/>
              <a:gd name="connsiteX573" fmla="*/ 8953784 w 12203753"/>
              <a:gd name="connsiteY573" fmla="*/ 6473479 h 6858000"/>
              <a:gd name="connsiteX574" fmla="*/ 8755998 w 12203753"/>
              <a:gd name="connsiteY574" fmla="*/ 6434343 h 6858000"/>
              <a:gd name="connsiteX575" fmla="*/ 8778626 w 12203753"/>
              <a:gd name="connsiteY575" fmla="*/ 6473479 h 6858000"/>
              <a:gd name="connsiteX576" fmla="*/ 8682888 w 12203753"/>
              <a:gd name="connsiteY576" fmla="*/ 6536008 h 6858000"/>
              <a:gd name="connsiteX577" fmla="*/ 8580840 w 12203753"/>
              <a:gd name="connsiteY577" fmla="*/ 6587702 h 6858000"/>
              <a:gd name="connsiteX578" fmla="*/ 8558213 w 12203753"/>
              <a:gd name="connsiteY578" fmla="*/ 6548502 h 6858000"/>
              <a:gd name="connsiteX579" fmla="*/ 8654014 w 12203753"/>
              <a:gd name="connsiteY579" fmla="*/ 6485972 h 6858000"/>
              <a:gd name="connsiteX580" fmla="*/ 8755998 w 12203753"/>
              <a:gd name="connsiteY580" fmla="*/ 6434343 h 6858000"/>
              <a:gd name="connsiteX581" fmla="*/ 8185270 w 12203753"/>
              <a:gd name="connsiteY581" fmla="*/ 6434343 h 6858000"/>
              <a:gd name="connsiteX582" fmla="*/ 8287318 w 12203753"/>
              <a:gd name="connsiteY582" fmla="*/ 6485972 h 6858000"/>
              <a:gd name="connsiteX583" fmla="*/ 8383056 w 12203753"/>
              <a:gd name="connsiteY583" fmla="*/ 6548502 h 6858000"/>
              <a:gd name="connsiteX584" fmla="*/ 8360428 w 12203753"/>
              <a:gd name="connsiteY584" fmla="*/ 6587702 h 6858000"/>
              <a:gd name="connsiteX585" fmla="*/ 8258443 w 12203753"/>
              <a:gd name="connsiteY585" fmla="*/ 6536072 h 6858000"/>
              <a:gd name="connsiteX586" fmla="*/ 8162642 w 12203753"/>
              <a:gd name="connsiteY586" fmla="*/ 6473479 h 6858000"/>
              <a:gd name="connsiteX587" fmla="*/ 7964857 w 12203753"/>
              <a:gd name="connsiteY587" fmla="*/ 6434343 h 6858000"/>
              <a:gd name="connsiteX588" fmla="*/ 7987485 w 12203753"/>
              <a:gd name="connsiteY588" fmla="*/ 6473479 h 6858000"/>
              <a:gd name="connsiteX589" fmla="*/ 7891747 w 12203753"/>
              <a:gd name="connsiteY589" fmla="*/ 6536008 h 6858000"/>
              <a:gd name="connsiteX590" fmla="*/ 7789699 w 12203753"/>
              <a:gd name="connsiteY590" fmla="*/ 6587702 h 6858000"/>
              <a:gd name="connsiteX591" fmla="*/ 7767072 w 12203753"/>
              <a:gd name="connsiteY591" fmla="*/ 6548502 h 6858000"/>
              <a:gd name="connsiteX592" fmla="*/ 7862873 w 12203753"/>
              <a:gd name="connsiteY592" fmla="*/ 6485972 h 6858000"/>
              <a:gd name="connsiteX593" fmla="*/ 7964857 w 12203753"/>
              <a:gd name="connsiteY593" fmla="*/ 6434343 h 6858000"/>
              <a:gd name="connsiteX594" fmla="*/ 7394192 w 12203753"/>
              <a:gd name="connsiteY594" fmla="*/ 6434343 h 6858000"/>
              <a:gd name="connsiteX595" fmla="*/ 7496176 w 12203753"/>
              <a:gd name="connsiteY595" fmla="*/ 6485972 h 6858000"/>
              <a:gd name="connsiteX596" fmla="*/ 7591913 w 12203753"/>
              <a:gd name="connsiteY596" fmla="*/ 6548502 h 6858000"/>
              <a:gd name="connsiteX597" fmla="*/ 7569286 w 12203753"/>
              <a:gd name="connsiteY597" fmla="*/ 6587702 h 6858000"/>
              <a:gd name="connsiteX598" fmla="*/ 7467302 w 12203753"/>
              <a:gd name="connsiteY598" fmla="*/ 6536072 h 6858000"/>
              <a:gd name="connsiteX599" fmla="*/ 7371564 w 12203753"/>
              <a:gd name="connsiteY599" fmla="*/ 6473479 h 6858000"/>
              <a:gd name="connsiteX600" fmla="*/ 7173716 w 12203753"/>
              <a:gd name="connsiteY600" fmla="*/ 6434343 h 6858000"/>
              <a:gd name="connsiteX601" fmla="*/ 7196344 w 12203753"/>
              <a:gd name="connsiteY601" fmla="*/ 6473479 h 6858000"/>
              <a:gd name="connsiteX602" fmla="*/ 7100606 w 12203753"/>
              <a:gd name="connsiteY602" fmla="*/ 6536008 h 6858000"/>
              <a:gd name="connsiteX603" fmla="*/ 6998621 w 12203753"/>
              <a:gd name="connsiteY603" fmla="*/ 6587702 h 6858000"/>
              <a:gd name="connsiteX604" fmla="*/ 6975995 w 12203753"/>
              <a:gd name="connsiteY604" fmla="*/ 6548502 h 6858000"/>
              <a:gd name="connsiteX605" fmla="*/ 7071731 w 12203753"/>
              <a:gd name="connsiteY605" fmla="*/ 6485972 h 6858000"/>
              <a:gd name="connsiteX606" fmla="*/ 7173716 w 12203753"/>
              <a:gd name="connsiteY606" fmla="*/ 6434343 h 6858000"/>
              <a:gd name="connsiteX607" fmla="*/ 6603052 w 12203753"/>
              <a:gd name="connsiteY607" fmla="*/ 6434343 h 6858000"/>
              <a:gd name="connsiteX608" fmla="*/ 6705100 w 12203753"/>
              <a:gd name="connsiteY608" fmla="*/ 6485972 h 6858000"/>
              <a:gd name="connsiteX609" fmla="*/ 6800837 w 12203753"/>
              <a:gd name="connsiteY609" fmla="*/ 6548502 h 6858000"/>
              <a:gd name="connsiteX610" fmla="*/ 6778210 w 12203753"/>
              <a:gd name="connsiteY610" fmla="*/ 6587702 h 6858000"/>
              <a:gd name="connsiteX611" fmla="*/ 6676161 w 12203753"/>
              <a:gd name="connsiteY611" fmla="*/ 6536072 h 6858000"/>
              <a:gd name="connsiteX612" fmla="*/ 6580424 w 12203753"/>
              <a:gd name="connsiteY612" fmla="*/ 6473479 h 6858000"/>
              <a:gd name="connsiteX613" fmla="*/ 6382638 w 12203753"/>
              <a:gd name="connsiteY613" fmla="*/ 6434343 h 6858000"/>
              <a:gd name="connsiteX614" fmla="*/ 6405266 w 12203753"/>
              <a:gd name="connsiteY614" fmla="*/ 6473479 h 6858000"/>
              <a:gd name="connsiteX615" fmla="*/ 6309528 w 12203753"/>
              <a:gd name="connsiteY615" fmla="*/ 6536008 h 6858000"/>
              <a:gd name="connsiteX616" fmla="*/ 6207480 w 12203753"/>
              <a:gd name="connsiteY616" fmla="*/ 6587702 h 6858000"/>
              <a:gd name="connsiteX617" fmla="*/ 6184852 w 12203753"/>
              <a:gd name="connsiteY617" fmla="*/ 6548502 h 6858000"/>
              <a:gd name="connsiteX618" fmla="*/ 6280590 w 12203753"/>
              <a:gd name="connsiteY618" fmla="*/ 6485972 h 6858000"/>
              <a:gd name="connsiteX619" fmla="*/ 6382638 w 12203753"/>
              <a:gd name="connsiteY619" fmla="*/ 6434343 h 6858000"/>
              <a:gd name="connsiteX620" fmla="*/ 5811914 w 12203753"/>
              <a:gd name="connsiteY620" fmla="*/ 6434343 h 6858000"/>
              <a:gd name="connsiteX621" fmla="*/ 5811979 w 12203753"/>
              <a:gd name="connsiteY621" fmla="*/ 6434343 h 6858000"/>
              <a:gd name="connsiteX622" fmla="*/ 5811965 w 12203753"/>
              <a:gd name="connsiteY622" fmla="*/ 6434366 h 6858000"/>
              <a:gd name="connsiteX623" fmla="*/ 5591444 w 12203753"/>
              <a:gd name="connsiteY623" fmla="*/ 6434343 h 6858000"/>
              <a:gd name="connsiteX624" fmla="*/ 5614067 w 12203753"/>
              <a:gd name="connsiteY624" fmla="*/ 6473479 h 6858000"/>
              <a:gd name="connsiteX625" fmla="*/ 5518332 w 12203753"/>
              <a:gd name="connsiteY625" fmla="*/ 6536008 h 6858000"/>
              <a:gd name="connsiteX626" fmla="*/ 5416289 w 12203753"/>
              <a:gd name="connsiteY626" fmla="*/ 6587702 h 6858000"/>
              <a:gd name="connsiteX627" fmla="*/ 5393662 w 12203753"/>
              <a:gd name="connsiteY627" fmla="*/ 6548502 h 6858000"/>
              <a:gd name="connsiteX628" fmla="*/ 5393724 w 12203753"/>
              <a:gd name="connsiteY628" fmla="*/ 6548502 h 6858000"/>
              <a:gd name="connsiteX629" fmla="*/ 5489459 w 12203753"/>
              <a:gd name="connsiteY629" fmla="*/ 6485972 h 6858000"/>
              <a:gd name="connsiteX630" fmla="*/ 5591444 w 12203753"/>
              <a:gd name="connsiteY630" fmla="*/ 6434343 h 6858000"/>
              <a:gd name="connsiteX631" fmla="*/ 5020783 w 12203753"/>
              <a:gd name="connsiteY631" fmla="*/ 6434343 h 6858000"/>
              <a:gd name="connsiteX632" fmla="*/ 5020848 w 12203753"/>
              <a:gd name="connsiteY632" fmla="*/ 6434343 h 6858000"/>
              <a:gd name="connsiteX633" fmla="*/ 5020837 w 12203753"/>
              <a:gd name="connsiteY633" fmla="*/ 6434366 h 6858000"/>
              <a:gd name="connsiteX634" fmla="*/ 4800366 w 12203753"/>
              <a:gd name="connsiteY634" fmla="*/ 6434343 h 6858000"/>
              <a:gd name="connsiteX635" fmla="*/ 4822988 w 12203753"/>
              <a:gd name="connsiteY635" fmla="*/ 6473479 h 6858000"/>
              <a:gd name="connsiteX636" fmla="*/ 4727254 w 12203753"/>
              <a:gd name="connsiteY636" fmla="*/ 6536008 h 6858000"/>
              <a:gd name="connsiteX637" fmla="*/ 4625211 w 12203753"/>
              <a:gd name="connsiteY637" fmla="*/ 6587702 h 6858000"/>
              <a:gd name="connsiteX638" fmla="*/ 4602581 w 12203753"/>
              <a:gd name="connsiteY638" fmla="*/ 6548502 h 6858000"/>
              <a:gd name="connsiteX639" fmla="*/ 4602649 w 12203753"/>
              <a:gd name="connsiteY639" fmla="*/ 6548502 h 6858000"/>
              <a:gd name="connsiteX640" fmla="*/ 4698380 w 12203753"/>
              <a:gd name="connsiteY640" fmla="*/ 6485972 h 6858000"/>
              <a:gd name="connsiteX641" fmla="*/ 4800366 w 12203753"/>
              <a:gd name="connsiteY641" fmla="*/ 6434343 h 6858000"/>
              <a:gd name="connsiteX642" fmla="*/ 4229702 w 12203753"/>
              <a:gd name="connsiteY642" fmla="*/ 6434343 h 6858000"/>
              <a:gd name="connsiteX643" fmla="*/ 4229764 w 12203753"/>
              <a:gd name="connsiteY643" fmla="*/ 6434343 h 6858000"/>
              <a:gd name="connsiteX644" fmla="*/ 4229752 w 12203753"/>
              <a:gd name="connsiteY644" fmla="*/ 6434366 h 6858000"/>
              <a:gd name="connsiteX645" fmla="*/ 4009303 w 12203753"/>
              <a:gd name="connsiteY645" fmla="*/ 6434343 h 6858000"/>
              <a:gd name="connsiteX646" fmla="*/ 4031930 w 12203753"/>
              <a:gd name="connsiteY646" fmla="*/ 6473479 h 6858000"/>
              <a:gd name="connsiteX647" fmla="*/ 3936200 w 12203753"/>
              <a:gd name="connsiteY647" fmla="*/ 6536008 h 6858000"/>
              <a:gd name="connsiteX648" fmla="*/ 3834153 w 12203753"/>
              <a:gd name="connsiteY648" fmla="*/ 6587702 h 6858000"/>
              <a:gd name="connsiteX649" fmla="*/ 3811524 w 12203753"/>
              <a:gd name="connsiteY649" fmla="*/ 6548502 h 6858000"/>
              <a:gd name="connsiteX650" fmla="*/ 3811587 w 12203753"/>
              <a:gd name="connsiteY650" fmla="*/ 6548502 h 6858000"/>
              <a:gd name="connsiteX651" fmla="*/ 3907323 w 12203753"/>
              <a:gd name="connsiteY651" fmla="*/ 6485972 h 6858000"/>
              <a:gd name="connsiteX652" fmla="*/ 4009303 w 12203753"/>
              <a:gd name="connsiteY652" fmla="*/ 6434343 h 6858000"/>
              <a:gd name="connsiteX653" fmla="*/ 3438650 w 12203753"/>
              <a:gd name="connsiteY653" fmla="*/ 6434343 h 6858000"/>
              <a:gd name="connsiteX654" fmla="*/ 3438713 w 12203753"/>
              <a:gd name="connsiteY654" fmla="*/ 6434343 h 6858000"/>
              <a:gd name="connsiteX655" fmla="*/ 3438701 w 12203753"/>
              <a:gd name="connsiteY655" fmla="*/ 6434366 h 6858000"/>
              <a:gd name="connsiteX656" fmla="*/ 3218179 w 12203753"/>
              <a:gd name="connsiteY656" fmla="*/ 6434343 h 6858000"/>
              <a:gd name="connsiteX657" fmla="*/ 3240807 w 12203753"/>
              <a:gd name="connsiteY657" fmla="*/ 6473479 h 6858000"/>
              <a:gd name="connsiteX658" fmla="*/ 3145079 w 12203753"/>
              <a:gd name="connsiteY658" fmla="*/ 6536008 h 6858000"/>
              <a:gd name="connsiteX659" fmla="*/ 3043026 w 12203753"/>
              <a:gd name="connsiteY659" fmla="*/ 6587702 h 6858000"/>
              <a:gd name="connsiteX660" fmla="*/ 3020398 w 12203753"/>
              <a:gd name="connsiteY660" fmla="*/ 6548502 h 6858000"/>
              <a:gd name="connsiteX661" fmla="*/ 3020464 w 12203753"/>
              <a:gd name="connsiteY661" fmla="*/ 6548502 h 6858000"/>
              <a:gd name="connsiteX662" fmla="*/ 3116202 w 12203753"/>
              <a:gd name="connsiteY662" fmla="*/ 6485972 h 6858000"/>
              <a:gd name="connsiteX663" fmla="*/ 3218179 w 12203753"/>
              <a:gd name="connsiteY663" fmla="*/ 6434343 h 6858000"/>
              <a:gd name="connsiteX664" fmla="*/ 2647521 w 12203753"/>
              <a:gd name="connsiteY664" fmla="*/ 6434343 h 6858000"/>
              <a:gd name="connsiteX665" fmla="*/ 2647585 w 12203753"/>
              <a:gd name="connsiteY665" fmla="*/ 6434343 h 6858000"/>
              <a:gd name="connsiteX666" fmla="*/ 2647573 w 12203753"/>
              <a:gd name="connsiteY666" fmla="*/ 6434366 h 6858000"/>
              <a:gd name="connsiteX667" fmla="*/ 2427105 w 12203753"/>
              <a:gd name="connsiteY667" fmla="*/ 6434343 h 6858000"/>
              <a:gd name="connsiteX668" fmla="*/ 2449735 w 12203753"/>
              <a:gd name="connsiteY668" fmla="*/ 6473479 h 6858000"/>
              <a:gd name="connsiteX669" fmla="*/ 2353993 w 12203753"/>
              <a:gd name="connsiteY669" fmla="*/ 6536008 h 6858000"/>
              <a:gd name="connsiteX670" fmla="*/ 2251951 w 12203753"/>
              <a:gd name="connsiteY670" fmla="*/ 6587702 h 6858000"/>
              <a:gd name="connsiteX671" fmla="*/ 2229324 w 12203753"/>
              <a:gd name="connsiteY671" fmla="*/ 6548502 h 6858000"/>
              <a:gd name="connsiteX672" fmla="*/ 2229387 w 12203753"/>
              <a:gd name="connsiteY672" fmla="*/ 6548502 h 6858000"/>
              <a:gd name="connsiteX673" fmla="*/ 2325122 w 12203753"/>
              <a:gd name="connsiteY673" fmla="*/ 6485972 h 6858000"/>
              <a:gd name="connsiteX674" fmla="*/ 2427105 w 12203753"/>
              <a:gd name="connsiteY674" fmla="*/ 6434343 h 6858000"/>
              <a:gd name="connsiteX675" fmla="*/ 1856390 w 12203753"/>
              <a:gd name="connsiteY675" fmla="*/ 6434343 h 6858000"/>
              <a:gd name="connsiteX676" fmla="*/ 1856455 w 12203753"/>
              <a:gd name="connsiteY676" fmla="*/ 6434343 h 6858000"/>
              <a:gd name="connsiteX677" fmla="*/ 1856440 w 12203753"/>
              <a:gd name="connsiteY677" fmla="*/ 6434366 h 6858000"/>
              <a:gd name="connsiteX678" fmla="*/ 1635980 w 12203753"/>
              <a:gd name="connsiteY678" fmla="*/ 6434343 h 6858000"/>
              <a:gd name="connsiteX679" fmla="*/ 1658607 w 12203753"/>
              <a:gd name="connsiteY679" fmla="*/ 6473479 h 6858000"/>
              <a:gd name="connsiteX680" fmla="*/ 1562870 w 12203753"/>
              <a:gd name="connsiteY680" fmla="*/ 6536008 h 6858000"/>
              <a:gd name="connsiteX681" fmla="*/ 1460821 w 12203753"/>
              <a:gd name="connsiteY681" fmla="*/ 6587702 h 6858000"/>
              <a:gd name="connsiteX682" fmla="*/ 1438196 w 12203753"/>
              <a:gd name="connsiteY682" fmla="*/ 6548502 h 6858000"/>
              <a:gd name="connsiteX683" fmla="*/ 1438259 w 12203753"/>
              <a:gd name="connsiteY683" fmla="*/ 6548502 h 6858000"/>
              <a:gd name="connsiteX684" fmla="*/ 1533997 w 12203753"/>
              <a:gd name="connsiteY684" fmla="*/ 6485972 h 6858000"/>
              <a:gd name="connsiteX685" fmla="*/ 1635980 w 12203753"/>
              <a:gd name="connsiteY685" fmla="*/ 6434343 h 6858000"/>
              <a:gd name="connsiteX686" fmla="*/ 1065317 w 12203753"/>
              <a:gd name="connsiteY686" fmla="*/ 6434343 h 6858000"/>
              <a:gd name="connsiteX687" fmla="*/ 1065382 w 12203753"/>
              <a:gd name="connsiteY687" fmla="*/ 6434343 h 6858000"/>
              <a:gd name="connsiteX688" fmla="*/ 1065369 w 12203753"/>
              <a:gd name="connsiteY688" fmla="*/ 6434366 h 6858000"/>
              <a:gd name="connsiteX689" fmla="*/ 844900 w 12203753"/>
              <a:gd name="connsiteY689" fmla="*/ 6434343 h 6858000"/>
              <a:gd name="connsiteX690" fmla="*/ 867526 w 12203753"/>
              <a:gd name="connsiteY690" fmla="*/ 6473479 h 6858000"/>
              <a:gd name="connsiteX691" fmla="*/ 771791 w 12203753"/>
              <a:gd name="connsiteY691" fmla="*/ 6536008 h 6858000"/>
              <a:gd name="connsiteX692" fmla="*/ 669744 w 12203753"/>
              <a:gd name="connsiteY692" fmla="*/ 6587702 h 6858000"/>
              <a:gd name="connsiteX693" fmla="*/ 647116 w 12203753"/>
              <a:gd name="connsiteY693" fmla="*/ 6548502 h 6858000"/>
              <a:gd name="connsiteX694" fmla="*/ 742854 w 12203753"/>
              <a:gd name="connsiteY694" fmla="*/ 6485972 h 6858000"/>
              <a:gd name="connsiteX695" fmla="*/ 844900 w 12203753"/>
              <a:gd name="connsiteY695" fmla="*/ 6434343 h 6858000"/>
              <a:gd name="connsiteX696" fmla="*/ 274178 w 12203753"/>
              <a:gd name="connsiteY696" fmla="*/ 6434343 h 6858000"/>
              <a:gd name="connsiteX697" fmla="*/ 274242 w 12203753"/>
              <a:gd name="connsiteY697" fmla="*/ 6434343 h 6858000"/>
              <a:gd name="connsiteX698" fmla="*/ 274229 w 12203753"/>
              <a:gd name="connsiteY698" fmla="*/ 6434366 h 6858000"/>
              <a:gd name="connsiteX699" fmla="*/ 53706 w 12203753"/>
              <a:gd name="connsiteY699" fmla="*/ 6434343 h 6858000"/>
              <a:gd name="connsiteX700" fmla="*/ 76333 w 12203753"/>
              <a:gd name="connsiteY700" fmla="*/ 6473479 h 6858000"/>
              <a:gd name="connsiteX701" fmla="*/ 48496 w 12203753"/>
              <a:gd name="connsiteY701" fmla="*/ 6493199 h 6858000"/>
              <a:gd name="connsiteX702" fmla="*/ 0 w 12203753"/>
              <a:gd name="connsiteY702" fmla="*/ 6523775 h 6858000"/>
              <a:gd name="connsiteX703" fmla="*/ 0 w 12203753"/>
              <a:gd name="connsiteY703" fmla="*/ 6460561 h 6858000"/>
              <a:gd name="connsiteX704" fmla="*/ 22745 w 12203753"/>
              <a:gd name="connsiteY704" fmla="*/ 6448589 h 6858000"/>
              <a:gd name="connsiteX705" fmla="*/ 53706 w 12203753"/>
              <a:gd name="connsiteY705" fmla="*/ 6434343 h 6858000"/>
              <a:gd name="connsiteX706" fmla="*/ 11612572 w 12203753"/>
              <a:gd name="connsiteY706" fmla="*/ 6282642 h 6858000"/>
              <a:gd name="connsiteX707" fmla="*/ 11657764 w 12203753"/>
              <a:gd name="connsiteY707" fmla="*/ 6282642 h 6858000"/>
              <a:gd name="connsiteX708" fmla="*/ 11664075 w 12203753"/>
              <a:gd name="connsiteY708" fmla="*/ 6396864 h 6858000"/>
              <a:gd name="connsiteX709" fmla="*/ 11657764 w 12203753"/>
              <a:gd name="connsiteY709" fmla="*/ 6511023 h 6858000"/>
              <a:gd name="connsiteX710" fmla="*/ 11612572 w 12203753"/>
              <a:gd name="connsiteY710" fmla="*/ 6511023 h 6858000"/>
              <a:gd name="connsiteX711" fmla="*/ 11606262 w 12203753"/>
              <a:gd name="connsiteY711" fmla="*/ 6396864 h 6858000"/>
              <a:gd name="connsiteX712" fmla="*/ 11612572 w 12203753"/>
              <a:gd name="connsiteY712" fmla="*/ 6282642 h 6858000"/>
              <a:gd name="connsiteX713" fmla="*/ 10821431 w 12203753"/>
              <a:gd name="connsiteY713" fmla="*/ 6282642 h 6858000"/>
              <a:gd name="connsiteX714" fmla="*/ 10866623 w 12203753"/>
              <a:gd name="connsiteY714" fmla="*/ 6282642 h 6858000"/>
              <a:gd name="connsiteX715" fmla="*/ 10872933 w 12203753"/>
              <a:gd name="connsiteY715" fmla="*/ 6396864 h 6858000"/>
              <a:gd name="connsiteX716" fmla="*/ 10866623 w 12203753"/>
              <a:gd name="connsiteY716" fmla="*/ 6511023 h 6858000"/>
              <a:gd name="connsiteX717" fmla="*/ 10821431 w 12203753"/>
              <a:gd name="connsiteY717" fmla="*/ 6511023 h 6858000"/>
              <a:gd name="connsiteX718" fmla="*/ 10815121 w 12203753"/>
              <a:gd name="connsiteY718" fmla="*/ 6396864 h 6858000"/>
              <a:gd name="connsiteX719" fmla="*/ 10821431 w 12203753"/>
              <a:gd name="connsiteY719" fmla="*/ 6282642 h 6858000"/>
              <a:gd name="connsiteX720" fmla="*/ 10030289 w 12203753"/>
              <a:gd name="connsiteY720" fmla="*/ 6282642 h 6858000"/>
              <a:gd name="connsiteX721" fmla="*/ 10075544 w 12203753"/>
              <a:gd name="connsiteY721" fmla="*/ 6282642 h 6858000"/>
              <a:gd name="connsiteX722" fmla="*/ 10081791 w 12203753"/>
              <a:gd name="connsiteY722" fmla="*/ 6396864 h 6858000"/>
              <a:gd name="connsiteX723" fmla="*/ 10075544 w 12203753"/>
              <a:gd name="connsiteY723" fmla="*/ 6511023 h 6858000"/>
              <a:gd name="connsiteX724" fmla="*/ 10030289 w 12203753"/>
              <a:gd name="connsiteY724" fmla="*/ 6511023 h 6858000"/>
              <a:gd name="connsiteX725" fmla="*/ 10023979 w 12203753"/>
              <a:gd name="connsiteY725" fmla="*/ 6396864 h 6858000"/>
              <a:gd name="connsiteX726" fmla="*/ 10030289 w 12203753"/>
              <a:gd name="connsiteY726" fmla="*/ 6282642 h 6858000"/>
              <a:gd name="connsiteX727" fmla="*/ 9239147 w 12203753"/>
              <a:gd name="connsiteY727" fmla="*/ 6282642 h 6858000"/>
              <a:gd name="connsiteX728" fmla="*/ 9284403 w 12203753"/>
              <a:gd name="connsiteY728" fmla="*/ 6282642 h 6858000"/>
              <a:gd name="connsiteX729" fmla="*/ 9290649 w 12203753"/>
              <a:gd name="connsiteY729" fmla="*/ 6396864 h 6858000"/>
              <a:gd name="connsiteX730" fmla="*/ 9284403 w 12203753"/>
              <a:gd name="connsiteY730" fmla="*/ 6511023 h 6858000"/>
              <a:gd name="connsiteX731" fmla="*/ 9239147 w 12203753"/>
              <a:gd name="connsiteY731" fmla="*/ 6511023 h 6858000"/>
              <a:gd name="connsiteX732" fmla="*/ 9232901 w 12203753"/>
              <a:gd name="connsiteY732" fmla="*/ 6396864 h 6858000"/>
              <a:gd name="connsiteX733" fmla="*/ 9239147 w 12203753"/>
              <a:gd name="connsiteY733" fmla="*/ 6282642 h 6858000"/>
              <a:gd name="connsiteX734" fmla="*/ 8448006 w 12203753"/>
              <a:gd name="connsiteY734" fmla="*/ 6282642 h 6858000"/>
              <a:gd name="connsiteX735" fmla="*/ 8493262 w 12203753"/>
              <a:gd name="connsiteY735" fmla="*/ 6282642 h 6858000"/>
              <a:gd name="connsiteX736" fmla="*/ 8499508 w 12203753"/>
              <a:gd name="connsiteY736" fmla="*/ 6396864 h 6858000"/>
              <a:gd name="connsiteX737" fmla="*/ 8493262 w 12203753"/>
              <a:gd name="connsiteY737" fmla="*/ 6511023 h 6858000"/>
              <a:gd name="connsiteX738" fmla="*/ 8448006 w 12203753"/>
              <a:gd name="connsiteY738" fmla="*/ 6511023 h 6858000"/>
              <a:gd name="connsiteX739" fmla="*/ 8441760 w 12203753"/>
              <a:gd name="connsiteY739" fmla="*/ 6396864 h 6858000"/>
              <a:gd name="connsiteX740" fmla="*/ 8448006 w 12203753"/>
              <a:gd name="connsiteY740" fmla="*/ 6282642 h 6858000"/>
              <a:gd name="connsiteX741" fmla="*/ 7656865 w 12203753"/>
              <a:gd name="connsiteY741" fmla="*/ 6282642 h 6858000"/>
              <a:gd name="connsiteX742" fmla="*/ 7702121 w 12203753"/>
              <a:gd name="connsiteY742" fmla="*/ 6282642 h 6858000"/>
              <a:gd name="connsiteX743" fmla="*/ 7708431 w 12203753"/>
              <a:gd name="connsiteY743" fmla="*/ 6396864 h 6858000"/>
              <a:gd name="connsiteX744" fmla="*/ 7702121 w 12203753"/>
              <a:gd name="connsiteY744" fmla="*/ 6511023 h 6858000"/>
              <a:gd name="connsiteX745" fmla="*/ 7656865 w 12203753"/>
              <a:gd name="connsiteY745" fmla="*/ 6511023 h 6858000"/>
              <a:gd name="connsiteX746" fmla="*/ 7650619 w 12203753"/>
              <a:gd name="connsiteY746" fmla="*/ 6396864 h 6858000"/>
              <a:gd name="connsiteX747" fmla="*/ 7656865 w 12203753"/>
              <a:gd name="connsiteY747" fmla="*/ 6282642 h 6858000"/>
              <a:gd name="connsiteX748" fmla="*/ 6865787 w 12203753"/>
              <a:gd name="connsiteY748" fmla="*/ 6282642 h 6858000"/>
              <a:gd name="connsiteX749" fmla="*/ 6910979 w 12203753"/>
              <a:gd name="connsiteY749" fmla="*/ 6282642 h 6858000"/>
              <a:gd name="connsiteX750" fmla="*/ 6917290 w 12203753"/>
              <a:gd name="connsiteY750" fmla="*/ 6396864 h 6858000"/>
              <a:gd name="connsiteX751" fmla="*/ 6910979 w 12203753"/>
              <a:gd name="connsiteY751" fmla="*/ 6511023 h 6858000"/>
              <a:gd name="connsiteX752" fmla="*/ 6865787 w 12203753"/>
              <a:gd name="connsiteY752" fmla="*/ 6511023 h 6858000"/>
              <a:gd name="connsiteX753" fmla="*/ 6859477 w 12203753"/>
              <a:gd name="connsiteY753" fmla="*/ 6396864 h 6858000"/>
              <a:gd name="connsiteX754" fmla="*/ 6865787 w 12203753"/>
              <a:gd name="connsiteY754" fmla="*/ 6282642 h 6858000"/>
              <a:gd name="connsiteX755" fmla="*/ 6074648 w 12203753"/>
              <a:gd name="connsiteY755" fmla="*/ 6282642 h 6858000"/>
              <a:gd name="connsiteX756" fmla="*/ 6119901 w 12203753"/>
              <a:gd name="connsiteY756" fmla="*/ 6282642 h 6858000"/>
              <a:gd name="connsiteX757" fmla="*/ 6126212 w 12203753"/>
              <a:gd name="connsiteY757" fmla="*/ 6396864 h 6858000"/>
              <a:gd name="connsiteX758" fmla="*/ 6119901 w 12203753"/>
              <a:gd name="connsiteY758" fmla="*/ 6511023 h 6858000"/>
              <a:gd name="connsiteX759" fmla="*/ 6074648 w 12203753"/>
              <a:gd name="connsiteY759" fmla="*/ 6511023 h 6858000"/>
              <a:gd name="connsiteX760" fmla="*/ 6068337 w 12203753"/>
              <a:gd name="connsiteY760" fmla="*/ 6396864 h 6858000"/>
              <a:gd name="connsiteX761" fmla="*/ 6074648 w 12203753"/>
              <a:gd name="connsiteY761" fmla="*/ 6282642 h 6858000"/>
              <a:gd name="connsiteX762" fmla="*/ 5283517 w 12203753"/>
              <a:gd name="connsiteY762" fmla="*/ 6282642 h 6858000"/>
              <a:gd name="connsiteX763" fmla="*/ 5328774 w 12203753"/>
              <a:gd name="connsiteY763" fmla="*/ 6282642 h 6858000"/>
              <a:gd name="connsiteX764" fmla="*/ 5335084 w 12203753"/>
              <a:gd name="connsiteY764" fmla="*/ 6396864 h 6858000"/>
              <a:gd name="connsiteX765" fmla="*/ 5328774 w 12203753"/>
              <a:gd name="connsiteY765" fmla="*/ 6511023 h 6858000"/>
              <a:gd name="connsiteX766" fmla="*/ 5283517 w 12203753"/>
              <a:gd name="connsiteY766" fmla="*/ 6511023 h 6858000"/>
              <a:gd name="connsiteX767" fmla="*/ 5277271 w 12203753"/>
              <a:gd name="connsiteY767" fmla="*/ 6396864 h 6858000"/>
              <a:gd name="connsiteX768" fmla="*/ 5283517 w 12203753"/>
              <a:gd name="connsiteY768" fmla="*/ 6282642 h 6858000"/>
              <a:gd name="connsiteX769" fmla="*/ 4492377 w 12203753"/>
              <a:gd name="connsiteY769" fmla="*/ 6282642 h 6858000"/>
              <a:gd name="connsiteX770" fmla="*/ 4537632 w 12203753"/>
              <a:gd name="connsiteY770" fmla="*/ 6282642 h 6858000"/>
              <a:gd name="connsiteX771" fmla="*/ 4543944 w 12203753"/>
              <a:gd name="connsiteY771" fmla="*/ 6396864 h 6858000"/>
              <a:gd name="connsiteX772" fmla="*/ 4537632 w 12203753"/>
              <a:gd name="connsiteY772" fmla="*/ 6511023 h 6858000"/>
              <a:gd name="connsiteX773" fmla="*/ 4492377 w 12203753"/>
              <a:gd name="connsiteY773" fmla="*/ 6511023 h 6858000"/>
              <a:gd name="connsiteX774" fmla="*/ 4486066 w 12203753"/>
              <a:gd name="connsiteY774" fmla="*/ 6396864 h 6858000"/>
              <a:gd name="connsiteX775" fmla="*/ 4492377 w 12203753"/>
              <a:gd name="connsiteY775" fmla="*/ 6282642 h 6858000"/>
              <a:gd name="connsiteX776" fmla="*/ 3701387 w 12203753"/>
              <a:gd name="connsiteY776" fmla="*/ 6282642 h 6858000"/>
              <a:gd name="connsiteX777" fmla="*/ 3746640 w 12203753"/>
              <a:gd name="connsiteY777" fmla="*/ 6282642 h 6858000"/>
              <a:gd name="connsiteX778" fmla="*/ 3752950 w 12203753"/>
              <a:gd name="connsiteY778" fmla="*/ 6396864 h 6858000"/>
              <a:gd name="connsiteX779" fmla="*/ 3746640 w 12203753"/>
              <a:gd name="connsiteY779" fmla="*/ 6511023 h 6858000"/>
              <a:gd name="connsiteX780" fmla="*/ 3701387 w 12203753"/>
              <a:gd name="connsiteY780" fmla="*/ 6511023 h 6858000"/>
              <a:gd name="connsiteX781" fmla="*/ 3695140 w 12203753"/>
              <a:gd name="connsiteY781" fmla="*/ 6396864 h 6858000"/>
              <a:gd name="connsiteX782" fmla="*/ 3701387 w 12203753"/>
              <a:gd name="connsiteY782" fmla="*/ 6282642 h 6858000"/>
              <a:gd name="connsiteX783" fmla="*/ 2910259 w 12203753"/>
              <a:gd name="connsiteY783" fmla="*/ 6282642 h 6858000"/>
              <a:gd name="connsiteX784" fmla="*/ 2955512 w 12203753"/>
              <a:gd name="connsiteY784" fmla="*/ 6282642 h 6858000"/>
              <a:gd name="connsiteX785" fmla="*/ 2961822 w 12203753"/>
              <a:gd name="connsiteY785" fmla="*/ 6396864 h 6858000"/>
              <a:gd name="connsiteX786" fmla="*/ 2955512 w 12203753"/>
              <a:gd name="connsiteY786" fmla="*/ 6511023 h 6858000"/>
              <a:gd name="connsiteX787" fmla="*/ 2910259 w 12203753"/>
              <a:gd name="connsiteY787" fmla="*/ 6511023 h 6858000"/>
              <a:gd name="connsiteX788" fmla="*/ 2904013 w 12203753"/>
              <a:gd name="connsiteY788" fmla="*/ 6396864 h 6858000"/>
              <a:gd name="connsiteX789" fmla="*/ 2910259 w 12203753"/>
              <a:gd name="connsiteY789" fmla="*/ 6282642 h 6858000"/>
              <a:gd name="connsiteX790" fmla="*/ 2119119 w 12203753"/>
              <a:gd name="connsiteY790" fmla="*/ 6282642 h 6858000"/>
              <a:gd name="connsiteX791" fmla="*/ 2164366 w 12203753"/>
              <a:gd name="connsiteY791" fmla="*/ 6282642 h 6858000"/>
              <a:gd name="connsiteX792" fmla="*/ 2170679 w 12203753"/>
              <a:gd name="connsiteY792" fmla="*/ 6396864 h 6858000"/>
              <a:gd name="connsiteX793" fmla="*/ 2164366 w 12203753"/>
              <a:gd name="connsiteY793" fmla="*/ 6511023 h 6858000"/>
              <a:gd name="connsiteX794" fmla="*/ 2119119 w 12203753"/>
              <a:gd name="connsiteY794" fmla="*/ 6511023 h 6858000"/>
              <a:gd name="connsiteX795" fmla="*/ 2112868 w 12203753"/>
              <a:gd name="connsiteY795" fmla="*/ 6396864 h 6858000"/>
              <a:gd name="connsiteX796" fmla="*/ 2119119 w 12203753"/>
              <a:gd name="connsiteY796" fmla="*/ 6282642 h 6858000"/>
              <a:gd name="connsiteX797" fmla="*/ 1327990 w 12203753"/>
              <a:gd name="connsiteY797" fmla="*/ 6282642 h 6858000"/>
              <a:gd name="connsiteX798" fmla="*/ 1373245 w 12203753"/>
              <a:gd name="connsiteY798" fmla="*/ 6282642 h 6858000"/>
              <a:gd name="connsiteX799" fmla="*/ 1379556 w 12203753"/>
              <a:gd name="connsiteY799" fmla="*/ 6396864 h 6858000"/>
              <a:gd name="connsiteX800" fmla="*/ 1373245 w 12203753"/>
              <a:gd name="connsiteY800" fmla="*/ 6511023 h 6858000"/>
              <a:gd name="connsiteX801" fmla="*/ 1327990 w 12203753"/>
              <a:gd name="connsiteY801" fmla="*/ 6511023 h 6858000"/>
              <a:gd name="connsiteX802" fmla="*/ 1321744 w 12203753"/>
              <a:gd name="connsiteY802" fmla="*/ 6396864 h 6858000"/>
              <a:gd name="connsiteX803" fmla="*/ 1327990 w 12203753"/>
              <a:gd name="connsiteY803" fmla="*/ 6282642 h 6858000"/>
              <a:gd name="connsiteX804" fmla="*/ 536912 w 12203753"/>
              <a:gd name="connsiteY804" fmla="*/ 6282642 h 6858000"/>
              <a:gd name="connsiteX805" fmla="*/ 582167 w 12203753"/>
              <a:gd name="connsiteY805" fmla="*/ 6282642 h 6858000"/>
              <a:gd name="connsiteX806" fmla="*/ 588477 w 12203753"/>
              <a:gd name="connsiteY806" fmla="*/ 6396864 h 6858000"/>
              <a:gd name="connsiteX807" fmla="*/ 582167 w 12203753"/>
              <a:gd name="connsiteY807" fmla="*/ 6511023 h 6858000"/>
              <a:gd name="connsiteX808" fmla="*/ 536912 w 12203753"/>
              <a:gd name="connsiteY808" fmla="*/ 6511023 h 6858000"/>
              <a:gd name="connsiteX809" fmla="*/ 530665 w 12203753"/>
              <a:gd name="connsiteY809" fmla="*/ 6396864 h 6858000"/>
              <a:gd name="connsiteX810" fmla="*/ 536912 w 12203753"/>
              <a:gd name="connsiteY810" fmla="*/ 6282642 h 6858000"/>
              <a:gd name="connsiteX811" fmla="*/ 0 w 12203753"/>
              <a:gd name="connsiteY811" fmla="*/ 6269792 h 6858000"/>
              <a:gd name="connsiteX812" fmla="*/ 48559 w 12203753"/>
              <a:gd name="connsiteY812" fmla="*/ 6300425 h 6858000"/>
              <a:gd name="connsiteX813" fmla="*/ 76396 w 12203753"/>
              <a:gd name="connsiteY813" fmla="*/ 6320121 h 6858000"/>
              <a:gd name="connsiteX814" fmla="*/ 53769 w 12203753"/>
              <a:gd name="connsiteY814" fmla="*/ 6359321 h 6858000"/>
              <a:gd name="connsiteX815" fmla="*/ 22784 w 12203753"/>
              <a:gd name="connsiteY815" fmla="*/ 6345075 h 6858000"/>
              <a:gd name="connsiteX816" fmla="*/ 0 w 12203753"/>
              <a:gd name="connsiteY816" fmla="*/ 6333078 h 6858000"/>
              <a:gd name="connsiteX817" fmla="*/ 12203753 w 12203753"/>
              <a:gd name="connsiteY817" fmla="*/ 6264170 h 6858000"/>
              <a:gd name="connsiteX818" fmla="*/ 12203753 w 12203753"/>
              <a:gd name="connsiteY818" fmla="*/ 6328402 h 6858000"/>
              <a:gd name="connsiteX819" fmla="*/ 12171908 w 12203753"/>
              <a:gd name="connsiteY819" fmla="*/ 6345170 h 6858000"/>
              <a:gd name="connsiteX820" fmla="*/ 12140914 w 12203753"/>
              <a:gd name="connsiteY820" fmla="*/ 6359448 h 6858000"/>
              <a:gd name="connsiteX821" fmla="*/ 12118286 w 12203753"/>
              <a:gd name="connsiteY821" fmla="*/ 6320248 h 6858000"/>
              <a:gd name="connsiteX822" fmla="*/ 12118286 w 12203753"/>
              <a:gd name="connsiteY822" fmla="*/ 6320185 h 6858000"/>
              <a:gd name="connsiteX823" fmla="*/ 12146132 w 12203753"/>
              <a:gd name="connsiteY823" fmla="*/ 6300490 h 6858000"/>
              <a:gd name="connsiteX824" fmla="*/ 11524930 w 12203753"/>
              <a:gd name="connsiteY824" fmla="*/ 6206026 h 6858000"/>
              <a:gd name="connsiteX825" fmla="*/ 11547558 w 12203753"/>
              <a:gd name="connsiteY825" fmla="*/ 6245226 h 6858000"/>
              <a:gd name="connsiteX826" fmla="*/ 11451820 w 12203753"/>
              <a:gd name="connsiteY826" fmla="*/ 6307755 h 6858000"/>
              <a:gd name="connsiteX827" fmla="*/ 11349836 w 12203753"/>
              <a:gd name="connsiteY827" fmla="*/ 6359448 h 6858000"/>
              <a:gd name="connsiteX828" fmla="*/ 11327208 w 12203753"/>
              <a:gd name="connsiteY828" fmla="*/ 6320248 h 6858000"/>
              <a:gd name="connsiteX829" fmla="*/ 11327208 w 12203753"/>
              <a:gd name="connsiteY829" fmla="*/ 6320185 h 6858000"/>
              <a:gd name="connsiteX830" fmla="*/ 11422946 w 12203753"/>
              <a:gd name="connsiteY830" fmla="*/ 6257656 h 6858000"/>
              <a:gd name="connsiteX831" fmla="*/ 11524930 w 12203753"/>
              <a:gd name="connsiteY831" fmla="*/ 6206026 h 6858000"/>
              <a:gd name="connsiteX832" fmla="*/ 10733788 w 12203753"/>
              <a:gd name="connsiteY832" fmla="*/ 6206026 h 6858000"/>
              <a:gd name="connsiteX833" fmla="*/ 10756416 w 12203753"/>
              <a:gd name="connsiteY833" fmla="*/ 6245226 h 6858000"/>
              <a:gd name="connsiteX834" fmla="*/ 10660678 w 12203753"/>
              <a:gd name="connsiteY834" fmla="*/ 6307755 h 6858000"/>
              <a:gd name="connsiteX835" fmla="*/ 10558694 w 12203753"/>
              <a:gd name="connsiteY835" fmla="*/ 6359448 h 6858000"/>
              <a:gd name="connsiteX836" fmla="*/ 10536066 w 12203753"/>
              <a:gd name="connsiteY836" fmla="*/ 6320248 h 6858000"/>
              <a:gd name="connsiteX837" fmla="*/ 10536066 w 12203753"/>
              <a:gd name="connsiteY837" fmla="*/ 6320185 h 6858000"/>
              <a:gd name="connsiteX838" fmla="*/ 10631804 w 12203753"/>
              <a:gd name="connsiteY838" fmla="*/ 6257656 h 6858000"/>
              <a:gd name="connsiteX839" fmla="*/ 10733788 w 12203753"/>
              <a:gd name="connsiteY839" fmla="*/ 6206026 h 6858000"/>
              <a:gd name="connsiteX840" fmla="*/ 9942711 w 12203753"/>
              <a:gd name="connsiteY840" fmla="*/ 6206026 h 6858000"/>
              <a:gd name="connsiteX841" fmla="*/ 9965339 w 12203753"/>
              <a:gd name="connsiteY841" fmla="*/ 6245226 h 6858000"/>
              <a:gd name="connsiteX842" fmla="*/ 9869601 w 12203753"/>
              <a:gd name="connsiteY842" fmla="*/ 6307755 h 6858000"/>
              <a:gd name="connsiteX843" fmla="*/ 9767553 w 12203753"/>
              <a:gd name="connsiteY843" fmla="*/ 6359448 h 6858000"/>
              <a:gd name="connsiteX844" fmla="*/ 9744925 w 12203753"/>
              <a:gd name="connsiteY844" fmla="*/ 6320248 h 6858000"/>
              <a:gd name="connsiteX845" fmla="*/ 9744925 w 12203753"/>
              <a:gd name="connsiteY845" fmla="*/ 6320185 h 6858000"/>
              <a:gd name="connsiteX846" fmla="*/ 9840663 w 12203753"/>
              <a:gd name="connsiteY846" fmla="*/ 6257656 h 6858000"/>
              <a:gd name="connsiteX847" fmla="*/ 9942711 w 12203753"/>
              <a:gd name="connsiteY847" fmla="*/ 6206026 h 6858000"/>
              <a:gd name="connsiteX848" fmla="*/ 9151570 w 12203753"/>
              <a:gd name="connsiteY848" fmla="*/ 6206026 h 6858000"/>
              <a:gd name="connsiteX849" fmla="*/ 9174198 w 12203753"/>
              <a:gd name="connsiteY849" fmla="*/ 6245226 h 6858000"/>
              <a:gd name="connsiteX850" fmla="*/ 9078460 w 12203753"/>
              <a:gd name="connsiteY850" fmla="*/ 6307755 h 6858000"/>
              <a:gd name="connsiteX851" fmla="*/ 8976412 w 12203753"/>
              <a:gd name="connsiteY851" fmla="*/ 6359448 h 6858000"/>
              <a:gd name="connsiteX852" fmla="*/ 8953784 w 12203753"/>
              <a:gd name="connsiteY852" fmla="*/ 6320248 h 6858000"/>
              <a:gd name="connsiteX853" fmla="*/ 8953784 w 12203753"/>
              <a:gd name="connsiteY853" fmla="*/ 6320185 h 6858000"/>
              <a:gd name="connsiteX854" fmla="*/ 9049585 w 12203753"/>
              <a:gd name="connsiteY854" fmla="*/ 6257656 h 6858000"/>
              <a:gd name="connsiteX855" fmla="*/ 9151570 w 12203753"/>
              <a:gd name="connsiteY855" fmla="*/ 6206026 h 6858000"/>
              <a:gd name="connsiteX856" fmla="*/ 8360428 w 12203753"/>
              <a:gd name="connsiteY856" fmla="*/ 6206026 h 6858000"/>
              <a:gd name="connsiteX857" fmla="*/ 8383056 w 12203753"/>
              <a:gd name="connsiteY857" fmla="*/ 6245226 h 6858000"/>
              <a:gd name="connsiteX858" fmla="*/ 8287318 w 12203753"/>
              <a:gd name="connsiteY858" fmla="*/ 6307755 h 6858000"/>
              <a:gd name="connsiteX859" fmla="*/ 8185270 w 12203753"/>
              <a:gd name="connsiteY859" fmla="*/ 6359448 h 6858000"/>
              <a:gd name="connsiteX860" fmla="*/ 8162642 w 12203753"/>
              <a:gd name="connsiteY860" fmla="*/ 6320248 h 6858000"/>
              <a:gd name="connsiteX861" fmla="*/ 8162642 w 12203753"/>
              <a:gd name="connsiteY861" fmla="*/ 6320185 h 6858000"/>
              <a:gd name="connsiteX862" fmla="*/ 8258443 w 12203753"/>
              <a:gd name="connsiteY862" fmla="*/ 6257656 h 6858000"/>
              <a:gd name="connsiteX863" fmla="*/ 8360428 w 12203753"/>
              <a:gd name="connsiteY863" fmla="*/ 6206026 h 6858000"/>
              <a:gd name="connsiteX864" fmla="*/ 7569286 w 12203753"/>
              <a:gd name="connsiteY864" fmla="*/ 6206026 h 6858000"/>
              <a:gd name="connsiteX865" fmla="*/ 7591913 w 12203753"/>
              <a:gd name="connsiteY865" fmla="*/ 6245226 h 6858000"/>
              <a:gd name="connsiteX866" fmla="*/ 7496176 w 12203753"/>
              <a:gd name="connsiteY866" fmla="*/ 6307755 h 6858000"/>
              <a:gd name="connsiteX867" fmla="*/ 7394192 w 12203753"/>
              <a:gd name="connsiteY867" fmla="*/ 6359448 h 6858000"/>
              <a:gd name="connsiteX868" fmla="*/ 7371564 w 12203753"/>
              <a:gd name="connsiteY868" fmla="*/ 6320248 h 6858000"/>
              <a:gd name="connsiteX869" fmla="*/ 7371564 w 12203753"/>
              <a:gd name="connsiteY869" fmla="*/ 6320185 h 6858000"/>
              <a:gd name="connsiteX870" fmla="*/ 7467302 w 12203753"/>
              <a:gd name="connsiteY870" fmla="*/ 6257656 h 6858000"/>
              <a:gd name="connsiteX871" fmla="*/ 7569286 w 12203753"/>
              <a:gd name="connsiteY871" fmla="*/ 6206026 h 6858000"/>
              <a:gd name="connsiteX872" fmla="*/ 6778210 w 12203753"/>
              <a:gd name="connsiteY872" fmla="*/ 6206026 h 6858000"/>
              <a:gd name="connsiteX873" fmla="*/ 6800837 w 12203753"/>
              <a:gd name="connsiteY873" fmla="*/ 6245226 h 6858000"/>
              <a:gd name="connsiteX874" fmla="*/ 6705100 w 12203753"/>
              <a:gd name="connsiteY874" fmla="*/ 6307755 h 6858000"/>
              <a:gd name="connsiteX875" fmla="*/ 6603052 w 12203753"/>
              <a:gd name="connsiteY875" fmla="*/ 6359448 h 6858000"/>
              <a:gd name="connsiteX876" fmla="*/ 6580424 w 12203753"/>
              <a:gd name="connsiteY876" fmla="*/ 6320248 h 6858000"/>
              <a:gd name="connsiteX877" fmla="*/ 6580424 w 12203753"/>
              <a:gd name="connsiteY877" fmla="*/ 6320185 h 6858000"/>
              <a:gd name="connsiteX878" fmla="*/ 6676161 w 12203753"/>
              <a:gd name="connsiteY878" fmla="*/ 6257656 h 6858000"/>
              <a:gd name="connsiteX879" fmla="*/ 6778210 w 12203753"/>
              <a:gd name="connsiteY879" fmla="*/ 6206026 h 6858000"/>
              <a:gd name="connsiteX880" fmla="*/ 5987007 w 12203753"/>
              <a:gd name="connsiteY880" fmla="*/ 6206026 h 6858000"/>
              <a:gd name="connsiteX881" fmla="*/ 6009633 w 12203753"/>
              <a:gd name="connsiteY881" fmla="*/ 6245226 h 6858000"/>
              <a:gd name="connsiteX882" fmla="*/ 5913898 w 12203753"/>
              <a:gd name="connsiteY882" fmla="*/ 6307755 h 6858000"/>
              <a:gd name="connsiteX883" fmla="*/ 5811850 w 12203753"/>
              <a:gd name="connsiteY883" fmla="*/ 6359448 h 6858000"/>
              <a:gd name="connsiteX884" fmla="*/ 5789224 w 12203753"/>
              <a:gd name="connsiteY884" fmla="*/ 6320248 h 6858000"/>
              <a:gd name="connsiteX885" fmla="*/ 5789287 w 12203753"/>
              <a:gd name="connsiteY885" fmla="*/ 6320185 h 6858000"/>
              <a:gd name="connsiteX886" fmla="*/ 5885024 w 12203753"/>
              <a:gd name="connsiteY886" fmla="*/ 6257656 h 6858000"/>
              <a:gd name="connsiteX887" fmla="*/ 5987007 w 12203753"/>
              <a:gd name="connsiteY887" fmla="*/ 6206026 h 6858000"/>
              <a:gd name="connsiteX888" fmla="*/ 5195941 w 12203753"/>
              <a:gd name="connsiteY888" fmla="*/ 6206026 h 6858000"/>
              <a:gd name="connsiteX889" fmla="*/ 5218566 w 12203753"/>
              <a:gd name="connsiteY889" fmla="*/ 6245226 h 6858000"/>
              <a:gd name="connsiteX890" fmla="*/ 5122827 w 12203753"/>
              <a:gd name="connsiteY890" fmla="*/ 6307755 h 6858000"/>
              <a:gd name="connsiteX891" fmla="*/ 5020783 w 12203753"/>
              <a:gd name="connsiteY891" fmla="*/ 6359448 h 6858000"/>
              <a:gd name="connsiteX892" fmla="*/ 4998155 w 12203753"/>
              <a:gd name="connsiteY892" fmla="*/ 6320248 h 6858000"/>
              <a:gd name="connsiteX893" fmla="*/ 4998215 w 12203753"/>
              <a:gd name="connsiteY893" fmla="*/ 6320185 h 6858000"/>
              <a:gd name="connsiteX894" fmla="*/ 5093953 w 12203753"/>
              <a:gd name="connsiteY894" fmla="*/ 6257656 h 6858000"/>
              <a:gd name="connsiteX895" fmla="*/ 5195941 w 12203753"/>
              <a:gd name="connsiteY895" fmla="*/ 6206026 h 6858000"/>
              <a:gd name="connsiteX896" fmla="*/ 4404792 w 12203753"/>
              <a:gd name="connsiteY896" fmla="*/ 6206026 h 6858000"/>
              <a:gd name="connsiteX897" fmla="*/ 4427424 w 12203753"/>
              <a:gd name="connsiteY897" fmla="*/ 6245226 h 6858000"/>
              <a:gd name="connsiteX898" fmla="*/ 4331686 w 12203753"/>
              <a:gd name="connsiteY898" fmla="*/ 6307755 h 6858000"/>
              <a:gd name="connsiteX899" fmla="*/ 4229635 w 12203753"/>
              <a:gd name="connsiteY899" fmla="*/ 6359448 h 6858000"/>
              <a:gd name="connsiteX900" fmla="*/ 4207009 w 12203753"/>
              <a:gd name="connsiteY900" fmla="*/ 6320248 h 6858000"/>
              <a:gd name="connsiteX901" fmla="*/ 4207074 w 12203753"/>
              <a:gd name="connsiteY901" fmla="*/ 6320185 h 6858000"/>
              <a:gd name="connsiteX902" fmla="*/ 4302809 w 12203753"/>
              <a:gd name="connsiteY902" fmla="*/ 6257656 h 6858000"/>
              <a:gd name="connsiteX903" fmla="*/ 4404792 w 12203753"/>
              <a:gd name="connsiteY903" fmla="*/ 6206026 h 6858000"/>
              <a:gd name="connsiteX904" fmla="*/ 3613742 w 12203753"/>
              <a:gd name="connsiteY904" fmla="*/ 6206026 h 6858000"/>
              <a:gd name="connsiteX905" fmla="*/ 3636372 w 12203753"/>
              <a:gd name="connsiteY905" fmla="*/ 6245226 h 6858000"/>
              <a:gd name="connsiteX906" fmla="*/ 3540639 w 12203753"/>
              <a:gd name="connsiteY906" fmla="*/ 6307755 h 6858000"/>
              <a:gd name="connsiteX907" fmla="*/ 3438588 w 12203753"/>
              <a:gd name="connsiteY907" fmla="*/ 6359448 h 6858000"/>
              <a:gd name="connsiteX908" fmla="*/ 3415959 w 12203753"/>
              <a:gd name="connsiteY908" fmla="*/ 6320248 h 6858000"/>
              <a:gd name="connsiteX909" fmla="*/ 3416027 w 12203753"/>
              <a:gd name="connsiteY909" fmla="*/ 6320185 h 6858000"/>
              <a:gd name="connsiteX910" fmla="*/ 3511767 w 12203753"/>
              <a:gd name="connsiteY910" fmla="*/ 6257656 h 6858000"/>
              <a:gd name="connsiteX911" fmla="*/ 3613742 w 12203753"/>
              <a:gd name="connsiteY911" fmla="*/ 6206026 h 6858000"/>
              <a:gd name="connsiteX912" fmla="*/ 2822677 w 12203753"/>
              <a:gd name="connsiteY912" fmla="*/ 6206026 h 6858000"/>
              <a:gd name="connsiteX913" fmla="*/ 2845305 w 12203753"/>
              <a:gd name="connsiteY913" fmla="*/ 6245226 h 6858000"/>
              <a:gd name="connsiteX914" fmla="*/ 2749571 w 12203753"/>
              <a:gd name="connsiteY914" fmla="*/ 6307755 h 6858000"/>
              <a:gd name="connsiteX915" fmla="*/ 2647521 w 12203753"/>
              <a:gd name="connsiteY915" fmla="*/ 6359448 h 6858000"/>
              <a:gd name="connsiteX916" fmla="*/ 2624892 w 12203753"/>
              <a:gd name="connsiteY916" fmla="*/ 6320248 h 6858000"/>
              <a:gd name="connsiteX917" fmla="*/ 2624959 w 12203753"/>
              <a:gd name="connsiteY917" fmla="*/ 6320185 h 6858000"/>
              <a:gd name="connsiteX918" fmla="*/ 2720696 w 12203753"/>
              <a:gd name="connsiteY918" fmla="*/ 6257656 h 6858000"/>
              <a:gd name="connsiteX919" fmla="*/ 2822677 w 12203753"/>
              <a:gd name="connsiteY919" fmla="*/ 6206026 h 6858000"/>
              <a:gd name="connsiteX920" fmla="*/ 2031546 w 12203753"/>
              <a:gd name="connsiteY920" fmla="*/ 6206026 h 6858000"/>
              <a:gd name="connsiteX921" fmla="*/ 2054176 w 12203753"/>
              <a:gd name="connsiteY921" fmla="*/ 6245226 h 6858000"/>
              <a:gd name="connsiteX922" fmla="*/ 1958440 w 12203753"/>
              <a:gd name="connsiteY922" fmla="*/ 6307755 h 6858000"/>
              <a:gd name="connsiteX923" fmla="*/ 1856390 w 12203753"/>
              <a:gd name="connsiteY923" fmla="*/ 6359448 h 6858000"/>
              <a:gd name="connsiteX924" fmla="*/ 1833765 w 12203753"/>
              <a:gd name="connsiteY924" fmla="*/ 6320248 h 6858000"/>
              <a:gd name="connsiteX925" fmla="*/ 1833827 w 12203753"/>
              <a:gd name="connsiteY925" fmla="*/ 6320185 h 6858000"/>
              <a:gd name="connsiteX926" fmla="*/ 1929564 w 12203753"/>
              <a:gd name="connsiteY926" fmla="*/ 6257656 h 6858000"/>
              <a:gd name="connsiteX927" fmla="*/ 2031546 w 12203753"/>
              <a:gd name="connsiteY927" fmla="*/ 6206026 h 6858000"/>
              <a:gd name="connsiteX928" fmla="*/ 1240411 w 12203753"/>
              <a:gd name="connsiteY928" fmla="*/ 6206026 h 6858000"/>
              <a:gd name="connsiteX929" fmla="*/ 1263039 w 12203753"/>
              <a:gd name="connsiteY929" fmla="*/ 6245226 h 6858000"/>
              <a:gd name="connsiteX930" fmla="*/ 1167301 w 12203753"/>
              <a:gd name="connsiteY930" fmla="*/ 6307755 h 6858000"/>
              <a:gd name="connsiteX931" fmla="*/ 1065253 w 12203753"/>
              <a:gd name="connsiteY931" fmla="*/ 6359448 h 6858000"/>
              <a:gd name="connsiteX932" fmla="*/ 1042617 w 12203753"/>
              <a:gd name="connsiteY932" fmla="*/ 6320248 h 6858000"/>
              <a:gd name="connsiteX933" fmla="*/ 1042681 w 12203753"/>
              <a:gd name="connsiteY933" fmla="*/ 6320185 h 6858000"/>
              <a:gd name="connsiteX934" fmla="*/ 1138424 w 12203753"/>
              <a:gd name="connsiteY934" fmla="*/ 6257656 h 6858000"/>
              <a:gd name="connsiteX935" fmla="*/ 1240411 w 12203753"/>
              <a:gd name="connsiteY935" fmla="*/ 6206026 h 6858000"/>
              <a:gd name="connsiteX936" fmla="*/ 449268 w 12203753"/>
              <a:gd name="connsiteY936" fmla="*/ 6206026 h 6858000"/>
              <a:gd name="connsiteX937" fmla="*/ 471896 w 12203753"/>
              <a:gd name="connsiteY937" fmla="*/ 6245226 h 6858000"/>
              <a:gd name="connsiteX938" fmla="*/ 376162 w 12203753"/>
              <a:gd name="connsiteY938" fmla="*/ 6307755 h 6858000"/>
              <a:gd name="connsiteX939" fmla="*/ 274116 w 12203753"/>
              <a:gd name="connsiteY939" fmla="*/ 6359448 h 6858000"/>
              <a:gd name="connsiteX940" fmla="*/ 251487 w 12203753"/>
              <a:gd name="connsiteY940" fmla="*/ 6320248 h 6858000"/>
              <a:gd name="connsiteX941" fmla="*/ 251551 w 12203753"/>
              <a:gd name="connsiteY941" fmla="*/ 6320185 h 6858000"/>
              <a:gd name="connsiteX942" fmla="*/ 347288 w 12203753"/>
              <a:gd name="connsiteY942" fmla="*/ 6257656 h 6858000"/>
              <a:gd name="connsiteX943" fmla="*/ 449268 w 12203753"/>
              <a:gd name="connsiteY943" fmla="*/ 6206026 h 6858000"/>
              <a:gd name="connsiteX944" fmla="*/ 5416402 w 12203753"/>
              <a:gd name="connsiteY944" fmla="*/ 6205985 h 6858000"/>
              <a:gd name="connsiteX945" fmla="*/ 5424781 w 12203753"/>
              <a:gd name="connsiteY945" fmla="*/ 6209691 h 6858000"/>
              <a:gd name="connsiteX946" fmla="*/ 5518395 w 12203753"/>
              <a:gd name="connsiteY946" fmla="*/ 6257592 h 6858000"/>
              <a:gd name="connsiteX947" fmla="*/ 5614131 w 12203753"/>
              <a:gd name="connsiteY947" fmla="*/ 6320121 h 6858000"/>
              <a:gd name="connsiteX948" fmla="*/ 5591504 w 12203753"/>
              <a:gd name="connsiteY948" fmla="*/ 6359321 h 6858000"/>
              <a:gd name="connsiteX949" fmla="*/ 5489521 w 12203753"/>
              <a:gd name="connsiteY949" fmla="*/ 6307691 h 6858000"/>
              <a:gd name="connsiteX950" fmla="*/ 5393787 w 12203753"/>
              <a:gd name="connsiteY950" fmla="*/ 6245162 h 6858000"/>
              <a:gd name="connsiteX951" fmla="*/ 4625259 w 12203753"/>
              <a:gd name="connsiteY951" fmla="*/ 6205985 h 6858000"/>
              <a:gd name="connsiteX952" fmla="*/ 4633642 w 12203753"/>
              <a:gd name="connsiteY952" fmla="*/ 6209691 h 6858000"/>
              <a:gd name="connsiteX953" fmla="*/ 4727254 w 12203753"/>
              <a:gd name="connsiteY953" fmla="*/ 6257592 h 6858000"/>
              <a:gd name="connsiteX954" fmla="*/ 4822988 w 12203753"/>
              <a:gd name="connsiteY954" fmla="*/ 6320121 h 6858000"/>
              <a:gd name="connsiteX955" fmla="*/ 4800366 w 12203753"/>
              <a:gd name="connsiteY955" fmla="*/ 6359321 h 6858000"/>
              <a:gd name="connsiteX956" fmla="*/ 4698380 w 12203753"/>
              <a:gd name="connsiteY956" fmla="*/ 6307691 h 6858000"/>
              <a:gd name="connsiteX957" fmla="*/ 4602649 w 12203753"/>
              <a:gd name="connsiteY957" fmla="*/ 6245162 h 6858000"/>
              <a:gd name="connsiteX958" fmla="*/ 3834266 w 12203753"/>
              <a:gd name="connsiteY958" fmla="*/ 6205985 h 6858000"/>
              <a:gd name="connsiteX959" fmla="*/ 3842651 w 12203753"/>
              <a:gd name="connsiteY959" fmla="*/ 6209691 h 6858000"/>
              <a:gd name="connsiteX960" fmla="*/ 3936263 w 12203753"/>
              <a:gd name="connsiteY960" fmla="*/ 6257592 h 6858000"/>
              <a:gd name="connsiteX961" fmla="*/ 4031992 w 12203753"/>
              <a:gd name="connsiteY961" fmla="*/ 6320121 h 6858000"/>
              <a:gd name="connsiteX962" fmla="*/ 4009366 w 12203753"/>
              <a:gd name="connsiteY962" fmla="*/ 6359321 h 6858000"/>
              <a:gd name="connsiteX963" fmla="*/ 3907391 w 12203753"/>
              <a:gd name="connsiteY963" fmla="*/ 6307691 h 6858000"/>
              <a:gd name="connsiteX964" fmla="*/ 3811651 w 12203753"/>
              <a:gd name="connsiteY964" fmla="*/ 6245162 h 6858000"/>
              <a:gd name="connsiteX965" fmla="*/ 3043144 w 12203753"/>
              <a:gd name="connsiteY965" fmla="*/ 6205985 h 6858000"/>
              <a:gd name="connsiteX966" fmla="*/ 3051523 w 12203753"/>
              <a:gd name="connsiteY966" fmla="*/ 6209691 h 6858000"/>
              <a:gd name="connsiteX967" fmla="*/ 3145144 w 12203753"/>
              <a:gd name="connsiteY967" fmla="*/ 6257592 h 6858000"/>
              <a:gd name="connsiteX968" fmla="*/ 3240871 w 12203753"/>
              <a:gd name="connsiteY968" fmla="*/ 6320121 h 6858000"/>
              <a:gd name="connsiteX969" fmla="*/ 3218243 w 12203753"/>
              <a:gd name="connsiteY969" fmla="*/ 6359321 h 6858000"/>
              <a:gd name="connsiteX970" fmla="*/ 3116268 w 12203753"/>
              <a:gd name="connsiteY970" fmla="*/ 6307691 h 6858000"/>
              <a:gd name="connsiteX971" fmla="*/ 3020525 w 12203753"/>
              <a:gd name="connsiteY971" fmla="*/ 6245162 h 6858000"/>
              <a:gd name="connsiteX972" fmla="*/ 2252000 w 12203753"/>
              <a:gd name="connsiteY972" fmla="*/ 6205985 h 6858000"/>
              <a:gd name="connsiteX973" fmla="*/ 2260383 w 12203753"/>
              <a:gd name="connsiteY973" fmla="*/ 6209691 h 6858000"/>
              <a:gd name="connsiteX974" fmla="*/ 2353993 w 12203753"/>
              <a:gd name="connsiteY974" fmla="*/ 6257592 h 6858000"/>
              <a:gd name="connsiteX975" fmla="*/ 2449735 w 12203753"/>
              <a:gd name="connsiteY975" fmla="*/ 6320121 h 6858000"/>
              <a:gd name="connsiteX976" fmla="*/ 2427108 w 12203753"/>
              <a:gd name="connsiteY976" fmla="*/ 6359321 h 6858000"/>
              <a:gd name="connsiteX977" fmla="*/ 2325122 w 12203753"/>
              <a:gd name="connsiteY977" fmla="*/ 6307691 h 6858000"/>
              <a:gd name="connsiteX978" fmla="*/ 2229387 w 12203753"/>
              <a:gd name="connsiteY978" fmla="*/ 6245162 h 6858000"/>
              <a:gd name="connsiteX979" fmla="*/ 1460873 w 12203753"/>
              <a:gd name="connsiteY979" fmla="*/ 6205985 h 6858000"/>
              <a:gd name="connsiteX980" fmla="*/ 1469257 w 12203753"/>
              <a:gd name="connsiteY980" fmla="*/ 6209691 h 6858000"/>
              <a:gd name="connsiteX981" fmla="*/ 1562870 w 12203753"/>
              <a:gd name="connsiteY981" fmla="*/ 6257592 h 6858000"/>
              <a:gd name="connsiteX982" fmla="*/ 1658607 w 12203753"/>
              <a:gd name="connsiteY982" fmla="*/ 6320121 h 6858000"/>
              <a:gd name="connsiteX983" fmla="*/ 1635980 w 12203753"/>
              <a:gd name="connsiteY983" fmla="*/ 6359321 h 6858000"/>
              <a:gd name="connsiteX984" fmla="*/ 1533999 w 12203753"/>
              <a:gd name="connsiteY984" fmla="*/ 6307691 h 6858000"/>
              <a:gd name="connsiteX985" fmla="*/ 1438259 w 12203753"/>
              <a:gd name="connsiteY985" fmla="*/ 6245162 h 6858000"/>
              <a:gd name="connsiteX986" fmla="*/ 669795 w 12203753"/>
              <a:gd name="connsiteY986" fmla="*/ 6205985 h 6858000"/>
              <a:gd name="connsiteX987" fmla="*/ 678178 w 12203753"/>
              <a:gd name="connsiteY987" fmla="*/ 6209691 h 6858000"/>
              <a:gd name="connsiteX988" fmla="*/ 771792 w 12203753"/>
              <a:gd name="connsiteY988" fmla="*/ 6257592 h 6858000"/>
              <a:gd name="connsiteX989" fmla="*/ 867526 w 12203753"/>
              <a:gd name="connsiteY989" fmla="*/ 6320121 h 6858000"/>
              <a:gd name="connsiteX990" fmla="*/ 844900 w 12203753"/>
              <a:gd name="connsiteY990" fmla="*/ 6359321 h 6858000"/>
              <a:gd name="connsiteX991" fmla="*/ 742918 w 12203753"/>
              <a:gd name="connsiteY991" fmla="*/ 6307691 h 6858000"/>
              <a:gd name="connsiteX992" fmla="*/ 647181 w 12203753"/>
              <a:gd name="connsiteY992" fmla="*/ 6245162 h 6858000"/>
              <a:gd name="connsiteX993" fmla="*/ 11745343 w 12203753"/>
              <a:gd name="connsiteY993" fmla="*/ 6205962 h 6858000"/>
              <a:gd name="connsiteX994" fmla="*/ 11847390 w 12203753"/>
              <a:gd name="connsiteY994" fmla="*/ 6257592 h 6858000"/>
              <a:gd name="connsiteX995" fmla="*/ 11943128 w 12203753"/>
              <a:gd name="connsiteY995" fmla="*/ 6320121 h 6858000"/>
              <a:gd name="connsiteX996" fmla="*/ 11920501 w 12203753"/>
              <a:gd name="connsiteY996" fmla="*/ 6359321 h 6858000"/>
              <a:gd name="connsiteX997" fmla="*/ 11818516 w 12203753"/>
              <a:gd name="connsiteY997" fmla="*/ 6307691 h 6858000"/>
              <a:gd name="connsiteX998" fmla="*/ 11722715 w 12203753"/>
              <a:gd name="connsiteY998" fmla="*/ 6245162 h 6858000"/>
              <a:gd name="connsiteX999" fmla="*/ 10954265 w 12203753"/>
              <a:gd name="connsiteY999" fmla="*/ 6205962 h 6858000"/>
              <a:gd name="connsiteX1000" fmla="*/ 11056249 w 12203753"/>
              <a:gd name="connsiteY1000" fmla="*/ 6257592 h 6858000"/>
              <a:gd name="connsiteX1001" fmla="*/ 11151987 w 12203753"/>
              <a:gd name="connsiteY1001" fmla="*/ 6320121 h 6858000"/>
              <a:gd name="connsiteX1002" fmla="*/ 11129360 w 12203753"/>
              <a:gd name="connsiteY1002" fmla="*/ 6359321 h 6858000"/>
              <a:gd name="connsiteX1003" fmla="*/ 11027376 w 12203753"/>
              <a:gd name="connsiteY1003" fmla="*/ 6307691 h 6858000"/>
              <a:gd name="connsiteX1004" fmla="*/ 10931638 w 12203753"/>
              <a:gd name="connsiteY1004" fmla="*/ 6245162 h 6858000"/>
              <a:gd name="connsiteX1005" fmla="*/ 10163123 w 12203753"/>
              <a:gd name="connsiteY1005" fmla="*/ 6205962 h 6858000"/>
              <a:gd name="connsiteX1006" fmla="*/ 10265107 w 12203753"/>
              <a:gd name="connsiteY1006" fmla="*/ 6257592 h 6858000"/>
              <a:gd name="connsiteX1007" fmla="*/ 10360845 w 12203753"/>
              <a:gd name="connsiteY1007" fmla="*/ 6320121 h 6858000"/>
              <a:gd name="connsiteX1008" fmla="*/ 10338218 w 12203753"/>
              <a:gd name="connsiteY1008" fmla="*/ 6359321 h 6858000"/>
              <a:gd name="connsiteX1009" fmla="*/ 10236234 w 12203753"/>
              <a:gd name="connsiteY1009" fmla="*/ 6307691 h 6858000"/>
              <a:gd name="connsiteX1010" fmla="*/ 10140496 w 12203753"/>
              <a:gd name="connsiteY1010" fmla="*/ 6245162 h 6858000"/>
              <a:gd name="connsiteX1011" fmla="*/ 9371982 w 12203753"/>
              <a:gd name="connsiteY1011" fmla="*/ 6205962 h 6858000"/>
              <a:gd name="connsiteX1012" fmla="*/ 9474030 w 12203753"/>
              <a:gd name="connsiteY1012" fmla="*/ 6257592 h 6858000"/>
              <a:gd name="connsiteX1013" fmla="*/ 9569768 w 12203753"/>
              <a:gd name="connsiteY1013" fmla="*/ 6320121 h 6858000"/>
              <a:gd name="connsiteX1014" fmla="*/ 9547140 w 12203753"/>
              <a:gd name="connsiteY1014" fmla="*/ 6359321 h 6858000"/>
              <a:gd name="connsiteX1015" fmla="*/ 9445093 w 12203753"/>
              <a:gd name="connsiteY1015" fmla="*/ 6307691 h 6858000"/>
              <a:gd name="connsiteX1016" fmla="*/ 9349355 w 12203753"/>
              <a:gd name="connsiteY1016" fmla="*/ 6245162 h 6858000"/>
              <a:gd name="connsiteX1017" fmla="*/ 8580840 w 12203753"/>
              <a:gd name="connsiteY1017" fmla="*/ 6205962 h 6858000"/>
              <a:gd name="connsiteX1018" fmla="*/ 8682888 w 12203753"/>
              <a:gd name="connsiteY1018" fmla="*/ 6257592 h 6858000"/>
              <a:gd name="connsiteX1019" fmla="*/ 8778626 w 12203753"/>
              <a:gd name="connsiteY1019" fmla="*/ 6320121 h 6858000"/>
              <a:gd name="connsiteX1020" fmla="*/ 8755998 w 12203753"/>
              <a:gd name="connsiteY1020" fmla="*/ 6359321 h 6858000"/>
              <a:gd name="connsiteX1021" fmla="*/ 8654014 w 12203753"/>
              <a:gd name="connsiteY1021" fmla="*/ 6307691 h 6858000"/>
              <a:gd name="connsiteX1022" fmla="*/ 8558213 w 12203753"/>
              <a:gd name="connsiteY1022" fmla="*/ 6245162 h 6858000"/>
              <a:gd name="connsiteX1023" fmla="*/ 7789699 w 12203753"/>
              <a:gd name="connsiteY1023" fmla="*/ 6205962 h 6858000"/>
              <a:gd name="connsiteX1024" fmla="*/ 7891747 w 12203753"/>
              <a:gd name="connsiteY1024" fmla="*/ 6257592 h 6858000"/>
              <a:gd name="connsiteX1025" fmla="*/ 7987485 w 12203753"/>
              <a:gd name="connsiteY1025" fmla="*/ 6320121 h 6858000"/>
              <a:gd name="connsiteX1026" fmla="*/ 7964857 w 12203753"/>
              <a:gd name="connsiteY1026" fmla="*/ 6359321 h 6858000"/>
              <a:gd name="connsiteX1027" fmla="*/ 7862873 w 12203753"/>
              <a:gd name="connsiteY1027" fmla="*/ 6307691 h 6858000"/>
              <a:gd name="connsiteX1028" fmla="*/ 7767072 w 12203753"/>
              <a:gd name="connsiteY1028" fmla="*/ 6245162 h 6858000"/>
              <a:gd name="connsiteX1029" fmla="*/ 6998621 w 12203753"/>
              <a:gd name="connsiteY1029" fmla="*/ 6205962 h 6858000"/>
              <a:gd name="connsiteX1030" fmla="*/ 7100606 w 12203753"/>
              <a:gd name="connsiteY1030" fmla="*/ 6257592 h 6858000"/>
              <a:gd name="connsiteX1031" fmla="*/ 7196344 w 12203753"/>
              <a:gd name="connsiteY1031" fmla="*/ 6320121 h 6858000"/>
              <a:gd name="connsiteX1032" fmla="*/ 7173716 w 12203753"/>
              <a:gd name="connsiteY1032" fmla="*/ 6359321 h 6858000"/>
              <a:gd name="connsiteX1033" fmla="*/ 7071731 w 12203753"/>
              <a:gd name="connsiteY1033" fmla="*/ 6307691 h 6858000"/>
              <a:gd name="connsiteX1034" fmla="*/ 6975995 w 12203753"/>
              <a:gd name="connsiteY1034" fmla="*/ 6245162 h 6858000"/>
              <a:gd name="connsiteX1035" fmla="*/ 6207480 w 12203753"/>
              <a:gd name="connsiteY1035" fmla="*/ 6205962 h 6858000"/>
              <a:gd name="connsiteX1036" fmla="*/ 6309528 w 12203753"/>
              <a:gd name="connsiteY1036" fmla="*/ 6257592 h 6858000"/>
              <a:gd name="connsiteX1037" fmla="*/ 6405266 w 12203753"/>
              <a:gd name="connsiteY1037" fmla="*/ 6320121 h 6858000"/>
              <a:gd name="connsiteX1038" fmla="*/ 6382638 w 12203753"/>
              <a:gd name="connsiteY1038" fmla="*/ 6359321 h 6858000"/>
              <a:gd name="connsiteX1039" fmla="*/ 6280590 w 12203753"/>
              <a:gd name="connsiteY1039" fmla="*/ 6307691 h 6858000"/>
              <a:gd name="connsiteX1040" fmla="*/ 6184852 w 12203753"/>
              <a:gd name="connsiteY1040" fmla="*/ 6245162 h 6858000"/>
              <a:gd name="connsiteX1041" fmla="*/ 5416352 w 12203753"/>
              <a:gd name="connsiteY1041" fmla="*/ 6205962 h 6858000"/>
              <a:gd name="connsiteX1042" fmla="*/ 5416414 w 12203753"/>
              <a:gd name="connsiteY1042" fmla="*/ 6205962 h 6858000"/>
              <a:gd name="connsiteX1043" fmla="*/ 5416402 w 12203753"/>
              <a:gd name="connsiteY1043" fmla="*/ 6205985 h 6858000"/>
              <a:gd name="connsiteX1044" fmla="*/ 4625211 w 12203753"/>
              <a:gd name="connsiteY1044" fmla="*/ 6205962 h 6858000"/>
              <a:gd name="connsiteX1045" fmla="*/ 4625271 w 12203753"/>
              <a:gd name="connsiteY1045" fmla="*/ 6205962 h 6858000"/>
              <a:gd name="connsiteX1046" fmla="*/ 4625259 w 12203753"/>
              <a:gd name="connsiteY1046" fmla="*/ 6205985 h 6858000"/>
              <a:gd name="connsiteX1047" fmla="*/ 3834218 w 12203753"/>
              <a:gd name="connsiteY1047" fmla="*/ 6205962 h 6858000"/>
              <a:gd name="connsiteX1048" fmla="*/ 3834279 w 12203753"/>
              <a:gd name="connsiteY1048" fmla="*/ 6205962 h 6858000"/>
              <a:gd name="connsiteX1049" fmla="*/ 3834266 w 12203753"/>
              <a:gd name="connsiteY1049" fmla="*/ 6205985 h 6858000"/>
              <a:gd name="connsiteX1050" fmla="*/ 3043094 w 12203753"/>
              <a:gd name="connsiteY1050" fmla="*/ 6205962 h 6858000"/>
              <a:gd name="connsiteX1051" fmla="*/ 3043156 w 12203753"/>
              <a:gd name="connsiteY1051" fmla="*/ 6205962 h 6858000"/>
              <a:gd name="connsiteX1052" fmla="*/ 3043144 w 12203753"/>
              <a:gd name="connsiteY1052" fmla="*/ 6205985 h 6858000"/>
              <a:gd name="connsiteX1053" fmla="*/ 2251951 w 12203753"/>
              <a:gd name="connsiteY1053" fmla="*/ 6205962 h 6858000"/>
              <a:gd name="connsiteX1054" fmla="*/ 2252012 w 12203753"/>
              <a:gd name="connsiteY1054" fmla="*/ 6205962 h 6858000"/>
              <a:gd name="connsiteX1055" fmla="*/ 2252000 w 12203753"/>
              <a:gd name="connsiteY1055" fmla="*/ 6205985 h 6858000"/>
              <a:gd name="connsiteX1056" fmla="*/ 1460821 w 12203753"/>
              <a:gd name="connsiteY1056" fmla="*/ 6205962 h 6858000"/>
              <a:gd name="connsiteX1057" fmla="*/ 1460890 w 12203753"/>
              <a:gd name="connsiteY1057" fmla="*/ 6205962 h 6858000"/>
              <a:gd name="connsiteX1058" fmla="*/ 1460873 w 12203753"/>
              <a:gd name="connsiteY1058" fmla="*/ 6205985 h 6858000"/>
              <a:gd name="connsiteX1059" fmla="*/ 669744 w 12203753"/>
              <a:gd name="connsiteY1059" fmla="*/ 6205962 h 6858000"/>
              <a:gd name="connsiteX1060" fmla="*/ 669808 w 12203753"/>
              <a:gd name="connsiteY1060" fmla="*/ 6205962 h 6858000"/>
              <a:gd name="connsiteX1061" fmla="*/ 669795 w 12203753"/>
              <a:gd name="connsiteY1061" fmla="*/ 6205985 h 6858000"/>
              <a:gd name="connsiteX1062" fmla="*/ 12008079 w 12203753"/>
              <a:gd name="connsiteY1062" fmla="*/ 6054325 h 6858000"/>
              <a:gd name="connsiteX1063" fmla="*/ 12053335 w 12203753"/>
              <a:gd name="connsiteY1063" fmla="*/ 6054325 h 6858000"/>
              <a:gd name="connsiteX1064" fmla="*/ 12059645 w 12203753"/>
              <a:gd name="connsiteY1064" fmla="*/ 6168547 h 6858000"/>
              <a:gd name="connsiteX1065" fmla="*/ 12053335 w 12203753"/>
              <a:gd name="connsiteY1065" fmla="*/ 6282706 h 6858000"/>
              <a:gd name="connsiteX1066" fmla="*/ 12008079 w 12203753"/>
              <a:gd name="connsiteY1066" fmla="*/ 6282706 h 6858000"/>
              <a:gd name="connsiteX1067" fmla="*/ 12001833 w 12203753"/>
              <a:gd name="connsiteY1067" fmla="*/ 6168547 h 6858000"/>
              <a:gd name="connsiteX1068" fmla="*/ 12008079 w 12203753"/>
              <a:gd name="connsiteY1068" fmla="*/ 6054325 h 6858000"/>
              <a:gd name="connsiteX1069" fmla="*/ 11217002 w 12203753"/>
              <a:gd name="connsiteY1069" fmla="*/ 6054325 h 6858000"/>
              <a:gd name="connsiteX1070" fmla="*/ 11262194 w 12203753"/>
              <a:gd name="connsiteY1070" fmla="*/ 6054325 h 6858000"/>
              <a:gd name="connsiteX1071" fmla="*/ 11268504 w 12203753"/>
              <a:gd name="connsiteY1071" fmla="*/ 6168547 h 6858000"/>
              <a:gd name="connsiteX1072" fmla="*/ 11262194 w 12203753"/>
              <a:gd name="connsiteY1072" fmla="*/ 6282706 h 6858000"/>
              <a:gd name="connsiteX1073" fmla="*/ 11217002 w 12203753"/>
              <a:gd name="connsiteY1073" fmla="*/ 6282706 h 6858000"/>
              <a:gd name="connsiteX1074" fmla="*/ 11210692 w 12203753"/>
              <a:gd name="connsiteY1074" fmla="*/ 6168547 h 6858000"/>
              <a:gd name="connsiteX1075" fmla="*/ 11217002 w 12203753"/>
              <a:gd name="connsiteY1075" fmla="*/ 6054325 h 6858000"/>
              <a:gd name="connsiteX1076" fmla="*/ 10425860 w 12203753"/>
              <a:gd name="connsiteY1076" fmla="*/ 6054325 h 6858000"/>
              <a:gd name="connsiteX1077" fmla="*/ 10471052 w 12203753"/>
              <a:gd name="connsiteY1077" fmla="*/ 6054325 h 6858000"/>
              <a:gd name="connsiteX1078" fmla="*/ 10477362 w 12203753"/>
              <a:gd name="connsiteY1078" fmla="*/ 6168547 h 6858000"/>
              <a:gd name="connsiteX1079" fmla="*/ 10471052 w 12203753"/>
              <a:gd name="connsiteY1079" fmla="*/ 6282706 h 6858000"/>
              <a:gd name="connsiteX1080" fmla="*/ 10425860 w 12203753"/>
              <a:gd name="connsiteY1080" fmla="*/ 6282706 h 6858000"/>
              <a:gd name="connsiteX1081" fmla="*/ 10419550 w 12203753"/>
              <a:gd name="connsiteY1081" fmla="*/ 6168547 h 6858000"/>
              <a:gd name="connsiteX1082" fmla="*/ 10425860 w 12203753"/>
              <a:gd name="connsiteY1082" fmla="*/ 6054325 h 6858000"/>
              <a:gd name="connsiteX1083" fmla="*/ 9634719 w 12203753"/>
              <a:gd name="connsiteY1083" fmla="*/ 6054325 h 6858000"/>
              <a:gd name="connsiteX1084" fmla="*/ 9679974 w 12203753"/>
              <a:gd name="connsiteY1084" fmla="*/ 6054325 h 6858000"/>
              <a:gd name="connsiteX1085" fmla="*/ 9686221 w 12203753"/>
              <a:gd name="connsiteY1085" fmla="*/ 6168547 h 6858000"/>
              <a:gd name="connsiteX1086" fmla="*/ 9679974 w 12203753"/>
              <a:gd name="connsiteY1086" fmla="*/ 6282706 h 6858000"/>
              <a:gd name="connsiteX1087" fmla="*/ 9634719 w 12203753"/>
              <a:gd name="connsiteY1087" fmla="*/ 6282706 h 6858000"/>
              <a:gd name="connsiteX1088" fmla="*/ 9628408 w 12203753"/>
              <a:gd name="connsiteY1088" fmla="*/ 6168547 h 6858000"/>
              <a:gd name="connsiteX1089" fmla="*/ 9634719 w 12203753"/>
              <a:gd name="connsiteY1089" fmla="*/ 6054325 h 6858000"/>
              <a:gd name="connsiteX1090" fmla="*/ 8843577 w 12203753"/>
              <a:gd name="connsiteY1090" fmla="*/ 6054325 h 6858000"/>
              <a:gd name="connsiteX1091" fmla="*/ 8888832 w 12203753"/>
              <a:gd name="connsiteY1091" fmla="*/ 6054325 h 6858000"/>
              <a:gd name="connsiteX1092" fmla="*/ 8895079 w 12203753"/>
              <a:gd name="connsiteY1092" fmla="*/ 6168547 h 6858000"/>
              <a:gd name="connsiteX1093" fmla="*/ 8888832 w 12203753"/>
              <a:gd name="connsiteY1093" fmla="*/ 6282706 h 6858000"/>
              <a:gd name="connsiteX1094" fmla="*/ 8843577 w 12203753"/>
              <a:gd name="connsiteY1094" fmla="*/ 6282706 h 6858000"/>
              <a:gd name="connsiteX1095" fmla="*/ 8837330 w 12203753"/>
              <a:gd name="connsiteY1095" fmla="*/ 6168547 h 6858000"/>
              <a:gd name="connsiteX1096" fmla="*/ 8843577 w 12203753"/>
              <a:gd name="connsiteY1096" fmla="*/ 6054325 h 6858000"/>
              <a:gd name="connsiteX1097" fmla="*/ 8052435 w 12203753"/>
              <a:gd name="connsiteY1097" fmla="*/ 6054325 h 6858000"/>
              <a:gd name="connsiteX1098" fmla="*/ 8097691 w 12203753"/>
              <a:gd name="connsiteY1098" fmla="*/ 6054325 h 6858000"/>
              <a:gd name="connsiteX1099" fmla="*/ 8103938 w 12203753"/>
              <a:gd name="connsiteY1099" fmla="*/ 6168547 h 6858000"/>
              <a:gd name="connsiteX1100" fmla="*/ 8097691 w 12203753"/>
              <a:gd name="connsiteY1100" fmla="*/ 6282706 h 6858000"/>
              <a:gd name="connsiteX1101" fmla="*/ 8052435 w 12203753"/>
              <a:gd name="connsiteY1101" fmla="*/ 6282706 h 6858000"/>
              <a:gd name="connsiteX1102" fmla="*/ 8046189 w 12203753"/>
              <a:gd name="connsiteY1102" fmla="*/ 6168547 h 6858000"/>
              <a:gd name="connsiteX1103" fmla="*/ 8052435 w 12203753"/>
              <a:gd name="connsiteY1103" fmla="*/ 6054325 h 6858000"/>
              <a:gd name="connsiteX1104" fmla="*/ 7261293 w 12203753"/>
              <a:gd name="connsiteY1104" fmla="*/ 6054325 h 6858000"/>
              <a:gd name="connsiteX1105" fmla="*/ 7306549 w 12203753"/>
              <a:gd name="connsiteY1105" fmla="*/ 6054325 h 6858000"/>
              <a:gd name="connsiteX1106" fmla="*/ 7312860 w 12203753"/>
              <a:gd name="connsiteY1106" fmla="*/ 6168547 h 6858000"/>
              <a:gd name="connsiteX1107" fmla="*/ 7306549 w 12203753"/>
              <a:gd name="connsiteY1107" fmla="*/ 6282706 h 6858000"/>
              <a:gd name="connsiteX1108" fmla="*/ 7261293 w 12203753"/>
              <a:gd name="connsiteY1108" fmla="*/ 6282706 h 6858000"/>
              <a:gd name="connsiteX1109" fmla="*/ 7255047 w 12203753"/>
              <a:gd name="connsiteY1109" fmla="*/ 6168547 h 6858000"/>
              <a:gd name="connsiteX1110" fmla="*/ 7261293 w 12203753"/>
              <a:gd name="connsiteY1110" fmla="*/ 6054325 h 6858000"/>
              <a:gd name="connsiteX1111" fmla="*/ 6470217 w 12203753"/>
              <a:gd name="connsiteY1111" fmla="*/ 6054325 h 6858000"/>
              <a:gd name="connsiteX1112" fmla="*/ 6515408 w 12203753"/>
              <a:gd name="connsiteY1112" fmla="*/ 6054325 h 6858000"/>
              <a:gd name="connsiteX1113" fmla="*/ 6521719 w 12203753"/>
              <a:gd name="connsiteY1113" fmla="*/ 6168547 h 6858000"/>
              <a:gd name="connsiteX1114" fmla="*/ 6515408 w 12203753"/>
              <a:gd name="connsiteY1114" fmla="*/ 6282706 h 6858000"/>
              <a:gd name="connsiteX1115" fmla="*/ 6470217 w 12203753"/>
              <a:gd name="connsiteY1115" fmla="*/ 6282706 h 6858000"/>
              <a:gd name="connsiteX1116" fmla="*/ 6463906 w 12203753"/>
              <a:gd name="connsiteY1116" fmla="*/ 6168547 h 6858000"/>
              <a:gd name="connsiteX1117" fmla="*/ 6470217 w 12203753"/>
              <a:gd name="connsiteY1117" fmla="*/ 6054325 h 6858000"/>
              <a:gd name="connsiteX1118" fmla="*/ 5679084 w 12203753"/>
              <a:gd name="connsiteY1118" fmla="*/ 6054325 h 6858000"/>
              <a:gd name="connsiteX1119" fmla="*/ 5724338 w 12203753"/>
              <a:gd name="connsiteY1119" fmla="*/ 6054325 h 6858000"/>
              <a:gd name="connsiteX1120" fmla="*/ 5730645 w 12203753"/>
              <a:gd name="connsiteY1120" fmla="*/ 6168547 h 6858000"/>
              <a:gd name="connsiteX1121" fmla="*/ 5724338 w 12203753"/>
              <a:gd name="connsiteY1121" fmla="*/ 6282706 h 6858000"/>
              <a:gd name="connsiteX1122" fmla="*/ 5679084 w 12203753"/>
              <a:gd name="connsiteY1122" fmla="*/ 6282706 h 6858000"/>
              <a:gd name="connsiteX1123" fmla="*/ 5672835 w 12203753"/>
              <a:gd name="connsiteY1123" fmla="*/ 6168547 h 6858000"/>
              <a:gd name="connsiteX1124" fmla="*/ 5679084 w 12203753"/>
              <a:gd name="connsiteY1124" fmla="*/ 6054325 h 6858000"/>
              <a:gd name="connsiteX1125" fmla="*/ 4887944 w 12203753"/>
              <a:gd name="connsiteY1125" fmla="*/ 6054325 h 6858000"/>
              <a:gd name="connsiteX1126" fmla="*/ 4933198 w 12203753"/>
              <a:gd name="connsiteY1126" fmla="*/ 6054325 h 6858000"/>
              <a:gd name="connsiteX1127" fmla="*/ 4939507 w 12203753"/>
              <a:gd name="connsiteY1127" fmla="*/ 6168547 h 6858000"/>
              <a:gd name="connsiteX1128" fmla="*/ 4933198 w 12203753"/>
              <a:gd name="connsiteY1128" fmla="*/ 6282706 h 6858000"/>
              <a:gd name="connsiteX1129" fmla="*/ 4887944 w 12203753"/>
              <a:gd name="connsiteY1129" fmla="*/ 6282706 h 6858000"/>
              <a:gd name="connsiteX1130" fmla="*/ 4881632 w 12203753"/>
              <a:gd name="connsiteY1130" fmla="*/ 6168547 h 6858000"/>
              <a:gd name="connsiteX1131" fmla="*/ 4887944 w 12203753"/>
              <a:gd name="connsiteY1131" fmla="*/ 6054325 h 6858000"/>
              <a:gd name="connsiteX1132" fmla="*/ 4096880 w 12203753"/>
              <a:gd name="connsiteY1132" fmla="*/ 6054325 h 6858000"/>
              <a:gd name="connsiteX1133" fmla="*/ 4142136 w 12203753"/>
              <a:gd name="connsiteY1133" fmla="*/ 6054325 h 6858000"/>
              <a:gd name="connsiteX1134" fmla="*/ 4148446 w 12203753"/>
              <a:gd name="connsiteY1134" fmla="*/ 6168547 h 6858000"/>
              <a:gd name="connsiteX1135" fmla="*/ 4142136 w 12203753"/>
              <a:gd name="connsiteY1135" fmla="*/ 6282706 h 6858000"/>
              <a:gd name="connsiteX1136" fmla="*/ 4096880 w 12203753"/>
              <a:gd name="connsiteY1136" fmla="*/ 6282706 h 6858000"/>
              <a:gd name="connsiteX1137" fmla="*/ 4090633 w 12203753"/>
              <a:gd name="connsiteY1137" fmla="*/ 6168547 h 6858000"/>
              <a:gd name="connsiteX1138" fmla="*/ 4096880 w 12203753"/>
              <a:gd name="connsiteY1138" fmla="*/ 6054325 h 6858000"/>
              <a:gd name="connsiteX1139" fmla="*/ 3305820 w 12203753"/>
              <a:gd name="connsiteY1139" fmla="*/ 6054325 h 6858000"/>
              <a:gd name="connsiteX1140" fmla="*/ 3351078 w 12203753"/>
              <a:gd name="connsiteY1140" fmla="*/ 6054325 h 6858000"/>
              <a:gd name="connsiteX1141" fmla="*/ 3357385 w 12203753"/>
              <a:gd name="connsiteY1141" fmla="*/ 6168547 h 6858000"/>
              <a:gd name="connsiteX1142" fmla="*/ 3351078 w 12203753"/>
              <a:gd name="connsiteY1142" fmla="*/ 6282706 h 6858000"/>
              <a:gd name="connsiteX1143" fmla="*/ 3305820 w 12203753"/>
              <a:gd name="connsiteY1143" fmla="*/ 6282706 h 6858000"/>
              <a:gd name="connsiteX1144" fmla="*/ 3299575 w 12203753"/>
              <a:gd name="connsiteY1144" fmla="*/ 6168547 h 6858000"/>
              <a:gd name="connsiteX1145" fmla="*/ 3305820 w 12203753"/>
              <a:gd name="connsiteY1145" fmla="*/ 6054325 h 6858000"/>
              <a:gd name="connsiteX1146" fmla="*/ 2514689 w 12203753"/>
              <a:gd name="connsiteY1146" fmla="*/ 6054325 h 6858000"/>
              <a:gd name="connsiteX1147" fmla="*/ 2559944 w 12203753"/>
              <a:gd name="connsiteY1147" fmla="*/ 6054325 h 6858000"/>
              <a:gd name="connsiteX1148" fmla="*/ 2566255 w 12203753"/>
              <a:gd name="connsiteY1148" fmla="*/ 6168547 h 6858000"/>
              <a:gd name="connsiteX1149" fmla="*/ 2559944 w 12203753"/>
              <a:gd name="connsiteY1149" fmla="*/ 6282706 h 6858000"/>
              <a:gd name="connsiteX1150" fmla="*/ 2514689 w 12203753"/>
              <a:gd name="connsiteY1150" fmla="*/ 6282706 h 6858000"/>
              <a:gd name="connsiteX1151" fmla="*/ 2508380 w 12203753"/>
              <a:gd name="connsiteY1151" fmla="*/ 6168547 h 6858000"/>
              <a:gd name="connsiteX1152" fmla="*/ 2514689 w 12203753"/>
              <a:gd name="connsiteY1152" fmla="*/ 6054325 h 6858000"/>
              <a:gd name="connsiteX1153" fmla="*/ 1723556 w 12203753"/>
              <a:gd name="connsiteY1153" fmla="*/ 6054325 h 6858000"/>
              <a:gd name="connsiteX1154" fmla="*/ 1768814 w 12203753"/>
              <a:gd name="connsiteY1154" fmla="*/ 6054325 h 6858000"/>
              <a:gd name="connsiteX1155" fmla="*/ 1775124 w 12203753"/>
              <a:gd name="connsiteY1155" fmla="*/ 6168547 h 6858000"/>
              <a:gd name="connsiteX1156" fmla="*/ 1768814 w 12203753"/>
              <a:gd name="connsiteY1156" fmla="*/ 6282706 h 6858000"/>
              <a:gd name="connsiteX1157" fmla="*/ 1723556 w 12203753"/>
              <a:gd name="connsiteY1157" fmla="*/ 6282706 h 6858000"/>
              <a:gd name="connsiteX1158" fmla="*/ 1717310 w 12203753"/>
              <a:gd name="connsiteY1158" fmla="*/ 6168547 h 6858000"/>
              <a:gd name="connsiteX1159" fmla="*/ 1723556 w 12203753"/>
              <a:gd name="connsiteY1159" fmla="*/ 6054325 h 6858000"/>
              <a:gd name="connsiteX1160" fmla="*/ 932414 w 12203753"/>
              <a:gd name="connsiteY1160" fmla="*/ 6054325 h 6858000"/>
              <a:gd name="connsiteX1161" fmla="*/ 977669 w 12203753"/>
              <a:gd name="connsiteY1161" fmla="*/ 6054325 h 6858000"/>
              <a:gd name="connsiteX1162" fmla="*/ 983979 w 12203753"/>
              <a:gd name="connsiteY1162" fmla="*/ 6168547 h 6858000"/>
              <a:gd name="connsiteX1163" fmla="*/ 977669 w 12203753"/>
              <a:gd name="connsiteY1163" fmla="*/ 6282706 h 6858000"/>
              <a:gd name="connsiteX1164" fmla="*/ 932414 w 12203753"/>
              <a:gd name="connsiteY1164" fmla="*/ 6282706 h 6858000"/>
              <a:gd name="connsiteX1165" fmla="*/ 926104 w 12203753"/>
              <a:gd name="connsiteY1165" fmla="*/ 6168547 h 6858000"/>
              <a:gd name="connsiteX1166" fmla="*/ 932414 w 12203753"/>
              <a:gd name="connsiteY1166" fmla="*/ 6054325 h 6858000"/>
              <a:gd name="connsiteX1167" fmla="*/ 141346 w 12203753"/>
              <a:gd name="connsiteY1167" fmla="*/ 6054325 h 6858000"/>
              <a:gd name="connsiteX1168" fmla="*/ 186600 w 12203753"/>
              <a:gd name="connsiteY1168" fmla="*/ 6054325 h 6858000"/>
              <a:gd name="connsiteX1169" fmla="*/ 192910 w 12203753"/>
              <a:gd name="connsiteY1169" fmla="*/ 6168547 h 6858000"/>
              <a:gd name="connsiteX1170" fmla="*/ 186600 w 12203753"/>
              <a:gd name="connsiteY1170" fmla="*/ 6282706 h 6858000"/>
              <a:gd name="connsiteX1171" fmla="*/ 141346 w 12203753"/>
              <a:gd name="connsiteY1171" fmla="*/ 6282706 h 6858000"/>
              <a:gd name="connsiteX1172" fmla="*/ 135099 w 12203753"/>
              <a:gd name="connsiteY1172" fmla="*/ 6168547 h 6858000"/>
              <a:gd name="connsiteX1173" fmla="*/ 141346 w 12203753"/>
              <a:gd name="connsiteY1173" fmla="*/ 6054325 h 6858000"/>
              <a:gd name="connsiteX1174" fmla="*/ 5811965 w 12203753"/>
              <a:gd name="connsiteY1174" fmla="*/ 5977668 h 6858000"/>
              <a:gd name="connsiteX1175" fmla="*/ 5820348 w 12203753"/>
              <a:gd name="connsiteY1175" fmla="*/ 5981374 h 6858000"/>
              <a:gd name="connsiteX1176" fmla="*/ 5913960 w 12203753"/>
              <a:gd name="connsiteY1176" fmla="*/ 6029275 h 6858000"/>
              <a:gd name="connsiteX1177" fmla="*/ 6009695 w 12203753"/>
              <a:gd name="connsiteY1177" fmla="*/ 6091804 h 6858000"/>
              <a:gd name="connsiteX1178" fmla="*/ 5987067 w 12203753"/>
              <a:gd name="connsiteY1178" fmla="*/ 6131004 h 6858000"/>
              <a:gd name="connsiteX1179" fmla="*/ 5885086 w 12203753"/>
              <a:gd name="connsiteY1179" fmla="*/ 6079374 h 6858000"/>
              <a:gd name="connsiteX1180" fmla="*/ 5789350 w 12203753"/>
              <a:gd name="connsiteY1180" fmla="*/ 6016845 h 6858000"/>
              <a:gd name="connsiteX1181" fmla="*/ 5020837 w 12203753"/>
              <a:gd name="connsiteY1181" fmla="*/ 5977668 h 6858000"/>
              <a:gd name="connsiteX1182" fmla="*/ 5029217 w 12203753"/>
              <a:gd name="connsiteY1182" fmla="*/ 5981374 h 6858000"/>
              <a:gd name="connsiteX1183" fmla="*/ 5122827 w 12203753"/>
              <a:gd name="connsiteY1183" fmla="*/ 6029275 h 6858000"/>
              <a:gd name="connsiteX1184" fmla="*/ 5218566 w 12203753"/>
              <a:gd name="connsiteY1184" fmla="*/ 6091804 h 6858000"/>
              <a:gd name="connsiteX1185" fmla="*/ 5195941 w 12203753"/>
              <a:gd name="connsiteY1185" fmla="*/ 6131004 h 6858000"/>
              <a:gd name="connsiteX1186" fmla="*/ 5093953 w 12203753"/>
              <a:gd name="connsiteY1186" fmla="*/ 6079374 h 6858000"/>
              <a:gd name="connsiteX1187" fmla="*/ 4998215 w 12203753"/>
              <a:gd name="connsiteY1187" fmla="*/ 6016845 h 6858000"/>
              <a:gd name="connsiteX1188" fmla="*/ 4229752 w 12203753"/>
              <a:gd name="connsiteY1188" fmla="*/ 5977668 h 6858000"/>
              <a:gd name="connsiteX1189" fmla="*/ 4238133 w 12203753"/>
              <a:gd name="connsiteY1189" fmla="*/ 5981374 h 6858000"/>
              <a:gd name="connsiteX1190" fmla="*/ 4331748 w 12203753"/>
              <a:gd name="connsiteY1190" fmla="*/ 6029275 h 6858000"/>
              <a:gd name="connsiteX1191" fmla="*/ 4427491 w 12203753"/>
              <a:gd name="connsiteY1191" fmla="*/ 6091804 h 6858000"/>
              <a:gd name="connsiteX1192" fmla="*/ 4404860 w 12203753"/>
              <a:gd name="connsiteY1192" fmla="*/ 6131004 h 6858000"/>
              <a:gd name="connsiteX1193" fmla="*/ 4302877 w 12203753"/>
              <a:gd name="connsiteY1193" fmla="*/ 6079374 h 6858000"/>
              <a:gd name="connsiteX1194" fmla="*/ 4207137 w 12203753"/>
              <a:gd name="connsiteY1194" fmla="*/ 6016845 h 6858000"/>
              <a:gd name="connsiteX1195" fmla="*/ 3438701 w 12203753"/>
              <a:gd name="connsiteY1195" fmla="*/ 5977668 h 6858000"/>
              <a:gd name="connsiteX1196" fmla="*/ 3447084 w 12203753"/>
              <a:gd name="connsiteY1196" fmla="*/ 5981374 h 6858000"/>
              <a:gd name="connsiteX1197" fmla="*/ 3540702 w 12203753"/>
              <a:gd name="connsiteY1197" fmla="*/ 6029275 h 6858000"/>
              <a:gd name="connsiteX1198" fmla="*/ 3636436 w 12203753"/>
              <a:gd name="connsiteY1198" fmla="*/ 6091804 h 6858000"/>
              <a:gd name="connsiteX1199" fmla="*/ 3613807 w 12203753"/>
              <a:gd name="connsiteY1199" fmla="*/ 6131004 h 6858000"/>
              <a:gd name="connsiteX1200" fmla="*/ 3511829 w 12203753"/>
              <a:gd name="connsiteY1200" fmla="*/ 6079374 h 6858000"/>
              <a:gd name="connsiteX1201" fmla="*/ 3416090 w 12203753"/>
              <a:gd name="connsiteY1201" fmla="*/ 6016845 h 6858000"/>
              <a:gd name="connsiteX1202" fmla="*/ 2647573 w 12203753"/>
              <a:gd name="connsiteY1202" fmla="*/ 5977668 h 6858000"/>
              <a:gd name="connsiteX1203" fmla="*/ 2655955 w 12203753"/>
              <a:gd name="connsiteY1203" fmla="*/ 5981374 h 6858000"/>
              <a:gd name="connsiteX1204" fmla="*/ 2749571 w 12203753"/>
              <a:gd name="connsiteY1204" fmla="*/ 6029275 h 6858000"/>
              <a:gd name="connsiteX1205" fmla="*/ 2845305 w 12203753"/>
              <a:gd name="connsiteY1205" fmla="*/ 6091804 h 6858000"/>
              <a:gd name="connsiteX1206" fmla="*/ 2822677 w 12203753"/>
              <a:gd name="connsiteY1206" fmla="*/ 6131004 h 6858000"/>
              <a:gd name="connsiteX1207" fmla="*/ 2720696 w 12203753"/>
              <a:gd name="connsiteY1207" fmla="*/ 6079374 h 6858000"/>
              <a:gd name="connsiteX1208" fmla="*/ 2624959 w 12203753"/>
              <a:gd name="connsiteY1208" fmla="*/ 6016845 h 6858000"/>
              <a:gd name="connsiteX1209" fmla="*/ 1856440 w 12203753"/>
              <a:gd name="connsiteY1209" fmla="*/ 5977668 h 6858000"/>
              <a:gd name="connsiteX1210" fmla="*/ 1864826 w 12203753"/>
              <a:gd name="connsiteY1210" fmla="*/ 5981374 h 6858000"/>
              <a:gd name="connsiteX1211" fmla="*/ 1958439 w 12203753"/>
              <a:gd name="connsiteY1211" fmla="*/ 6029275 h 6858000"/>
              <a:gd name="connsiteX1212" fmla="*/ 2054174 w 12203753"/>
              <a:gd name="connsiteY1212" fmla="*/ 6091804 h 6858000"/>
              <a:gd name="connsiteX1213" fmla="*/ 2031546 w 12203753"/>
              <a:gd name="connsiteY1213" fmla="*/ 6131004 h 6858000"/>
              <a:gd name="connsiteX1214" fmla="*/ 1929564 w 12203753"/>
              <a:gd name="connsiteY1214" fmla="*/ 6079374 h 6858000"/>
              <a:gd name="connsiteX1215" fmla="*/ 1833827 w 12203753"/>
              <a:gd name="connsiteY1215" fmla="*/ 6016845 h 6858000"/>
              <a:gd name="connsiteX1216" fmla="*/ 1065369 w 12203753"/>
              <a:gd name="connsiteY1216" fmla="*/ 5977668 h 6858000"/>
              <a:gd name="connsiteX1217" fmla="*/ 1073750 w 12203753"/>
              <a:gd name="connsiteY1217" fmla="*/ 5981374 h 6858000"/>
              <a:gd name="connsiteX1218" fmla="*/ 1167366 w 12203753"/>
              <a:gd name="connsiteY1218" fmla="*/ 6029275 h 6858000"/>
              <a:gd name="connsiteX1219" fmla="*/ 1263103 w 12203753"/>
              <a:gd name="connsiteY1219" fmla="*/ 6091804 h 6858000"/>
              <a:gd name="connsiteX1220" fmla="*/ 1240476 w 12203753"/>
              <a:gd name="connsiteY1220" fmla="*/ 6131004 h 6858000"/>
              <a:gd name="connsiteX1221" fmla="*/ 1138491 w 12203753"/>
              <a:gd name="connsiteY1221" fmla="*/ 6079374 h 6858000"/>
              <a:gd name="connsiteX1222" fmla="*/ 1042746 w 12203753"/>
              <a:gd name="connsiteY1222" fmla="*/ 6016845 h 6858000"/>
              <a:gd name="connsiteX1223" fmla="*/ 274229 w 12203753"/>
              <a:gd name="connsiteY1223" fmla="*/ 5977668 h 6858000"/>
              <a:gd name="connsiteX1224" fmla="*/ 282613 w 12203753"/>
              <a:gd name="connsiteY1224" fmla="*/ 5981374 h 6858000"/>
              <a:gd name="connsiteX1225" fmla="*/ 376224 w 12203753"/>
              <a:gd name="connsiteY1225" fmla="*/ 6029275 h 6858000"/>
              <a:gd name="connsiteX1226" fmla="*/ 471959 w 12203753"/>
              <a:gd name="connsiteY1226" fmla="*/ 6091804 h 6858000"/>
              <a:gd name="connsiteX1227" fmla="*/ 449332 w 12203753"/>
              <a:gd name="connsiteY1227" fmla="*/ 6131004 h 6858000"/>
              <a:gd name="connsiteX1228" fmla="*/ 347352 w 12203753"/>
              <a:gd name="connsiteY1228" fmla="*/ 6079374 h 6858000"/>
              <a:gd name="connsiteX1229" fmla="*/ 251614 w 12203753"/>
              <a:gd name="connsiteY1229" fmla="*/ 6016845 h 6858000"/>
              <a:gd name="connsiteX1230" fmla="*/ 12140914 w 12203753"/>
              <a:gd name="connsiteY1230" fmla="*/ 5977645 h 6858000"/>
              <a:gd name="connsiteX1231" fmla="*/ 12171908 w 12203753"/>
              <a:gd name="connsiteY1231" fmla="*/ 5991891 h 6858000"/>
              <a:gd name="connsiteX1232" fmla="*/ 12203753 w 12203753"/>
              <a:gd name="connsiteY1232" fmla="*/ 6008646 h 6858000"/>
              <a:gd name="connsiteX1233" fmla="*/ 12203753 w 12203753"/>
              <a:gd name="connsiteY1233" fmla="*/ 6072858 h 6858000"/>
              <a:gd name="connsiteX1234" fmla="*/ 12146156 w 12203753"/>
              <a:gd name="connsiteY1234" fmla="*/ 6036541 h 6858000"/>
              <a:gd name="connsiteX1235" fmla="*/ 12118286 w 12203753"/>
              <a:gd name="connsiteY1235" fmla="*/ 6016845 h 6858000"/>
              <a:gd name="connsiteX1236" fmla="*/ 11920501 w 12203753"/>
              <a:gd name="connsiteY1236" fmla="*/ 5977645 h 6858000"/>
              <a:gd name="connsiteX1237" fmla="*/ 11943128 w 12203753"/>
              <a:gd name="connsiteY1237" fmla="*/ 6016845 h 6858000"/>
              <a:gd name="connsiteX1238" fmla="*/ 11847390 w 12203753"/>
              <a:gd name="connsiteY1238" fmla="*/ 6079374 h 6858000"/>
              <a:gd name="connsiteX1239" fmla="*/ 11745343 w 12203753"/>
              <a:gd name="connsiteY1239" fmla="*/ 6131004 h 6858000"/>
              <a:gd name="connsiteX1240" fmla="*/ 11722715 w 12203753"/>
              <a:gd name="connsiteY1240" fmla="*/ 6091804 h 6858000"/>
              <a:gd name="connsiteX1241" fmla="*/ 11818516 w 12203753"/>
              <a:gd name="connsiteY1241" fmla="*/ 6029275 h 6858000"/>
              <a:gd name="connsiteX1242" fmla="*/ 11920501 w 12203753"/>
              <a:gd name="connsiteY1242" fmla="*/ 5977645 h 6858000"/>
              <a:gd name="connsiteX1243" fmla="*/ 11349836 w 12203753"/>
              <a:gd name="connsiteY1243" fmla="*/ 5977645 h 6858000"/>
              <a:gd name="connsiteX1244" fmla="*/ 11451820 w 12203753"/>
              <a:gd name="connsiteY1244" fmla="*/ 6029275 h 6858000"/>
              <a:gd name="connsiteX1245" fmla="*/ 11547558 w 12203753"/>
              <a:gd name="connsiteY1245" fmla="*/ 6091804 h 6858000"/>
              <a:gd name="connsiteX1246" fmla="*/ 11524930 w 12203753"/>
              <a:gd name="connsiteY1246" fmla="*/ 6131004 h 6858000"/>
              <a:gd name="connsiteX1247" fmla="*/ 11422946 w 12203753"/>
              <a:gd name="connsiteY1247" fmla="*/ 6079374 h 6858000"/>
              <a:gd name="connsiteX1248" fmla="*/ 11327208 w 12203753"/>
              <a:gd name="connsiteY1248" fmla="*/ 6016845 h 6858000"/>
              <a:gd name="connsiteX1249" fmla="*/ 11129360 w 12203753"/>
              <a:gd name="connsiteY1249" fmla="*/ 5977645 h 6858000"/>
              <a:gd name="connsiteX1250" fmla="*/ 11151987 w 12203753"/>
              <a:gd name="connsiteY1250" fmla="*/ 6016845 h 6858000"/>
              <a:gd name="connsiteX1251" fmla="*/ 11056249 w 12203753"/>
              <a:gd name="connsiteY1251" fmla="*/ 6079374 h 6858000"/>
              <a:gd name="connsiteX1252" fmla="*/ 10954265 w 12203753"/>
              <a:gd name="connsiteY1252" fmla="*/ 6131004 h 6858000"/>
              <a:gd name="connsiteX1253" fmla="*/ 10931638 w 12203753"/>
              <a:gd name="connsiteY1253" fmla="*/ 6091804 h 6858000"/>
              <a:gd name="connsiteX1254" fmla="*/ 11027376 w 12203753"/>
              <a:gd name="connsiteY1254" fmla="*/ 6029275 h 6858000"/>
              <a:gd name="connsiteX1255" fmla="*/ 11129360 w 12203753"/>
              <a:gd name="connsiteY1255" fmla="*/ 5977645 h 6858000"/>
              <a:gd name="connsiteX1256" fmla="*/ 10558694 w 12203753"/>
              <a:gd name="connsiteY1256" fmla="*/ 5977645 h 6858000"/>
              <a:gd name="connsiteX1257" fmla="*/ 10660678 w 12203753"/>
              <a:gd name="connsiteY1257" fmla="*/ 6029275 h 6858000"/>
              <a:gd name="connsiteX1258" fmla="*/ 10756416 w 12203753"/>
              <a:gd name="connsiteY1258" fmla="*/ 6091804 h 6858000"/>
              <a:gd name="connsiteX1259" fmla="*/ 10733788 w 12203753"/>
              <a:gd name="connsiteY1259" fmla="*/ 6131004 h 6858000"/>
              <a:gd name="connsiteX1260" fmla="*/ 10631804 w 12203753"/>
              <a:gd name="connsiteY1260" fmla="*/ 6079374 h 6858000"/>
              <a:gd name="connsiteX1261" fmla="*/ 10536066 w 12203753"/>
              <a:gd name="connsiteY1261" fmla="*/ 6016845 h 6858000"/>
              <a:gd name="connsiteX1262" fmla="*/ 10338218 w 12203753"/>
              <a:gd name="connsiteY1262" fmla="*/ 5977645 h 6858000"/>
              <a:gd name="connsiteX1263" fmla="*/ 10360845 w 12203753"/>
              <a:gd name="connsiteY1263" fmla="*/ 6016845 h 6858000"/>
              <a:gd name="connsiteX1264" fmla="*/ 10265107 w 12203753"/>
              <a:gd name="connsiteY1264" fmla="*/ 6079374 h 6858000"/>
              <a:gd name="connsiteX1265" fmla="*/ 10163123 w 12203753"/>
              <a:gd name="connsiteY1265" fmla="*/ 6131004 h 6858000"/>
              <a:gd name="connsiteX1266" fmla="*/ 10140496 w 12203753"/>
              <a:gd name="connsiteY1266" fmla="*/ 6091804 h 6858000"/>
              <a:gd name="connsiteX1267" fmla="*/ 10236234 w 12203753"/>
              <a:gd name="connsiteY1267" fmla="*/ 6029275 h 6858000"/>
              <a:gd name="connsiteX1268" fmla="*/ 10338218 w 12203753"/>
              <a:gd name="connsiteY1268" fmla="*/ 5977645 h 6858000"/>
              <a:gd name="connsiteX1269" fmla="*/ 9767553 w 12203753"/>
              <a:gd name="connsiteY1269" fmla="*/ 5977645 h 6858000"/>
              <a:gd name="connsiteX1270" fmla="*/ 9869601 w 12203753"/>
              <a:gd name="connsiteY1270" fmla="*/ 6029275 h 6858000"/>
              <a:gd name="connsiteX1271" fmla="*/ 9965339 w 12203753"/>
              <a:gd name="connsiteY1271" fmla="*/ 6091804 h 6858000"/>
              <a:gd name="connsiteX1272" fmla="*/ 9942711 w 12203753"/>
              <a:gd name="connsiteY1272" fmla="*/ 6131004 h 6858000"/>
              <a:gd name="connsiteX1273" fmla="*/ 9840663 w 12203753"/>
              <a:gd name="connsiteY1273" fmla="*/ 6079374 h 6858000"/>
              <a:gd name="connsiteX1274" fmla="*/ 9744925 w 12203753"/>
              <a:gd name="connsiteY1274" fmla="*/ 6016845 h 6858000"/>
              <a:gd name="connsiteX1275" fmla="*/ 9547140 w 12203753"/>
              <a:gd name="connsiteY1275" fmla="*/ 5977645 h 6858000"/>
              <a:gd name="connsiteX1276" fmla="*/ 9569768 w 12203753"/>
              <a:gd name="connsiteY1276" fmla="*/ 6016845 h 6858000"/>
              <a:gd name="connsiteX1277" fmla="*/ 9474030 w 12203753"/>
              <a:gd name="connsiteY1277" fmla="*/ 6079374 h 6858000"/>
              <a:gd name="connsiteX1278" fmla="*/ 9371982 w 12203753"/>
              <a:gd name="connsiteY1278" fmla="*/ 6131004 h 6858000"/>
              <a:gd name="connsiteX1279" fmla="*/ 9349355 w 12203753"/>
              <a:gd name="connsiteY1279" fmla="*/ 6091804 h 6858000"/>
              <a:gd name="connsiteX1280" fmla="*/ 9445093 w 12203753"/>
              <a:gd name="connsiteY1280" fmla="*/ 6029275 h 6858000"/>
              <a:gd name="connsiteX1281" fmla="*/ 9547140 w 12203753"/>
              <a:gd name="connsiteY1281" fmla="*/ 5977645 h 6858000"/>
              <a:gd name="connsiteX1282" fmla="*/ 8976412 w 12203753"/>
              <a:gd name="connsiteY1282" fmla="*/ 5977645 h 6858000"/>
              <a:gd name="connsiteX1283" fmla="*/ 9078460 w 12203753"/>
              <a:gd name="connsiteY1283" fmla="*/ 6029275 h 6858000"/>
              <a:gd name="connsiteX1284" fmla="*/ 9174198 w 12203753"/>
              <a:gd name="connsiteY1284" fmla="*/ 6091804 h 6858000"/>
              <a:gd name="connsiteX1285" fmla="*/ 9151570 w 12203753"/>
              <a:gd name="connsiteY1285" fmla="*/ 6131004 h 6858000"/>
              <a:gd name="connsiteX1286" fmla="*/ 9049585 w 12203753"/>
              <a:gd name="connsiteY1286" fmla="*/ 6079374 h 6858000"/>
              <a:gd name="connsiteX1287" fmla="*/ 8953784 w 12203753"/>
              <a:gd name="connsiteY1287" fmla="*/ 6016845 h 6858000"/>
              <a:gd name="connsiteX1288" fmla="*/ 8755998 w 12203753"/>
              <a:gd name="connsiteY1288" fmla="*/ 5977645 h 6858000"/>
              <a:gd name="connsiteX1289" fmla="*/ 8778626 w 12203753"/>
              <a:gd name="connsiteY1289" fmla="*/ 6016845 h 6858000"/>
              <a:gd name="connsiteX1290" fmla="*/ 8682888 w 12203753"/>
              <a:gd name="connsiteY1290" fmla="*/ 6079374 h 6858000"/>
              <a:gd name="connsiteX1291" fmla="*/ 8580840 w 12203753"/>
              <a:gd name="connsiteY1291" fmla="*/ 6131004 h 6858000"/>
              <a:gd name="connsiteX1292" fmla="*/ 8558213 w 12203753"/>
              <a:gd name="connsiteY1292" fmla="*/ 6091804 h 6858000"/>
              <a:gd name="connsiteX1293" fmla="*/ 8654014 w 12203753"/>
              <a:gd name="connsiteY1293" fmla="*/ 6029275 h 6858000"/>
              <a:gd name="connsiteX1294" fmla="*/ 8755998 w 12203753"/>
              <a:gd name="connsiteY1294" fmla="*/ 5977645 h 6858000"/>
              <a:gd name="connsiteX1295" fmla="*/ 8185270 w 12203753"/>
              <a:gd name="connsiteY1295" fmla="*/ 5977645 h 6858000"/>
              <a:gd name="connsiteX1296" fmla="*/ 8287318 w 12203753"/>
              <a:gd name="connsiteY1296" fmla="*/ 6029275 h 6858000"/>
              <a:gd name="connsiteX1297" fmla="*/ 8383056 w 12203753"/>
              <a:gd name="connsiteY1297" fmla="*/ 6091804 h 6858000"/>
              <a:gd name="connsiteX1298" fmla="*/ 8360428 w 12203753"/>
              <a:gd name="connsiteY1298" fmla="*/ 6131004 h 6858000"/>
              <a:gd name="connsiteX1299" fmla="*/ 8258443 w 12203753"/>
              <a:gd name="connsiteY1299" fmla="*/ 6079374 h 6858000"/>
              <a:gd name="connsiteX1300" fmla="*/ 8162642 w 12203753"/>
              <a:gd name="connsiteY1300" fmla="*/ 6016845 h 6858000"/>
              <a:gd name="connsiteX1301" fmla="*/ 7964857 w 12203753"/>
              <a:gd name="connsiteY1301" fmla="*/ 5977645 h 6858000"/>
              <a:gd name="connsiteX1302" fmla="*/ 7987485 w 12203753"/>
              <a:gd name="connsiteY1302" fmla="*/ 6016845 h 6858000"/>
              <a:gd name="connsiteX1303" fmla="*/ 7891747 w 12203753"/>
              <a:gd name="connsiteY1303" fmla="*/ 6079374 h 6858000"/>
              <a:gd name="connsiteX1304" fmla="*/ 7789699 w 12203753"/>
              <a:gd name="connsiteY1304" fmla="*/ 6131004 h 6858000"/>
              <a:gd name="connsiteX1305" fmla="*/ 7767072 w 12203753"/>
              <a:gd name="connsiteY1305" fmla="*/ 6091804 h 6858000"/>
              <a:gd name="connsiteX1306" fmla="*/ 7862873 w 12203753"/>
              <a:gd name="connsiteY1306" fmla="*/ 6029275 h 6858000"/>
              <a:gd name="connsiteX1307" fmla="*/ 7964857 w 12203753"/>
              <a:gd name="connsiteY1307" fmla="*/ 5977645 h 6858000"/>
              <a:gd name="connsiteX1308" fmla="*/ 7394192 w 12203753"/>
              <a:gd name="connsiteY1308" fmla="*/ 5977645 h 6858000"/>
              <a:gd name="connsiteX1309" fmla="*/ 7496176 w 12203753"/>
              <a:gd name="connsiteY1309" fmla="*/ 6029275 h 6858000"/>
              <a:gd name="connsiteX1310" fmla="*/ 7591913 w 12203753"/>
              <a:gd name="connsiteY1310" fmla="*/ 6091804 h 6858000"/>
              <a:gd name="connsiteX1311" fmla="*/ 7569286 w 12203753"/>
              <a:gd name="connsiteY1311" fmla="*/ 6131004 h 6858000"/>
              <a:gd name="connsiteX1312" fmla="*/ 7467302 w 12203753"/>
              <a:gd name="connsiteY1312" fmla="*/ 6079374 h 6858000"/>
              <a:gd name="connsiteX1313" fmla="*/ 7371564 w 12203753"/>
              <a:gd name="connsiteY1313" fmla="*/ 6016845 h 6858000"/>
              <a:gd name="connsiteX1314" fmla="*/ 7173716 w 12203753"/>
              <a:gd name="connsiteY1314" fmla="*/ 5977645 h 6858000"/>
              <a:gd name="connsiteX1315" fmla="*/ 7196344 w 12203753"/>
              <a:gd name="connsiteY1315" fmla="*/ 6016845 h 6858000"/>
              <a:gd name="connsiteX1316" fmla="*/ 7100606 w 12203753"/>
              <a:gd name="connsiteY1316" fmla="*/ 6079374 h 6858000"/>
              <a:gd name="connsiteX1317" fmla="*/ 6998621 w 12203753"/>
              <a:gd name="connsiteY1317" fmla="*/ 6131004 h 6858000"/>
              <a:gd name="connsiteX1318" fmla="*/ 6975995 w 12203753"/>
              <a:gd name="connsiteY1318" fmla="*/ 6091804 h 6858000"/>
              <a:gd name="connsiteX1319" fmla="*/ 7071731 w 12203753"/>
              <a:gd name="connsiteY1319" fmla="*/ 6029275 h 6858000"/>
              <a:gd name="connsiteX1320" fmla="*/ 7173716 w 12203753"/>
              <a:gd name="connsiteY1320" fmla="*/ 5977645 h 6858000"/>
              <a:gd name="connsiteX1321" fmla="*/ 6603052 w 12203753"/>
              <a:gd name="connsiteY1321" fmla="*/ 5977645 h 6858000"/>
              <a:gd name="connsiteX1322" fmla="*/ 6705100 w 12203753"/>
              <a:gd name="connsiteY1322" fmla="*/ 6029275 h 6858000"/>
              <a:gd name="connsiteX1323" fmla="*/ 6800837 w 12203753"/>
              <a:gd name="connsiteY1323" fmla="*/ 6091804 h 6858000"/>
              <a:gd name="connsiteX1324" fmla="*/ 6778210 w 12203753"/>
              <a:gd name="connsiteY1324" fmla="*/ 6131004 h 6858000"/>
              <a:gd name="connsiteX1325" fmla="*/ 6676161 w 12203753"/>
              <a:gd name="connsiteY1325" fmla="*/ 6079374 h 6858000"/>
              <a:gd name="connsiteX1326" fmla="*/ 6580424 w 12203753"/>
              <a:gd name="connsiteY1326" fmla="*/ 6016845 h 6858000"/>
              <a:gd name="connsiteX1327" fmla="*/ 6382638 w 12203753"/>
              <a:gd name="connsiteY1327" fmla="*/ 5977645 h 6858000"/>
              <a:gd name="connsiteX1328" fmla="*/ 6405201 w 12203753"/>
              <a:gd name="connsiteY1328" fmla="*/ 6016845 h 6858000"/>
              <a:gd name="connsiteX1329" fmla="*/ 6309528 w 12203753"/>
              <a:gd name="connsiteY1329" fmla="*/ 6079374 h 6858000"/>
              <a:gd name="connsiteX1330" fmla="*/ 6207480 w 12203753"/>
              <a:gd name="connsiteY1330" fmla="*/ 6131004 h 6858000"/>
              <a:gd name="connsiteX1331" fmla="*/ 6184852 w 12203753"/>
              <a:gd name="connsiteY1331" fmla="*/ 6091804 h 6858000"/>
              <a:gd name="connsiteX1332" fmla="*/ 6280590 w 12203753"/>
              <a:gd name="connsiteY1332" fmla="*/ 6029275 h 6858000"/>
              <a:gd name="connsiteX1333" fmla="*/ 6382638 w 12203753"/>
              <a:gd name="connsiteY1333" fmla="*/ 5977645 h 6858000"/>
              <a:gd name="connsiteX1334" fmla="*/ 5811914 w 12203753"/>
              <a:gd name="connsiteY1334" fmla="*/ 5977645 h 6858000"/>
              <a:gd name="connsiteX1335" fmla="*/ 5811979 w 12203753"/>
              <a:gd name="connsiteY1335" fmla="*/ 5977645 h 6858000"/>
              <a:gd name="connsiteX1336" fmla="*/ 5811965 w 12203753"/>
              <a:gd name="connsiteY1336" fmla="*/ 5977668 h 6858000"/>
              <a:gd name="connsiteX1337" fmla="*/ 5591444 w 12203753"/>
              <a:gd name="connsiteY1337" fmla="*/ 5977645 h 6858000"/>
              <a:gd name="connsiteX1338" fmla="*/ 5614067 w 12203753"/>
              <a:gd name="connsiteY1338" fmla="*/ 6016845 h 6858000"/>
              <a:gd name="connsiteX1339" fmla="*/ 5518332 w 12203753"/>
              <a:gd name="connsiteY1339" fmla="*/ 6079374 h 6858000"/>
              <a:gd name="connsiteX1340" fmla="*/ 5416289 w 12203753"/>
              <a:gd name="connsiteY1340" fmla="*/ 6131004 h 6858000"/>
              <a:gd name="connsiteX1341" fmla="*/ 5393662 w 12203753"/>
              <a:gd name="connsiteY1341" fmla="*/ 6091804 h 6858000"/>
              <a:gd name="connsiteX1342" fmla="*/ 5393724 w 12203753"/>
              <a:gd name="connsiteY1342" fmla="*/ 6091804 h 6858000"/>
              <a:gd name="connsiteX1343" fmla="*/ 5489459 w 12203753"/>
              <a:gd name="connsiteY1343" fmla="*/ 6029275 h 6858000"/>
              <a:gd name="connsiteX1344" fmla="*/ 5591444 w 12203753"/>
              <a:gd name="connsiteY1344" fmla="*/ 5977645 h 6858000"/>
              <a:gd name="connsiteX1345" fmla="*/ 5020783 w 12203753"/>
              <a:gd name="connsiteY1345" fmla="*/ 5977645 h 6858000"/>
              <a:gd name="connsiteX1346" fmla="*/ 5020848 w 12203753"/>
              <a:gd name="connsiteY1346" fmla="*/ 5977645 h 6858000"/>
              <a:gd name="connsiteX1347" fmla="*/ 5020837 w 12203753"/>
              <a:gd name="connsiteY1347" fmla="*/ 5977668 h 6858000"/>
              <a:gd name="connsiteX1348" fmla="*/ 4800426 w 12203753"/>
              <a:gd name="connsiteY1348" fmla="*/ 5977645 h 6858000"/>
              <a:gd name="connsiteX1349" fmla="*/ 4823054 w 12203753"/>
              <a:gd name="connsiteY1349" fmla="*/ 6016845 h 6858000"/>
              <a:gd name="connsiteX1350" fmla="*/ 4727319 w 12203753"/>
              <a:gd name="connsiteY1350" fmla="*/ 6079374 h 6858000"/>
              <a:gd name="connsiteX1351" fmla="*/ 4625271 w 12203753"/>
              <a:gd name="connsiteY1351" fmla="*/ 6131004 h 6858000"/>
              <a:gd name="connsiteX1352" fmla="*/ 4602649 w 12203753"/>
              <a:gd name="connsiteY1352" fmla="*/ 6091804 h 6858000"/>
              <a:gd name="connsiteX1353" fmla="*/ 4698380 w 12203753"/>
              <a:gd name="connsiteY1353" fmla="*/ 6029275 h 6858000"/>
              <a:gd name="connsiteX1354" fmla="*/ 4800426 w 12203753"/>
              <a:gd name="connsiteY1354" fmla="*/ 5977645 h 6858000"/>
              <a:gd name="connsiteX1355" fmla="*/ 4229702 w 12203753"/>
              <a:gd name="connsiteY1355" fmla="*/ 5977645 h 6858000"/>
              <a:gd name="connsiteX1356" fmla="*/ 4229764 w 12203753"/>
              <a:gd name="connsiteY1356" fmla="*/ 5977645 h 6858000"/>
              <a:gd name="connsiteX1357" fmla="*/ 4229752 w 12203753"/>
              <a:gd name="connsiteY1357" fmla="*/ 5977668 h 6858000"/>
              <a:gd name="connsiteX1358" fmla="*/ 4009366 w 12203753"/>
              <a:gd name="connsiteY1358" fmla="*/ 5977645 h 6858000"/>
              <a:gd name="connsiteX1359" fmla="*/ 4031992 w 12203753"/>
              <a:gd name="connsiteY1359" fmla="*/ 6016845 h 6858000"/>
              <a:gd name="connsiteX1360" fmla="*/ 3936266 w 12203753"/>
              <a:gd name="connsiteY1360" fmla="*/ 6079374 h 6858000"/>
              <a:gd name="connsiteX1361" fmla="*/ 3834218 w 12203753"/>
              <a:gd name="connsiteY1361" fmla="*/ 6131004 h 6858000"/>
              <a:gd name="connsiteX1362" fmla="*/ 3811587 w 12203753"/>
              <a:gd name="connsiteY1362" fmla="*/ 6091804 h 6858000"/>
              <a:gd name="connsiteX1363" fmla="*/ 3907323 w 12203753"/>
              <a:gd name="connsiteY1363" fmla="*/ 6029275 h 6858000"/>
              <a:gd name="connsiteX1364" fmla="*/ 4009366 w 12203753"/>
              <a:gd name="connsiteY1364" fmla="*/ 5977645 h 6858000"/>
              <a:gd name="connsiteX1365" fmla="*/ 3438650 w 12203753"/>
              <a:gd name="connsiteY1365" fmla="*/ 5977645 h 6858000"/>
              <a:gd name="connsiteX1366" fmla="*/ 3438713 w 12203753"/>
              <a:gd name="connsiteY1366" fmla="*/ 5977645 h 6858000"/>
              <a:gd name="connsiteX1367" fmla="*/ 3438701 w 12203753"/>
              <a:gd name="connsiteY1367" fmla="*/ 5977668 h 6858000"/>
              <a:gd name="connsiteX1368" fmla="*/ 3218179 w 12203753"/>
              <a:gd name="connsiteY1368" fmla="*/ 5977645 h 6858000"/>
              <a:gd name="connsiteX1369" fmla="*/ 3240807 w 12203753"/>
              <a:gd name="connsiteY1369" fmla="*/ 6016845 h 6858000"/>
              <a:gd name="connsiteX1370" fmla="*/ 3145079 w 12203753"/>
              <a:gd name="connsiteY1370" fmla="*/ 6079374 h 6858000"/>
              <a:gd name="connsiteX1371" fmla="*/ 3043026 w 12203753"/>
              <a:gd name="connsiteY1371" fmla="*/ 6131004 h 6858000"/>
              <a:gd name="connsiteX1372" fmla="*/ 3020398 w 12203753"/>
              <a:gd name="connsiteY1372" fmla="*/ 6091804 h 6858000"/>
              <a:gd name="connsiteX1373" fmla="*/ 3020464 w 12203753"/>
              <a:gd name="connsiteY1373" fmla="*/ 6091804 h 6858000"/>
              <a:gd name="connsiteX1374" fmla="*/ 3116202 w 12203753"/>
              <a:gd name="connsiteY1374" fmla="*/ 6029275 h 6858000"/>
              <a:gd name="connsiteX1375" fmla="*/ 3218179 w 12203753"/>
              <a:gd name="connsiteY1375" fmla="*/ 5977645 h 6858000"/>
              <a:gd name="connsiteX1376" fmla="*/ 2647521 w 12203753"/>
              <a:gd name="connsiteY1376" fmla="*/ 5977645 h 6858000"/>
              <a:gd name="connsiteX1377" fmla="*/ 2647585 w 12203753"/>
              <a:gd name="connsiteY1377" fmla="*/ 5977645 h 6858000"/>
              <a:gd name="connsiteX1378" fmla="*/ 2647573 w 12203753"/>
              <a:gd name="connsiteY1378" fmla="*/ 5977668 h 6858000"/>
              <a:gd name="connsiteX1379" fmla="*/ 2427043 w 12203753"/>
              <a:gd name="connsiteY1379" fmla="*/ 5977645 h 6858000"/>
              <a:gd name="connsiteX1380" fmla="*/ 2449673 w 12203753"/>
              <a:gd name="connsiteY1380" fmla="*/ 6016845 h 6858000"/>
              <a:gd name="connsiteX1381" fmla="*/ 2353932 w 12203753"/>
              <a:gd name="connsiteY1381" fmla="*/ 6079374 h 6858000"/>
              <a:gd name="connsiteX1382" fmla="*/ 2251888 w 12203753"/>
              <a:gd name="connsiteY1382" fmla="*/ 6131004 h 6858000"/>
              <a:gd name="connsiteX1383" fmla="*/ 2229258 w 12203753"/>
              <a:gd name="connsiteY1383" fmla="*/ 6091804 h 6858000"/>
              <a:gd name="connsiteX1384" fmla="*/ 2229324 w 12203753"/>
              <a:gd name="connsiteY1384" fmla="*/ 6091804 h 6858000"/>
              <a:gd name="connsiteX1385" fmla="*/ 2325057 w 12203753"/>
              <a:gd name="connsiteY1385" fmla="*/ 6029275 h 6858000"/>
              <a:gd name="connsiteX1386" fmla="*/ 2427043 w 12203753"/>
              <a:gd name="connsiteY1386" fmla="*/ 5977645 h 6858000"/>
              <a:gd name="connsiteX1387" fmla="*/ 1856390 w 12203753"/>
              <a:gd name="connsiteY1387" fmla="*/ 5977645 h 6858000"/>
              <a:gd name="connsiteX1388" fmla="*/ 1856455 w 12203753"/>
              <a:gd name="connsiteY1388" fmla="*/ 5977645 h 6858000"/>
              <a:gd name="connsiteX1389" fmla="*/ 1856440 w 12203753"/>
              <a:gd name="connsiteY1389" fmla="*/ 5977668 h 6858000"/>
              <a:gd name="connsiteX1390" fmla="*/ 1635915 w 12203753"/>
              <a:gd name="connsiteY1390" fmla="*/ 5977645 h 6858000"/>
              <a:gd name="connsiteX1391" fmla="*/ 1658544 w 12203753"/>
              <a:gd name="connsiteY1391" fmla="*/ 6016845 h 6858000"/>
              <a:gd name="connsiteX1392" fmla="*/ 1562806 w 12203753"/>
              <a:gd name="connsiteY1392" fmla="*/ 6079374 h 6858000"/>
              <a:gd name="connsiteX1393" fmla="*/ 1460759 w 12203753"/>
              <a:gd name="connsiteY1393" fmla="*/ 6131004 h 6858000"/>
              <a:gd name="connsiteX1394" fmla="*/ 1438131 w 12203753"/>
              <a:gd name="connsiteY1394" fmla="*/ 6091804 h 6858000"/>
              <a:gd name="connsiteX1395" fmla="*/ 1438196 w 12203753"/>
              <a:gd name="connsiteY1395" fmla="*/ 6091804 h 6858000"/>
              <a:gd name="connsiteX1396" fmla="*/ 1533932 w 12203753"/>
              <a:gd name="connsiteY1396" fmla="*/ 6029275 h 6858000"/>
              <a:gd name="connsiteX1397" fmla="*/ 1635915 w 12203753"/>
              <a:gd name="connsiteY1397" fmla="*/ 5977645 h 6858000"/>
              <a:gd name="connsiteX1398" fmla="*/ 1065317 w 12203753"/>
              <a:gd name="connsiteY1398" fmla="*/ 5977645 h 6858000"/>
              <a:gd name="connsiteX1399" fmla="*/ 1065382 w 12203753"/>
              <a:gd name="connsiteY1399" fmla="*/ 5977645 h 6858000"/>
              <a:gd name="connsiteX1400" fmla="*/ 1065369 w 12203753"/>
              <a:gd name="connsiteY1400" fmla="*/ 5977668 h 6858000"/>
              <a:gd name="connsiteX1401" fmla="*/ 844835 w 12203753"/>
              <a:gd name="connsiteY1401" fmla="*/ 5977645 h 6858000"/>
              <a:gd name="connsiteX1402" fmla="*/ 867464 w 12203753"/>
              <a:gd name="connsiteY1402" fmla="*/ 6016845 h 6858000"/>
              <a:gd name="connsiteX1403" fmla="*/ 771727 w 12203753"/>
              <a:gd name="connsiteY1403" fmla="*/ 6079374 h 6858000"/>
              <a:gd name="connsiteX1404" fmla="*/ 669681 w 12203753"/>
              <a:gd name="connsiteY1404" fmla="*/ 6131004 h 6858000"/>
              <a:gd name="connsiteX1405" fmla="*/ 647052 w 12203753"/>
              <a:gd name="connsiteY1405" fmla="*/ 6091804 h 6858000"/>
              <a:gd name="connsiteX1406" fmla="*/ 647116 w 12203753"/>
              <a:gd name="connsiteY1406" fmla="*/ 6091804 h 6858000"/>
              <a:gd name="connsiteX1407" fmla="*/ 742854 w 12203753"/>
              <a:gd name="connsiteY1407" fmla="*/ 6029275 h 6858000"/>
              <a:gd name="connsiteX1408" fmla="*/ 844835 w 12203753"/>
              <a:gd name="connsiteY1408" fmla="*/ 5977645 h 6858000"/>
              <a:gd name="connsiteX1409" fmla="*/ 274178 w 12203753"/>
              <a:gd name="connsiteY1409" fmla="*/ 5977645 h 6858000"/>
              <a:gd name="connsiteX1410" fmla="*/ 274242 w 12203753"/>
              <a:gd name="connsiteY1410" fmla="*/ 5977645 h 6858000"/>
              <a:gd name="connsiteX1411" fmla="*/ 274229 w 12203753"/>
              <a:gd name="connsiteY1411" fmla="*/ 5977668 h 6858000"/>
              <a:gd name="connsiteX1412" fmla="*/ 53706 w 12203753"/>
              <a:gd name="connsiteY1412" fmla="*/ 5977645 h 6858000"/>
              <a:gd name="connsiteX1413" fmla="*/ 76333 w 12203753"/>
              <a:gd name="connsiteY1413" fmla="*/ 6016845 h 6858000"/>
              <a:gd name="connsiteX1414" fmla="*/ 48496 w 12203753"/>
              <a:gd name="connsiteY1414" fmla="*/ 6036541 h 6858000"/>
              <a:gd name="connsiteX1415" fmla="*/ 0 w 12203753"/>
              <a:gd name="connsiteY1415" fmla="*/ 6067134 h 6858000"/>
              <a:gd name="connsiteX1416" fmla="*/ 0 w 12203753"/>
              <a:gd name="connsiteY1416" fmla="*/ 6003864 h 6858000"/>
              <a:gd name="connsiteX1417" fmla="*/ 22745 w 12203753"/>
              <a:gd name="connsiteY1417" fmla="*/ 5991891 h 6858000"/>
              <a:gd name="connsiteX1418" fmla="*/ 53706 w 12203753"/>
              <a:gd name="connsiteY1418" fmla="*/ 5977645 h 6858000"/>
              <a:gd name="connsiteX1419" fmla="*/ 11612572 w 12203753"/>
              <a:gd name="connsiteY1419" fmla="*/ 5825944 h 6858000"/>
              <a:gd name="connsiteX1420" fmla="*/ 11657764 w 12203753"/>
              <a:gd name="connsiteY1420" fmla="*/ 5825944 h 6858000"/>
              <a:gd name="connsiteX1421" fmla="*/ 11664075 w 12203753"/>
              <a:gd name="connsiteY1421" fmla="*/ 5940103 h 6858000"/>
              <a:gd name="connsiteX1422" fmla="*/ 11657764 w 12203753"/>
              <a:gd name="connsiteY1422" fmla="*/ 6054261 h 6858000"/>
              <a:gd name="connsiteX1423" fmla="*/ 11612572 w 12203753"/>
              <a:gd name="connsiteY1423" fmla="*/ 6054261 h 6858000"/>
              <a:gd name="connsiteX1424" fmla="*/ 11606262 w 12203753"/>
              <a:gd name="connsiteY1424" fmla="*/ 5940103 h 6858000"/>
              <a:gd name="connsiteX1425" fmla="*/ 11612572 w 12203753"/>
              <a:gd name="connsiteY1425" fmla="*/ 5825944 h 6858000"/>
              <a:gd name="connsiteX1426" fmla="*/ 10821431 w 12203753"/>
              <a:gd name="connsiteY1426" fmla="*/ 5825944 h 6858000"/>
              <a:gd name="connsiteX1427" fmla="*/ 10866623 w 12203753"/>
              <a:gd name="connsiteY1427" fmla="*/ 5825944 h 6858000"/>
              <a:gd name="connsiteX1428" fmla="*/ 10872933 w 12203753"/>
              <a:gd name="connsiteY1428" fmla="*/ 5940103 h 6858000"/>
              <a:gd name="connsiteX1429" fmla="*/ 10866623 w 12203753"/>
              <a:gd name="connsiteY1429" fmla="*/ 6054261 h 6858000"/>
              <a:gd name="connsiteX1430" fmla="*/ 10821431 w 12203753"/>
              <a:gd name="connsiteY1430" fmla="*/ 6054261 h 6858000"/>
              <a:gd name="connsiteX1431" fmla="*/ 10815121 w 12203753"/>
              <a:gd name="connsiteY1431" fmla="*/ 5940103 h 6858000"/>
              <a:gd name="connsiteX1432" fmla="*/ 10821431 w 12203753"/>
              <a:gd name="connsiteY1432" fmla="*/ 5825944 h 6858000"/>
              <a:gd name="connsiteX1433" fmla="*/ 10030289 w 12203753"/>
              <a:gd name="connsiteY1433" fmla="*/ 5825944 h 6858000"/>
              <a:gd name="connsiteX1434" fmla="*/ 10075544 w 12203753"/>
              <a:gd name="connsiteY1434" fmla="*/ 5825944 h 6858000"/>
              <a:gd name="connsiteX1435" fmla="*/ 10081791 w 12203753"/>
              <a:gd name="connsiteY1435" fmla="*/ 5940103 h 6858000"/>
              <a:gd name="connsiteX1436" fmla="*/ 10075544 w 12203753"/>
              <a:gd name="connsiteY1436" fmla="*/ 6054261 h 6858000"/>
              <a:gd name="connsiteX1437" fmla="*/ 10030289 w 12203753"/>
              <a:gd name="connsiteY1437" fmla="*/ 6054261 h 6858000"/>
              <a:gd name="connsiteX1438" fmla="*/ 10023979 w 12203753"/>
              <a:gd name="connsiteY1438" fmla="*/ 5940103 h 6858000"/>
              <a:gd name="connsiteX1439" fmla="*/ 10030289 w 12203753"/>
              <a:gd name="connsiteY1439" fmla="*/ 5825944 h 6858000"/>
              <a:gd name="connsiteX1440" fmla="*/ 9239147 w 12203753"/>
              <a:gd name="connsiteY1440" fmla="*/ 5825944 h 6858000"/>
              <a:gd name="connsiteX1441" fmla="*/ 9284403 w 12203753"/>
              <a:gd name="connsiteY1441" fmla="*/ 5825944 h 6858000"/>
              <a:gd name="connsiteX1442" fmla="*/ 9290649 w 12203753"/>
              <a:gd name="connsiteY1442" fmla="*/ 5940103 h 6858000"/>
              <a:gd name="connsiteX1443" fmla="*/ 9284403 w 12203753"/>
              <a:gd name="connsiteY1443" fmla="*/ 6054261 h 6858000"/>
              <a:gd name="connsiteX1444" fmla="*/ 9239147 w 12203753"/>
              <a:gd name="connsiteY1444" fmla="*/ 6054261 h 6858000"/>
              <a:gd name="connsiteX1445" fmla="*/ 9232901 w 12203753"/>
              <a:gd name="connsiteY1445" fmla="*/ 5940103 h 6858000"/>
              <a:gd name="connsiteX1446" fmla="*/ 9239147 w 12203753"/>
              <a:gd name="connsiteY1446" fmla="*/ 5825944 h 6858000"/>
              <a:gd name="connsiteX1447" fmla="*/ 8448006 w 12203753"/>
              <a:gd name="connsiteY1447" fmla="*/ 5825944 h 6858000"/>
              <a:gd name="connsiteX1448" fmla="*/ 8493262 w 12203753"/>
              <a:gd name="connsiteY1448" fmla="*/ 5825944 h 6858000"/>
              <a:gd name="connsiteX1449" fmla="*/ 8499508 w 12203753"/>
              <a:gd name="connsiteY1449" fmla="*/ 5940103 h 6858000"/>
              <a:gd name="connsiteX1450" fmla="*/ 8493262 w 12203753"/>
              <a:gd name="connsiteY1450" fmla="*/ 6054261 h 6858000"/>
              <a:gd name="connsiteX1451" fmla="*/ 8448006 w 12203753"/>
              <a:gd name="connsiteY1451" fmla="*/ 6054261 h 6858000"/>
              <a:gd name="connsiteX1452" fmla="*/ 8441760 w 12203753"/>
              <a:gd name="connsiteY1452" fmla="*/ 5940103 h 6858000"/>
              <a:gd name="connsiteX1453" fmla="*/ 8448006 w 12203753"/>
              <a:gd name="connsiteY1453" fmla="*/ 5825944 h 6858000"/>
              <a:gd name="connsiteX1454" fmla="*/ 7656865 w 12203753"/>
              <a:gd name="connsiteY1454" fmla="*/ 5825944 h 6858000"/>
              <a:gd name="connsiteX1455" fmla="*/ 7702121 w 12203753"/>
              <a:gd name="connsiteY1455" fmla="*/ 5825944 h 6858000"/>
              <a:gd name="connsiteX1456" fmla="*/ 7708431 w 12203753"/>
              <a:gd name="connsiteY1456" fmla="*/ 5940103 h 6858000"/>
              <a:gd name="connsiteX1457" fmla="*/ 7702121 w 12203753"/>
              <a:gd name="connsiteY1457" fmla="*/ 6054261 h 6858000"/>
              <a:gd name="connsiteX1458" fmla="*/ 7656865 w 12203753"/>
              <a:gd name="connsiteY1458" fmla="*/ 6054261 h 6858000"/>
              <a:gd name="connsiteX1459" fmla="*/ 7650619 w 12203753"/>
              <a:gd name="connsiteY1459" fmla="*/ 5940103 h 6858000"/>
              <a:gd name="connsiteX1460" fmla="*/ 7656865 w 12203753"/>
              <a:gd name="connsiteY1460" fmla="*/ 5825944 h 6858000"/>
              <a:gd name="connsiteX1461" fmla="*/ 6865787 w 12203753"/>
              <a:gd name="connsiteY1461" fmla="*/ 5825944 h 6858000"/>
              <a:gd name="connsiteX1462" fmla="*/ 6910979 w 12203753"/>
              <a:gd name="connsiteY1462" fmla="*/ 5825944 h 6858000"/>
              <a:gd name="connsiteX1463" fmla="*/ 6917290 w 12203753"/>
              <a:gd name="connsiteY1463" fmla="*/ 5940103 h 6858000"/>
              <a:gd name="connsiteX1464" fmla="*/ 6910979 w 12203753"/>
              <a:gd name="connsiteY1464" fmla="*/ 6054261 h 6858000"/>
              <a:gd name="connsiteX1465" fmla="*/ 6865787 w 12203753"/>
              <a:gd name="connsiteY1465" fmla="*/ 6054261 h 6858000"/>
              <a:gd name="connsiteX1466" fmla="*/ 6859477 w 12203753"/>
              <a:gd name="connsiteY1466" fmla="*/ 5940103 h 6858000"/>
              <a:gd name="connsiteX1467" fmla="*/ 6865787 w 12203753"/>
              <a:gd name="connsiteY1467" fmla="*/ 5825944 h 6858000"/>
              <a:gd name="connsiteX1468" fmla="*/ 6074648 w 12203753"/>
              <a:gd name="connsiteY1468" fmla="*/ 5825944 h 6858000"/>
              <a:gd name="connsiteX1469" fmla="*/ 6119901 w 12203753"/>
              <a:gd name="connsiteY1469" fmla="*/ 5825944 h 6858000"/>
              <a:gd name="connsiteX1470" fmla="*/ 6126212 w 12203753"/>
              <a:gd name="connsiteY1470" fmla="*/ 5940103 h 6858000"/>
              <a:gd name="connsiteX1471" fmla="*/ 6119901 w 12203753"/>
              <a:gd name="connsiteY1471" fmla="*/ 6054261 h 6858000"/>
              <a:gd name="connsiteX1472" fmla="*/ 6074648 w 12203753"/>
              <a:gd name="connsiteY1472" fmla="*/ 6054261 h 6858000"/>
              <a:gd name="connsiteX1473" fmla="*/ 6068337 w 12203753"/>
              <a:gd name="connsiteY1473" fmla="*/ 5940103 h 6858000"/>
              <a:gd name="connsiteX1474" fmla="*/ 6074648 w 12203753"/>
              <a:gd name="connsiteY1474" fmla="*/ 5825944 h 6858000"/>
              <a:gd name="connsiteX1475" fmla="*/ 5283517 w 12203753"/>
              <a:gd name="connsiteY1475" fmla="*/ 5825944 h 6858000"/>
              <a:gd name="connsiteX1476" fmla="*/ 5328774 w 12203753"/>
              <a:gd name="connsiteY1476" fmla="*/ 5825944 h 6858000"/>
              <a:gd name="connsiteX1477" fmla="*/ 5335084 w 12203753"/>
              <a:gd name="connsiteY1477" fmla="*/ 5940103 h 6858000"/>
              <a:gd name="connsiteX1478" fmla="*/ 5328774 w 12203753"/>
              <a:gd name="connsiteY1478" fmla="*/ 6054261 h 6858000"/>
              <a:gd name="connsiteX1479" fmla="*/ 5283517 w 12203753"/>
              <a:gd name="connsiteY1479" fmla="*/ 6054261 h 6858000"/>
              <a:gd name="connsiteX1480" fmla="*/ 5277271 w 12203753"/>
              <a:gd name="connsiteY1480" fmla="*/ 5940103 h 6858000"/>
              <a:gd name="connsiteX1481" fmla="*/ 5283517 w 12203753"/>
              <a:gd name="connsiteY1481" fmla="*/ 5825944 h 6858000"/>
              <a:gd name="connsiteX1482" fmla="*/ 4492377 w 12203753"/>
              <a:gd name="connsiteY1482" fmla="*/ 5825944 h 6858000"/>
              <a:gd name="connsiteX1483" fmla="*/ 4537632 w 12203753"/>
              <a:gd name="connsiteY1483" fmla="*/ 5825944 h 6858000"/>
              <a:gd name="connsiteX1484" fmla="*/ 4543944 w 12203753"/>
              <a:gd name="connsiteY1484" fmla="*/ 5940103 h 6858000"/>
              <a:gd name="connsiteX1485" fmla="*/ 4537632 w 12203753"/>
              <a:gd name="connsiteY1485" fmla="*/ 6054261 h 6858000"/>
              <a:gd name="connsiteX1486" fmla="*/ 4492377 w 12203753"/>
              <a:gd name="connsiteY1486" fmla="*/ 6054261 h 6858000"/>
              <a:gd name="connsiteX1487" fmla="*/ 4486066 w 12203753"/>
              <a:gd name="connsiteY1487" fmla="*/ 5940103 h 6858000"/>
              <a:gd name="connsiteX1488" fmla="*/ 4492377 w 12203753"/>
              <a:gd name="connsiteY1488" fmla="*/ 5825944 h 6858000"/>
              <a:gd name="connsiteX1489" fmla="*/ 3701387 w 12203753"/>
              <a:gd name="connsiteY1489" fmla="*/ 5825944 h 6858000"/>
              <a:gd name="connsiteX1490" fmla="*/ 3746640 w 12203753"/>
              <a:gd name="connsiteY1490" fmla="*/ 5825944 h 6858000"/>
              <a:gd name="connsiteX1491" fmla="*/ 3752950 w 12203753"/>
              <a:gd name="connsiteY1491" fmla="*/ 5940103 h 6858000"/>
              <a:gd name="connsiteX1492" fmla="*/ 3746640 w 12203753"/>
              <a:gd name="connsiteY1492" fmla="*/ 6054261 h 6858000"/>
              <a:gd name="connsiteX1493" fmla="*/ 3701387 w 12203753"/>
              <a:gd name="connsiteY1493" fmla="*/ 6054261 h 6858000"/>
              <a:gd name="connsiteX1494" fmla="*/ 3695140 w 12203753"/>
              <a:gd name="connsiteY1494" fmla="*/ 5940103 h 6858000"/>
              <a:gd name="connsiteX1495" fmla="*/ 3701387 w 12203753"/>
              <a:gd name="connsiteY1495" fmla="*/ 5825944 h 6858000"/>
              <a:gd name="connsiteX1496" fmla="*/ 2910259 w 12203753"/>
              <a:gd name="connsiteY1496" fmla="*/ 5825944 h 6858000"/>
              <a:gd name="connsiteX1497" fmla="*/ 2955512 w 12203753"/>
              <a:gd name="connsiteY1497" fmla="*/ 5825944 h 6858000"/>
              <a:gd name="connsiteX1498" fmla="*/ 2961822 w 12203753"/>
              <a:gd name="connsiteY1498" fmla="*/ 5940103 h 6858000"/>
              <a:gd name="connsiteX1499" fmla="*/ 2955512 w 12203753"/>
              <a:gd name="connsiteY1499" fmla="*/ 6054261 h 6858000"/>
              <a:gd name="connsiteX1500" fmla="*/ 2910259 w 12203753"/>
              <a:gd name="connsiteY1500" fmla="*/ 6054261 h 6858000"/>
              <a:gd name="connsiteX1501" fmla="*/ 2904013 w 12203753"/>
              <a:gd name="connsiteY1501" fmla="*/ 5940103 h 6858000"/>
              <a:gd name="connsiteX1502" fmla="*/ 2910259 w 12203753"/>
              <a:gd name="connsiteY1502" fmla="*/ 5825944 h 6858000"/>
              <a:gd name="connsiteX1503" fmla="*/ 2119119 w 12203753"/>
              <a:gd name="connsiteY1503" fmla="*/ 5825944 h 6858000"/>
              <a:gd name="connsiteX1504" fmla="*/ 2164366 w 12203753"/>
              <a:gd name="connsiteY1504" fmla="*/ 5825944 h 6858000"/>
              <a:gd name="connsiteX1505" fmla="*/ 2170679 w 12203753"/>
              <a:gd name="connsiteY1505" fmla="*/ 5940103 h 6858000"/>
              <a:gd name="connsiteX1506" fmla="*/ 2164366 w 12203753"/>
              <a:gd name="connsiteY1506" fmla="*/ 6054261 h 6858000"/>
              <a:gd name="connsiteX1507" fmla="*/ 2119119 w 12203753"/>
              <a:gd name="connsiteY1507" fmla="*/ 6054261 h 6858000"/>
              <a:gd name="connsiteX1508" fmla="*/ 2112868 w 12203753"/>
              <a:gd name="connsiteY1508" fmla="*/ 5940103 h 6858000"/>
              <a:gd name="connsiteX1509" fmla="*/ 2119119 w 12203753"/>
              <a:gd name="connsiteY1509" fmla="*/ 5825944 h 6858000"/>
              <a:gd name="connsiteX1510" fmla="*/ 1327990 w 12203753"/>
              <a:gd name="connsiteY1510" fmla="*/ 5825944 h 6858000"/>
              <a:gd name="connsiteX1511" fmla="*/ 1373245 w 12203753"/>
              <a:gd name="connsiteY1511" fmla="*/ 5825944 h 6858000"/>
              <a:gd name="connsiteX1512" fmla="*/ 1379556 w 12203753"/>
              <a:gd name="connsiteY1512" fmla="*/ 5940103 h 6858000"/>
              <a:gd name="connsiteX1513" fmla="*/ 1373245 w 12203753"/>
              <a:gd name="connsiteY1513" fmla="*/ 6054261 h 6858000"/>
              <a:gd name="connsiteX1514" fmla="*/ 1327990 w 12203753"/>
              <a:gd name="connsiteY1514" fmla="*/ 6054261 h 6858000"/>
              <a:gd name="connsiteX1515" fmla="*/ 1321744 w 12203753"/>
              <a:gd name="connsiteY1515" fmla="*/ 5940103 h 6858000"/>
              <a:gd name="connsiteX1516" fmla="*/ 1327990 w 12203753"/>
              <a:gd name="connsiteY1516" fmla="*/ 5825944 h 6858000"/>
              <a:gd name="connsiteX1517" fmla="*/ 536912 w 12203753"/>
              <a:gd name="connsiteY1517" fmla="*/ 5825944 h 6858000"/>
              <a:gd name="connsiteX1518" fmla="*/ 582167 w 12203753"/>
              <a:gd name="connsiteY1518" fmla="*/ 5825944 h 6858000"/>
              <a:gd name="connsiteX1519" fmla="*/ 588477 w 12203753"/>
              <a:gd name="connsiteY1519" fmla="*/ 5940103 h 6858000"/>
              <a:gd name="connsiteX1520" fmla="*/ 582167 w 12203753"/>
              <a:gd name="connsiteY1520" fmla="*/ 6054261 h 6858000"/>
              <a:gd name="connsiteX1521" fmla="*/ 536912 w 12203753"/>
              <a:gd name="connsiteY1521" fmla="*/ 6054261 h 6858000"/>
              <a:gd name="connsiteX1522" fmla="*/ 530665 w 12203753"/>
              <a:gd name="connsiteY1522" fmla="*/ 5940103 h 6858000"/>
              <a:gd name="connsiteX1523" fmla="*/ 536912 w 12203753"/>
              <a:gd name="connsiteY1523" fmla="*/ 5825944 h 6858000"/>
              <a:gd name="connsiteX1524" fmla="*/ 0 w 12203753"/>
              <a:gd name="connsiteY1524" fmla="*/ 5813094 h 6858000"/>
              <a:gd name="connsiteX1525" fmla="*/ 48559 w 12203753"/>
              <a:gd name="connsiteY1525" fmla="*/ 5843728 h 6858000"/>
              <a:gd name="connsiteX1526" fmla="*/ 76396 w 12203753"/>
              <a:gd name="connsiteY1526" fmla="*/ 5863423 h 6858000"/>
              <a:gd name="connsiteX1527" fmla="*/ 53769 w 12203753"/>
              <a:gd name="connsiteY1527" fmla="*/ 5902623 h 6858000"/>
              <a:gd name="connsiteX1528" fmla="*/ 22784 w 12203753"/>
              <a:gd name="connsiteY1528" fmla="*/ 5888354 h 6858000"/>
              <a:gd name="connsiteX1529" fmla="*/ 0 w 12203753"/>
              <a:gd name="connsiteY1529" fmla="*/ 5876364 h 6858000"/>
              <a:gd name="connsiteX1530" fmla="*/ 12203753 w 12203753"/>
              <a:gd name="connsiteY1530" fmla="*/ 5807408 h 6858000"/>
              <a:gd name="connsiteX1531" fmla="*/ 12203753 w 12203753"/>
              <a:gd name="connsiteY1531" fmla="*/ 5871623 h 6858000"/>
              <a:gd name="connsiteX1532" fmla="*/ 12171908 w 12203753"/>
              <a:gd name="connsiteY1532" fmla="*/ 5888378 h 6858000"/>
              <a:gd name="connsiteX1533" fmla="*/ 12140914 w 12203753"/>
              <a:gd name="connsiteY1533" fmla="*/ 5902624 h 6858000"/>
              <a:gd name="connsiteX1534" fmla="*/ 12118286 w 12203753"/>
              <a:gd name="connsiteY1534" fmla="*/ 5863423 h 6858000"/>
              <a:gd name="connsiteX1535" fmla="*/ 12146132 w 12203753"/>
              <a:gd name="connsiteY1535" fmla="*/ 5843728 h 6858000"/>
              <a:gd name="connsiteX1536" fmla="*/ 5416402 w 12203753"/>
              <a:gd name="connsiteY1536" fmla="*/ 5749288 h 6858000"/>
              <a:gd name="connsiteX1537" fmla="*/ 5424781 w 12203753"/>
              <a:gd name="connsiteY1537" fmla="*/ 5752994 h 6858000"/>
              <a:gd name="connsiteX1538" fmla="*/ 5518395 w 12203753"/>
              <a:gd name="connsiteY1538" fmla="*/ 5800894 h 6858000"/>
              <a:gd name="connsiteX1539" fmla="*/ 5614131 w 12203753"/>
              <a:gd name="connsiteY1539" fmla="*/ 5863423 h 6858000"/>
              <a:gd name="connsiteX1540" fmla="*/ 5591504 w 12203753"/>
              <a:gd name="connsiteY1540" fmla="*/ 5902624 h 6858000"/>
              <a:gd name="connsiteX1541" fmla="*/ 5489521 w 12203753"/>
              <a:gd name="connsiteY1541" fmla="*/ 5850994 h 6858000"/>
              <a:gd name="connsiteX1542" fmla="*/ 5393787 w 12203753"/>
              <a:gd name="connsiteY1542" fmla="*/ 5788465 h 6858000"/>
              <a:gd name="connsiteX1543" fmla="*/ 4625259 w 12203753"/>
              <a:gd name="connsiteY1543" fmla="*/ 5749288 h 6858000"/>
              <a:gd name="connsiteX1544" fmla="*/ 4633642 w 12203753"/>
              <a:gd name="connsiteY1544" fmla="*/ 5752994 h 6858000"/>
              <a:gd name="connsiteX1545" fmla="*/ 4727254 w 12203753"/>
              <a:gd name="connsiteY1545" fmla="*/ 5800894 h 6858000"/>
              <a:gd name="connsiteX1546" fmla="*/ 4822988 w 12203753"/>
              <a:gd name="connsiteY1546" fmla="*/ 5863423 h 6858000"/>
              <a:gd name="connsiteX1547" fmla="*/ 4800366 w 12203753"/>
              <a:gd name="connsiteY1547" fmla="*/ 5902624 h 6858000"/>
              <a:gd name="connsiteX1548" fmla="*/ 4698380 w 12203753"/>
              <a:gd name="connsiteY1548" fmla="*/ 5850994 h 6858000"/>
              <a:gd name="connsiteX1549" fmla="*/ 4602649 w 12203753"/>
              <a:gd name="connsiteY1549" fmla="*/ 5788465 h 6858000"/>
              <a:gd name="connsiteX1550" fmla="*/ 3834266 w 12203753"/>
              <a:gd name="connsiteY1550" fmla="*/ 5749288 h 6858000"/>
              <a:gd name="connsiteX1551" fmla="*/ 3842651 w 12203753"/>
              <a:gd name="connsiteY1551" fmla="*/ 5752994 h 6858000"/>
              <a:gd name="connsiteX1552" fmla="*/ 3936263 w 12203753"/>
              <a:gd name="connsiteY1552" fmla="*/ 5800894 h 6858000"/>
              <a:gd name="connsiteX1553" fmla="*/ 4031992 w 12203753"/>
              <a:gd name="connsiteY1553" fmla="*/ 5863423 h 6858000"/>
              <a:gd name="connsiteX1554" fmla="*/ 4009366 w 12203753"/>
              <a:gd name="connsiteY1554" fmla="*/ 5902624 h 6858000"/>
              <a:gd name="connsiteX1555" fmla="*/ 3907391 w 12203753"/>
              <a:gd name="connsiteY1555" fmla="*/ 5850994 h 6858000"/>
              <a:gd name="connsiteX1556" fmla="*/ 3811651 w 12203753"/>
              <a:gd name="connsiteY1556" fmla="*/ 5788465 h 6858000"/>
              <a:gd name="connsiteX1557" fmla="*/ 3043144 w 12203753"/>
              <a:gd name="connsiteY1557" fmla="*/ 5749288 h 6858000"/>
              <a:gd name="connsiteX1558" fmla="*/ 3051523 w 12203753"/>
              <a:gd name="connsiteY1558" fmla="*/ 5752994 h 6858000"/>
              <a:gd name="connsiteX1559" fmla="*/ 3145144 w 12203753"/>
              <a:gd name="connsiteY1559" fmla="*/ 5800894 h 6858000"/>
              <a:gd name="connsiteX1560" fmla="*/ 3240871 w 12203753"/>
              <a:gd name="connsiteY1560" fmla="*/ 5863423 h 6858000"/>
              <a:gd name="connsiteX1561" fmla="*/ 3218243 w 12203753"/>
              <a:gd name="connsiteY1561" fmla="*/ 5902624 h 6858000"/>
              <a:gd name="connsiteX1562" fmla="*/ 3116268 w 12203753"/>
              <a:gd name="connsiteY1562" fmla="*/ 5850994 h 6858000"/>
              <a:gd name="connsiteX1563" fmla="*/ 3020525 w 12203753"/>
              <a:gd name="connsiteY1563" fmla="*/ 5788465 h 6858000"/>
              <a:gd name="connsiteX1564" fmla="*/ 2252000 w 12203753"/>
              <a:gd name="connsiteY1564" fmla="*/ 5749288 h 6858000"/>
              <a:gd name="connsiteX1565" fmla="*/ 2260383 w 12203753"/>
              <a:gd name="connsiteY1565" fmla="*/ 5752994 h 6858000"/>
              <a:gd name="connsiteX1566" fmla="*/ 2353993 w 12203753"/>
              <a:gd name="connsiteY1566" fmla="*/ 5800894 h 6858000"/>
              <a:gd name="connsiteX1567" fmla="*/ 2449735 w 12203753"/>
              <a:gd name="connsiteY1567" fmla="*/ 5863423 h 6858000"/>
              <a:gd name="connsiteX1568" fmla="*/ 2427108 w 12203753"/>
              <a:gd name="connsiteY1568" fmla="*/ 5902624 h 6858000"/>
              <a:gd name="connsiteX1569" fmla="*/ 2325122 w 12203753"/>
              <a:gd name="connsiteY1569" fmla="*/ 5850994 h 6858000"/>
              <a:gd name="connsiteX1570" fmla="*/ 2229387 w 12203753"/>
              <a:gd name="connsiteY1570" fmla="*/ 5788465 h 6858000"/>
              <a:gd name="connsiteX1571" fmla="*/ 1460873 w 12203753"/>
              <a:gd name="connsiteY1571" fmla="*/ 5749288 h 6858000"/>
              <a:gd name="connsiteX1572" fmla="*/ 1469257 w 12203753"/>
              <a:gd name="connsiteY1572" fmla="*/ 5752994 h 6858000"/>
              <a:gd name="connsiteX1573" fmla="*/ 1562870 w 12203753"/>
              <a:gd name="connsiteY1573" fmla="*/ 5800894 h 6858000"/>
              <a:gd name="connsiteX1574" fmla="*/ 1658607 w 12203753"/>
              <a:gd name="connsiteY1574" fmla="*/ 5863423 h 6858000"/>
              <a:gd name="connsiteX1575" fmla="*/ 1635980 w 12203753"/>
              <a:gd name="connsiteY1575" fmla="*/ 5902624 h 6858000"/>
              <a:gd name="connsiteX1576" fmla="*/ 1533999 w 12203753"/>
              <a:gd name="connsiteY1576" fmla="*/ 5850994 h 6858000"/>
              <a:gd name="connsiteX1577" fmla="*/ 1438259 w 12203753"/>
              <a:gd name="connsiteY1577" fmla="*/ 5788465 h 6858000"/>
              <a:gd name="connsiteX1578" fmla="*/ 669795 w 12203753"/>
              <a:gd name="connsiteY1578" fmla="*/ 5749288 h 6858000"/>
              <a:gd name="connsiteX1579" fmla="*/ 678178 w 12203753"/>
              <a:gd name="connsiteY1579" fmla="*/ 5752994 h 6858000"/>
              <a:gd name="connsiteX1580" fmla="*/ 771792 w 12203753"/>
              <a:gd name="connsiteY1580" fmla="*/ 5800894 h 6858000"/>
              <a:gd name="connsiteX1581" fmla="*/ 867526 w 12203753"/>
              <a:gd name="connsiteY1581" fmla="*/ 5863423 h 6858000"/>
              <a:gd name="connsiteX1582" fmla="*/ 844900 w 12203753"/>
              <a:gd name="connsiteY1582" fmla="*/ 5902624 h 6858000"/>
              <a:gd name="connsiteX1583" fmla="*/ 742918 w 12203753"/>
              <a:gd name="connsiteY1583" fmla="*/ 5850994 h 6858000"/>
              <a:gd name="connsiteX1584" fmla="*/ 647181 w 12203753"/>
              <a:gd name="connsiteY1584" fmla="*/ 5788465 h 6858000"/>
              <a:gd name="connsiteX1585" fmla="*/ 11745343 w 12203753"/>
              <a:gd name="connsiteY1585" fmla="*/ 5749265 h 6858000"/>
              <a:gd name="connsiteX1586" fmla="*/ 11847390 w 12203753"/>
              <a:gd name="connsiteY1586" fmla="*/ 5800894 h 6858000"/>
              <a:gd name="connsiteX1587" fmla="*/ 11943128 w 12203753"/>
              <a:gd name="connsiteY1587" fmla="*/ 5863423 h 6858000"/>
              <a:gd name="connsiteX1588" fmla="*/ 11920501 w 12203753"/>
              <a:gd name="connsiteY1588" fmla="*/ 5902624 h 6858000"/>
              <a:gd name="connsiteX1589" fmla="*/ 11818516 w 12203753"/>
              <a:gd name="connsiteY1589" fmla="*/ 5850994 h 6858000"/>
              <a:gd name="connsiteX1590" fmla="*/ 11722715 w 12203753"/>
              <a:gd name="connsiteY1590" fmla="*/ 5788465 h 6858000"/>
              <a:gd name="connsiteX1591" fmla="*/ 11524930 w 12203753"/>
              <a:gd name="connsiteY1591" fmla="*/ 5749265 h 6858000"/>
              <a:gd name="connsiteX1592" fmla="*/ 11547558 w 12203753"/>
              <a:gd name="connsiteY1592" fmla="*/ 5788465 h 6858000"/>
              <a:gd name="connsiteX1593" fmla="*/ 11451820 w 12203753"/>
              <a:gd name="connsiteY1593" fmla="*/ 5850994 h 6858000"/>
              <a:gd name="connsiteX1594" fmla="*/ 11349836 w 12203753"/>
              <a:gd name="connsiteY1594" fmla="*/ 5902624 h 6858000"/>
              <a:gd name="connsiteX1595" fmla="*/ 11327208 w 12203753"/>
              <a:gd name="connsiteY1595" fmla="*/ 5863423 h 6858000"/>
              <a:gd name="connsiteX1596" fmla="*/ 11422946 w 12203753"/>
              <a:gd name="connsiteY1596" fmla="*/ 5800894 h 6858000"/>
              <a:gd name="connsiteX1597" fmla="*/ 11524930 w 12203753"/>
              <a:gd name="connsiteY1597" fmla="*/ 5749265 h 6858000"/>
              <a:gd name="connsiteX1598" fmla="*/ 10954265 w 12203753"/>
              <a:gd name="connsiteY1598" fmla="*/ 5749265 h 6858000"/>
              <a:gd name="connsiteX1599" fmla="*/ 11056249 w 12203753"/>
              <a:gd name="connsiteY1599" fmla="*/ 5800894 h 6858000"/>
              <a:gd name="connsiteX1600" fmla="*/ 11151987 w 12203753"/>
              <a:gd name="connsiteY1600" fmla="*/ 5863423 h 6858000"/>
              <a:gd name="connsiteX1601" fmla="*/ 11129360 w 12203753"/>
              <a:gd name="connsiteY1601" fmla="*/ 5902624 h 6858000"/>
              <a:gd name="connsiteX1602" fmla="*/ 11027376 w 12203753"/>
              <a:gd name="connsiteY1602" fmla="*/ 5850994 h 6858000"/>
              <a:gd name="connsiteX1603" fmla="*/ 10931638 w 12203753"/>
              <a:gd name="connsiteY1603" fmla="*/ 5788465 h 6858000"/>
              <a:gd name="connsiteX1604" fmla="*/ 10733788 w 12203753"/>
              <a:gd name="connsiteY1604" fmla="*/ 5749265 h 6858000"/>
              <a:gd name="connsiteX1605" fmla="*/ 10756416 w 12203753"/>
              <a:gd name="connsiteY1605" fmla="*/ 5788465 h 6858000"/>
              <a:gd name="connsiteX1606" fmla="*/ 10660678 w 12203753"/>
              <a:gd name="connsiteY1606" fmla="*/ 5850994 h 6858000"/>
              <a:gd name="connsiteX1607" fmla="*/ 10558694 w 12203753"/>
              <a:gd name="connsiteY1607" fmla="*/ 5902624 h 6858000"/>
              <a:gd name="connsiteX1608" fmla="*/ 10536066 w 12203753"/>
              <a:gd name="connsiteY1608" fmla="*/ 5863423 h 6858000"/>
              <a:gd name="connsiteX1609" fmla="*/ 10631804 w 12203753"/>
              <a:gd name="connsiteY1609" fmla="*/ 5800894 h 6858000"/>
              <a:gd name="connsiteX1610" fmla="*/ 10733788 w 12203753"/>
              <a:gd name="connsiteY1610" fmla="*/ 5749265 h 6858000"/>
              <a:gd name="connsiteX1611" fmla="*/ 10163123 w 12203753"/>
              <a:gd name="connsiteY1611" fmla="*/ 5749265 h 6858000"/>
              <a:gd name="connsiteX1612" fmla="*/ 10265107 w 12203753"/>
              <a:gd name="connsiteY1612" fmla="*/ 5800894 h 6858000"/>
              <a:gd name="connsiteX1613" fmla="*/ 10360845 w 12203753"/>
              <a:gd name="connsiteY1613" fmla="*/ 5863423 h 6858000"/>
              <a:gd name="connsiteX1614" fmla="*/ 10338218 w 12203753"/>
              <a:gd name="connsiteY1614" fmla="*/ 5902624 h 6858000"/>
              <a:gd name="connsiteX1615" fmla="*/ 10236234 w 12203753"/>
              <a:gd name="connsiteY1615" fmla="*/ 5850994 h 6858000"/>
              <a:gd name="connsiteX1616" fmla="*/ 10140496 w 12203753"/>
              <a:gd name="connsiteY1616" fmla="*/ 5788465 h 6858000"/>
              <a:gd name="connsiteX1617" fmla="*/ 9942711 w 12203753"/>
              <a:gd name="connsiteY1617" fmla="*/ 5749265 h 6858000"/>
              <a:gd name="connsiteX1618" fmla="*/ 9965339 w 12203753"/>
              <a:gd name="connsiteY1618" fmla="*/ 5788465 h 6858000"/>
              <a:gd name="connsiteX1619" fmla="*/ 9869601 w 12203753"/>
              <a:gd name="connsiteY1619" fmla="*/ 5850994 h 6858000"/>
              <a:gd name="connsiteX1620" fmla="*/ 9767553 w 12203753"/>
              <a:gd name="connsiteY1620" fmla="*/ 5902624 h 6858000"/>
              <a:gd name="connsiteX1621" fmla="*/ 9744925 w 12203753"/>
              <a:gd name="connsiteY1621" fmla="*/ 5863423 h 6858000"/>
              <a:gd name="connsiteX1622" fmla="*/ 9840663 w 12203753"/>
              <a:gd name="connsiteY1622" fmla="*/ 5800894 h 6858000"/>
              <a:gd name="connsiteX1623" fmla="*/ 9942711 w 12203753"/>
              <a:gd name="connsiteY1623" fmla="*/ 5749265 h 6858000"/>
              <a:gd name="connsiteX1624" fmla="*/ 9371982 w 12203753"/>
              <a:gd name="connsiteY1624" fmla="*/ 5749265 h 6858000"/>
              <a:gd name="connsiteX1625" fmla="*/ 9474030 w 12203753"/>
              <a:gd name="connsiteY1625" fmla="*/ 5800894 h 6858000"/>
              <a:gd name="connsiteX1626" fmla="*/ 9569768 w 12203753"/>
              <a:gd name="connsiteY1626" fmla="*/ 5863423 h 6858000"/>
              <a:gd name="connsiteX1627" fmla="*/ 9547140 w 12203753"/>
              <a:gd name="connsiteY1627" fmla="*/ 5902624 h 6858000"/>
              <a:gd name="connsiteX1628" fmla="*/ 9445093 w 12203753"/>
              <a:gd name="connsiteY1628" fmla="*/ 5850994 h 6858000"/>
              <a:gd name="connsiteX1629" fmla="*/ 9349355 w 12203753"/>
              <a:gd name="connsiteY1629" fmla="*/ 5788465 h 6858000"/>
              <a:gd name="connsiteX1630" fmla="*/ 9151570 w 12203753"/>
              <a:gd name="connsiteY1630" fmla="*/ 5749265 h 6858000"/>
              <a:gd name="connsiteX1631" fmla="*/ 9174198 w 12203753"/>
              <a:gd name="connsiteY1631" fmla="*/ 5788465 h 6858000"/>
              <a:gd name="connsiteX1632" fmla="*/ 9078460 w 12203753"/>
              <a:gd name="connsiteY1632" fmla="*/ 5850994 h 6858000"/>
              <a:gd name="connsiteX1633" fmla="*/ 8976412 w 12203753"/>
              <a:gd name="connsiteY1633" fmla="*/ 5902624 h 6858000"/>
              <a:gd name="connsiteX1634" fmla="*/ 8953784 w 12203753"/>
              <a:gd name="connsiteY1634" fmla="*/ 5863423 h 6858000"/>
              <a:gd name="connsiteX1635" fmla="*/ 9049585 w 12203753"/>
              <a:gd name="connsiteY1635" fmla="*/ 5800894 h 6858000"/>
              <a:gd name="connsiteX1636" fmla="*/ 9151570 w 12203753"/>
              <a:gd name="connsiteY1636" fmla="*/ 5749265 h 6858000"/>
              <a:gd name="connsiteX1637" fmla="*/ 8580840 w 12203753"/>
              <a:gd name="connsiteY1637" fmla="*/ 5749265 h 6858000"/>
              <a:gd name="connsiteX1638" fmla="*/ 8682888 w 12203753"/>
              <a:gd name="connsiteY1638" fmla="*/ 5800894 h 6858000"/>
              <a:gd name="connsiteX1639" fmla="*/ 8778626 w 12203753"/>
              <a:gd name="connsiteY1639" fmla="*/ 5863423 h 6858000"/>
              <a:gd name="connsiteX1640" fmla="*/ 8755998 w 12203753"/>
              <a:gd name="connsiteY1640" fmla="*/ 5902624 h 6858000"/>
              <a:gd name="connsiteX1641" fmla="*/ 8654014 w 12203753"/>
              <a:gd name="connsiteY1641" fmla="*/ 5850994 h 6858000"/>
              <a:gd name="connsiteX1642" fmla="*/ 8558213 w 12203753"/>
              <a:gd name="connsiteY1642" fmla="*/ 5788465 h 6858000"/>
              <a:gd name="connsiteX1643" fmla="*/ 8360428 w 12203753"/>
              <a:gd name="connsiteY1643" fmla="*/ 5749265 h 6858000"/>
              <a:gd name="connsiteX1644" fmla="*/ 8383056 w 12203753"/>
              <a:gd name="connsiteY1644" fmla="*/ 5788465 h 6858000"/>
              <a:gd name="connsiteX1645" fmla="*/ 8287318 w 12203753"/>
              <a:gd name="connsiteY1645" fmla="*/ 5850994 h 6858000"/>
              <a:gd name="connsiteX1646" fmla="*/ 8185270 w 12203753"/>
              <a:gd name="connsiteY1646" fmla="*/ 5902624 h 6858000"/>
              <a:gd name="connsiteX1647" fmla="*/ 8162642 w 12203753"/>
              <a:gd name="connsiteY1647" fmla="*/ 5863423 h 6858000"/>
              <a:gd name="connsiteX1648" fmla="*/ 8258443 w 12203753"/>
              <a:gd name="connsiteY1648" fmla="*/ 5800894 h 6858000"/>
              <a:gd name="connsiteX1649" fmla="*/ 8360428 w 12203753"/>
              <a:gd name="connsiteY1649" fmla="*/ 5749265 h 6858000"/>
              <a:gd name="connsiteX1650" fmla="*/ 7789699 w 12203753"/>
              <a:gd name="connsiteY1650" fmla="*/ 5749265 h 6858000"/>
              <a:gd name="connsiteX1651" fmla="*/ 7891747 w 12203753"/>
              <a:gd name="connsiteY1651" fmla="*/ 5800894 h 6858000"/>
              <a:gd name="connsiteX1652" fmla="*/ 7987485 w 12203753"/>
              <a:gd name="connsiteY1652" fmla="*/ 5863423 h 6858000"/>
              <a:gd name="connsiteX1653" fmla="*/ 7964857 w 12203753"/>
              <a:gd name="connsiteY1653" fmla="*/ 5902624 h 6858000"/>
              <a:gd name="connsiteX1654" fmla="*/ 7862873 w 12203753"/>
              <a:gd name="connsiteY1654" fmla="*/ 5850994 h 6858000"/>
              <a:gd name="connsiteX1655" fmla="*/ 7767072 w 12203753"/>
              <a:gd name="connsiteY1655" fmla="*/ 5788465 h 6858000"/>
              <a:gd name="connsiteX1656" fmla="*/ 7569286 w 12203753"/>
              <a:gd name="connsiteY1656" fmla="*/ 5749265 h 6858000"/>
              <a:gd name="connsiteX1657" fmla="*/ 7591913 w 12203753"/>
              <a:gd name="connsiteY1657" fmla="*/ 5788465 h 6858000"/>
              <a:gd name="connsiteX1658" fmla="*/ 7496176 w 12203753"/>
              <a:gd name="connsiteY1658" fmla="*/ 5850994 h 6858000"/>
              <a:gd name="connsiteX1659" fmla="*/ 7394192 w 12203753"/>
              <a:gd name="connsiteY1659" fmla="*/ 5902624 h 6858000"/>
              <a:gd name="connsiteX1660" fmla="*/ 7371564 w 12203753"/>
              <a:gd name="connsiteY1660" fmla="*/ 5863423 h 6858000"/>
              <a:gd name="connsiteX1661" fmla="*/ 7467302 w 12203753"/>
              <a:gd name="connsiteY1661" fmla="*/ 5800894 h 6858000"/>
              <a:gd name="connsiteX1662" fmla="*/ 7569286 w 12203753"/>
              <a:gd name="connsiteY1662" fmla="*/ 5749265 h 6858000"/>
              <a:gd name="connsiteX1663" fmla="*/ 6998621 w 12203753"/>
              <a:gd name="connsiteY1663" fmla="*/ 5749265 h 6858000"/>
              <a:gd name="connsiteX1664" fmla="*/ 7100606 w 12203753"/>
              <a:gd name="connsiteY1664" fmla="*/ 5800894 h 6858000"/>
              <a:gd name="connsiteX1665" fmla="*/ 7196344 w 12203753"/>
              <a:gd name="connsiteY1665" fmla="*/ 5863423 h 6858000"/>
              <a:gd name="connsiteX1666" fmla="*/ 7173716 w 12203753"/>
              <a:gd name="connsiteY1666" fmla="*/ 5902624 h 6858000"/>
              <a:gd name="connsiteX1667" fmla="*/ 7071731 w 12203753"/>
              <a:gd name="connsiteY1667" fmla="*/ 5850994 h 6858000"/>
              <a:gd name="connsiteX1668" fmla="*/ 6975995 w 12203753"/>
              <a:gd name="connsiteY1668" fmla="*/ 5788465 h 6858000"/>
              <a:gd name="connsiteX1669" fmla="*/ 6778210 w 12203753"/>
              <a:gd name="connsiteY1669" fmla="*/ 5749265 h 6858000"/>
              <a:gd name="connsiteX1670" fmla="*/ 6800772 w 12203753"/>
              <a:gd name="connsiteY1670" fmla="*/ 5788465 h 6858000"/>
              <a:gd name="connsiteX1671" fmla="*/ 6705100 w 12203753"/>
              <a:gd name="connsiteY1671" fmla="*/ 5850994 h 6858000"/>
              <a:gd name="connsiteX1672" fmla="*/ 6603052 w 12203753"/>
              <a:gd name="connsiteY1672" fmla="*/ 5902624 h 6858000"/>
              <a:gd name="connsiteX1673" fmla="*/ 6580424 w 12203753"/>
              <a:gd name="connsiteY1673" fmla="*/ 5863423 h 6858000"/>
              <a:gd name="connsiteX1674" fmla="*/ 6676161 w 12203753"/>
              <a:gd name="connsiteY1674" fmla="*/ 5800894 h 6858000"/>
              <a:gd name="connsiteX1675" fmla="*/ 6778210 w 12203753"/>
              <a:gd name="connsiteY1675" fmla="*/ 5749265 h 6858000"/>
              <a:gd name="connsiteX1676" fmla="*/ 6207480 w 12203753"/>
              <a:gd name="connsiteY1676" fmla="*/ 5749265 h 6858000"/>
              <a:gd name="connsiteX1677" fmla="*/ 6309528 w 12203753"/>
              <a:gd name="connsiteY1677" fmla="*/ 5800894 h 6858000"/>
              <a:gd name="connsiteX1678" fmla="*/ 6405266 w 12203753"/>
              <a:gd name="connsiteY1678" fmla="*/ 5863423 h 6858000"/>
              <a:gd name="connsiteX1679" fmla="*/ 6382638 w 12203753"/>
              <a:gd name="connsiteY1679" fmla="*/ 5902624 h 6858000"/>
              <a:gd name="connsiteX1680" fmla="*/ 6280590 w 12203753"/>
              <a:gd name="connsiteY1680" fmla="*/ 5850994 h 6858000"/>
              <a:gd name="connsiteX1681" fmla="*/ 6184852 w 12203753"/>
              <a:gd name="connsiteY1681" fmla="*/ 5788465 h 6858000"/>
              <a:gd name="connsiteX1682" fmla="*/ 5987067 w 12203753"/>
              <a:gd name="connsiteY1682" fmla="*/ 5749265 h 6858000"/>
              <a:gd name="connsiteX1683" fmla="*/ 6009695 w 12203753"/>
              <a:gd name="connsiteY1683" fmla="*/ 5788465 h 6858000"/>
              <a:gd name="connsiteX1684" fmla="*/ 5913960 w 12203753"/>
              <a:gd name="connsiteY1684" fmla="*/ 5850994 h 6858000"/>
              <a:gd name="connsiteX1685" fmla="*/ 5811914 w 12203753"/>
              <a:gd name="connsiteY1685" fmla="*/ 5902624 h 6858000"/>
              <a:gd name="connsiteX1686" fmla="*/ 5789285 w 12203753"/>
              <a:gd name="connsiteY1686" fmla="*/ 5863423 h 6858000"/>
              <a:gd name="connsiteX1687" fmla="*/ 5885024 w 12203753"/>
              <a:gd name="connsiteY1687" fmla="*/ 5800894 h 6858000"/>
              <a:gd name="connsiteX1688" fmla="*/ 5987067 w 12203753"/>
              <a:gd name="connsiteY1688" fmla="*/ 5749265 h 6858000"/>
              <a:gd name="connsiteX1689" fmla="*/ 5416352 w 12203753"/>
              <a:gd name="connsiteY1689" fmla="*/ 5749265 h 6858000"/>
              <a:gd name="connsiteX1690" fmla="*/ 5416414 w 12203753"/>
              <a:gd name="connsiteY1690" fmla="*/ 5749265 h 6858000"/>
              <a:gd name="connsiteX1691" fmla="*/ 5416402 w 12203753"/>
              <a:gd name="connsiteY1691" fmla="*/ 5749288 h 6858000"/>
              <a:gd name="connsiteX1692" fmla="*/ 5196000 w 12203753"/>
              <a:gd name="connsiteY1692" fmla="*/ 5749265 h 6858000"/>
              <a:gd name="connsiteX1693" fmla="*/ 5218629 w 12203753"/>
              <a:gd name="connsiteY1693" fmla="*/ 5788465 h 6858000"/>
              <a:gd name="connsiteX1694" fmla="*/ 5122891 w 12203753"/>
              <a:gd name="connsiteY1694" fmla="*/ 5850994 h 6858000"/>
              <a:gd name="connsiteX1695" fmla="*/ 5020848 w 12203753"/>
              <a:gd name="connsiteY1695" fmla="*/ 5902624 h 6858000"/>
              <a:gd name="connsiteX1696" fmla="*/ 4998215 w 12203753"/>
              <a:gd name="connsiteY1696" fmla="*/ 5863423 h 6858000"/>
              <a:gd name="connsiteX1697" fmla="*/ 5093953 w 12203753"/>
              <a:gd name="connsiteY1697" fmla="*/ 5800894 h 6858000"/>
              <a:gd name="connsiteX1698" fmla="*/ 5196000 w 12203753"/>
              <a:gd name="connsiteY1698" fmla="*/ 5749265 h 6858000"/>
              <a:gd name="connsiteX1699" fmla="*/ 4625211 w 12203753"/>
              <a:gd name="connsiteY1699" fmla="*/ 5749265 h 6858000"/>
              <a:gd name="connsiteX1700" fmla="*/ 4625271 w 12203753"/>
              <a:gd name="connsiteY1700" fmla="*/ 5749265 h 6858000"/>
              <a:gd name="connsiteX1701" fmla="*/ 4625259 w 12203753"/>
              <a:gd name="connsiteY1701" fmla="*/ 5749288 h 6858000"/>
              <a:gd name="connsiteX1702" fmla="*/ 4404792 w 12203753"/>
              <a:gd name="connsiteY1702" fmla="*/ 5749265 h 6858000"/>
              <a:gd name="connsiteX1703" fmla="*/ 4427424 w 12203753"/>
              <a:gd name="connsiteY1703" fmla="*/ 5788465 h 6858000"/>
              <a:gd name="connsiteX1704" fmla="*/ 4331686 w 12203753"/>
              <a:gd name="connsiteY1704" fmla="*/ 5850994 h 6858000"/>
              <a:gd name="connsiteX1705" fmla="*/ 4229635 w 12203753"/>
              <a:gd name="connsiteY1705" fmla="*/ 5902624 h 6858000"/>
              <a:gd name="connsiteX1706" fmla="*/ 4207009 w 12203753"/>
              <a:gd name="connsiteY1706" fmla="*/ 5863423 h 6858000"/>
              <a:gd name="connsiteX1707" fmla="*/ 4207074 w 12203753"/>
              <a:gd name="connsiteY1707" fmla="*/ 5863423 h 6858000"/>
              <a:gd name="connsiteX1708" fmla="*/ 4302809 w 12203753"/>
              <a:gd name="connsiteY1708" fmla="*/ 5800894 h 6858000"/>
              <a:gd name="connsiteX1709" fmla="*/ 4404792 w 12203753"/>
              <a:gd name="connsiteY1709" fmla="*/ 5749265 h 6858000"/>
              <a:gd name="connsiteX1710" fmla="*/ 3834218 w 12203753"/>
              <a:gd name="connsiteY1710" fmla="*/ 5749265 h 6858000"/>
              <a:gd name="connsiteX1711" fmla="*/ 3834279 w 12203753"/>
              <a:gd name="connsiteY1711" fmla="*/ 5749265 h 6858000"/>
              <a:gd name="connsiteX1712" fmla="*/ 3834266 w 12203753"/>
              <a:gd name="connsiteY1712" fmla="*/ 5749288 h 6858000"/>
              <a:gd name="connsiteX1713" fmla="*/ 3613807 w 12203753"/>
              <a:gd name="connsiteY1713" fmla="*/ 5749265 h 6858000"/>
              <a:gd name="connsiteX1714" fmla="*/ 3636436 w 12203753"/>
              <a:gd name="connsiteY1714" fmla="*/ 5788465 h 6858000"/>
              <a:gd name="connsiteX1715" fmla="*/ 3540702 w 12203753"/>
              <a:gd name="connsiteY1715" fmla="*/ 5850994 h 6858000"/>
              <a:gd name="connsiteX1716" fmla="*/ 3438653 w 12203753"/>
              <a:gd name="connsiteY1716" fmla="*/ 5902624 h 6858000"/>
              <a:gd name="connsiteX1717" fmla="*/ 3416027 w 12203753"/>
              <a:gd name="connsiteY1717" fmla="*/ 5863423 h 6858000"/>
              <a:gd name="connsiteX1718" fmla="*/ 3511767 w 12203753"/>
              <a:gd name="connsiteY1718" fmla="*/ 5800894 h 6858000"/>
              <a:gd name="connsiteX1719" fmla="*/ 3613807 w 12203753"/>
              <a:gd name="connsiteY1719" fmla="*/ 5749265 h 6858000"/>
              <a:gd name="connsiteX1720" fmla="*/ 3043094 w 12203753"/>
              <a:gd name="connsiteY1720" fmla="*/ 5749265 h 6858000"/>
              <a:gd name="connsiteX1721" fmla="*/ 3043156 w 12203753"/>
              <a:gd name="connsiteY1721" fmla="*/ 5749265 h 6858000"/>
              <a:gd name="connsiteX1722" fmla="*/ 3043144 w 12203753"/>
              <a:gd name="connsiteY1722" fmla="*/ 5749288 h 6858000"/>
              <a:gd name="connsiteX1723" fmla="*/ 2822677 w 12203753"/>
              <a:gd name="connsiteY1723" fmla="*/ 5749265 h 6858000"/>
              <a:gd name="connsiteX1724" fmla="*/ 2845305 w 12203753"/>
              <a:gd name="connsiteY1724" fmla="*/ 5788465 h 6858000"/>
              <a:gd name="connsiteX1725" fmla="*/ 2749571 w 12203753"/>
              <a:gd name="connsiteY1725" fmla="*/ 5850994 h 6858000"/>
              <a:gd name="connsiteX1726" fmla="*/ 2647521 w 12203753"/>
              <a:gd name="connsiteY1726" fmla="*/ 5902624 h 6858000"/>
              <a:gd name="connsiteX1727" fmla="*/ 2624892 w 12203753"/>
              <a:gd name="connsiteY1727" fmla="*/ 5863423 h 6858000"/>
              <a:gd name="connsiteX1728" fmla="*/ 2720633 w 12203753"/>
              <a:gd name="connsiteY1728" fmla="*/ 5800894 h 6858000"/>
              <a:gd name="connsiteX1729" fmla="*/ 2822677 w 12203753"/>
              <a:gd name="connsiteY1729" fmla="*/ 5749265 h 6858000"/>
              <a:gd name="connsiteX1730" fmla="*/ 2251951 w 12203753"/>
              <a:gd name="connsiteY1730" fmla="*/ 5749265 h 6858000"/>
              <a:gd name="connsiteX1731" fmla="*/ 2252012 w 12203753"/>
              <a:gd name="connsiteY1731" fmla="*/ 5749265 h 6858000"/>
              <a:gd name="connsiteX1732" fmla="*/ 2252000 w 12203753"/>
              <a:gd name="connsiteY1732" fmla="*/ 5749288 h 6858000"/>
              <a:gd name="connsiteX1733" fmla="*/ 2031482 w 12203753"/>
              <a:gd name="connsiteY1733" fmla="*/ 5749265 h 6858000"/>
              <a:gd name="connsiteX1734" fmla="*/ 2054113 w 12203753"/>
              <a:gd name="connsiteY1734" fmla="*/ 5788465 h 6858000"/>
              <a:gd name="connsiteX1735" fmla="*/ 1958376 w 12203753"/>
              <a:gd name="connsiteY1735" fmla="*/ 5850994 h 6858000"/>
              <a:gd name="connsiteX1736" fmla="*/ 1856328 w 12203753"/>
              <a:gd name="connsiteY1736" fmla="*/ 5902624 h 6858000"/>
              <a:gd name="connsiteX1737" fmla="*/ 1833699 w 12203753"/>
              <a:gd name="connsiteY1737" fmla="*/ 5863423 h 6858000"/>
              <a:gd name="connsiteX1738" fmla="*/ 1833765 w 12203753"/>
              <a:gd name="connsiteY1738" fmla="*/ 5863423 h 6858000"/>
              <a:gd name="connsiteX1739" fmla="*/ 1929500 w 12203753"/>
              <a:gd name="connsiteY1739" fmla="*/ 5800894 h 6858000"/>
              <a:gd name="connsiteX1740" fmla="*/ 2031482 w 12203753"/>
              <a:gd name="connsiteY1740" fmla="*/ 5749265 h 6858000"/>
              <a:gd name="connsiteX1741" fmla="*/ 1460821 w 12203753"/>
              <a:gd name="connsiteY1741" fmla="*/ 5749265 h 6858000"/>
              <a:gd name="connsiteX1742" fmla="*/ 1460890 w 12203753"/>
              <a:gd name="connsiteY1742" fmla="*/ 5749265 h 6858000"/>
              <a:gd name="connsiteX1743" fmla="*/ 1460873 w 12203753"/>
              <a:gd name="connsiteY1743" fmla="*/ 5749288 h 6858000"/>
              <a:gd name="connsiteX1744" fmla="*/ 1240411 w 12203753"/>
              <a:gd name="connsiteY1744" fmla="*/ 5749265 h 6858000"/>
              <a:gd name="connsiteX1745" fmla="*/ 1263039 w 12203753"/>
              <a:gd name="connsiteY1745" fmla="*/ 5788465 h 6858000"/>
              <a:gd name="connsiteX1746" fmla="*/ 1167301 w 12203753"/>
              <a:gd name="connsiteY1746" fmla="*/ 5850994 h 6858000"/>
              <a:gd name="connsiteX1747" fmla="*/ 1065253 w 12203753"/>
              <a:gd name="connsiteY1747" fmla="*/ 5902624 h 6858000"/>
              <a:gd name="connsiteX1748" fmla="*/ 1042617 w 12203753"/>
              <a:gd name="connsiteY1748" fmla="*/ 5863423 h 6858000"/>
              <a:gd name="connsiteX1749" fmla="*/ 1042681 w 12203753"/>
              <a:gd name="connsiteY1749" fmla="*/ 5863423 h 6858000"/>
              <a:gd name="connsiteX1750" fmla="*/ 1138424 w 12203753"/>
              <a:gd name="connsiteY1750" fmla="*/ 5800894 h 6858000"/>
              <a:gd name="connsiteX1751" fmla="*/ 1240411 w 12203753"/>
              <a:gd name="connsiteY1751" fmla="*/ 5749265 h 6858000"/>
              <a:gd name="connsiteX1752" fmla="*/ 669744 w 12203753"/>
              <a:gd name="connsiteY1752" fmla="*/ 5749265 h 6858000"/>
              <a:gd name="connsiteX1753" fmla="*/ 669808 w 12203753"/>
              <a:gd name="connsiteY1753" fmla="*/ 5749265 h 6858000"/>
              <a:gd name="connsiteX1754" fmla="*/ 669795 w 12203753"/>
              <a:gd name="connsiteY1754" fmla="*/ 5749288 h 6858000"/>
              <a:gd name="connsiteX1755" fmla="*/ 449268 w 12203753"/>
              <a:gd name="connsiteY1755" fmla="*/ 5749265 h 6858000"/>
              <a:gd name="connsiteX1756" fmla="*/ 471896 w 12203753"/>
              <a:gd name="connsiteY1756" fmla="*/ 5788465 h 6858000"/>
              <a:gd name="connsiteX1757" fmla="*/ 376162 w 12203753"/>
              <a:gd name="connsiteY1757" fmla="*/ 5850994 h 6858000"/>
              <a:gd name="connsiteX1758" fmla="*/ 274116 w 12203753"/>
              <a:gd name="connsiteY1758" fmla="*/ 5902624 h 6858000"/>
              <a:gd name="connsiteX1759" fmla="*/ 251487 w 12203753"/>
              <a:gd name="connsiteY1759" fmla="*/ 5863423 h 6858000"/>
              <a:gd name="connsiteX1760" fmla="*/ 251551 w 12203753"/>
              <a:gd name="connsiteY1760" fmla="*/ 5863423 h 6858000"/>
              <a:gd name="connsiteX1761" fmla="*/ 347288 w 12203753"/>
              <a:gd name="connsiteY1761" fmla="*/ 5800894 h 6858000"/>
              <a:gd name="connsiteX1762" fmla="*/ 449268 w 12203753"/>
              <a:gd name="connsiteY1762" fmla="*/ 5749265 h 6858000"/>
              <a:gd name="connsiteX1763" fmla="*/ 12008079 w 12203753"/>
              <a:gd name="connsiteY1763" fmla="*/ 5597563 h 6858000"/>
              <a:gd name="connsiteX1764" fmla="*/ 12053335 w 12203753"/>
              <a:gd name="connsiteY1764" fmla="*/ 5597563 h 6858000"/>
              <a:gd name="connsiteX1765" fmla="*/ 12059581 w 12203753"/>
              <a:gd name="connsiteY1765" fmla="*/ 5711785 h 6858000"/>
              <a:gd name="connsiteX1766" fmla="*/ 12053335 w 12203753"/>
              <a:gd name="connsiteY1766" fmla="*/ 5825944 h 6858000"/>
              <a:gd name="connsiteX1767" fmla="*/ 12008079 w 12203753"/>
              <a:gd name="connsiteY1767" fmla="*/ 5825944 h 6858000"/>
              <a:gd name="connsiteX1768" fmla="*/ 12001833 w 12203753"/>
              <a:gd name="connsiteY1768" fmla="*/ 5711785 h 6858000"/>
              <a:gd name="connsiteX1769" fmla="*/ 12008079 w 12203753"/>
              <a:gd name="connsiteY1769" fmla="*/ 5597563 h 6858000"/>
              <a:gd name="connsiteX1770" fmla="*/ 11216938 w 12203753"/>
              <a:gd name="connsiteY1770" fmla="*/ 5597563 h 6858000"/>
              <a:gd name="connsiteX1771" fmla="*/ 11262194 w 12203753"/>
              <a:gd name="connsiteY1771" fmla="*/ 5597563 h 6858000"/>
              <a:gd name="connsiteX1772" fmla="*/ 11268504 w 12203753"/>
              <a:gd name="connsiteY1772" fmla="*/ 5711785 h 6858000"/>
              <a:gd name="connsiteX1773" fmla="*/ 11262194 w 12203753"/>
              <a:gd name="connsiteY1773" fmla="*/ 5825944 h 6858000"/>
              <a:gd name="connsiteX1774" fmla="*/ 11216938 w 12203753"/>
              <a:gd name="connsiteY1774" fmla="*/ 5825944 h 6858000"/>
              <a:gd name="connsiteX1775" fmla="*/ 11210692 w 12203753"/>
              <a:gd name="connsiteY1775" fmla="*/ 5711785 h 6858000"/>
              <a:gd name="connsiteX1776" fmla="*/ 11216938 w 12203753"/>
              <a:gd name="connsiteY1776" fmla="*/ 5597563 h 6858000"/>
              <a:gd name="connsiteX1777" fmla="*/ 10425796 w 12203753"/>
              <a:gd name="connsiteY1777" fmla="*/ 5597563 h 6858000"/>
              <a:gd name="connsiteX1778" fmla="*/ 10471052 w 12203753"/>
              <a:gd name="connsiteY1778" fmla="*/ 5597563 h 6858000"/>
              <a:gd name="connsiteX1779" fmla="*/ 10477362 w 12203753"/>
              <a:gd name="connsiteY1779" fmla="*/ 5711785 h 6858000"/>
              <a:gd name="connsiteX1780" fmla="*/ 10471052 w 12203753"/>
              <a:gd name="connsiteY1780" fmla="*/ 5825944 h 6858000"/>
              <a:gd name="connsiteX1781" fmla="*/ 10425796 w 12203753"/>
              <a:gd name="connsiteY1781" fmla="*/ 5825944 h 6858000"/>
              <a:gd name="connsiteX1782" fmla="*/ 10419550 w 12203753"/>
              <a:gd name="connsiteY1782" fmla="*/ 5711785 h 6858000"/>
              <a:gd name="connsiteX1783" fmla="*/ 10425796 w 12203753"/>
              <a:gd name="connsiteY1783" fmla="*/ 5597563 h 6858000"/>
              <a:gd name="connsiteX1784" fmla="*/ 9634719 w 12203753"/>
              <a:gd name="connsiteY1784" fmla="*/ 5597563 h 6858000"/>
              <a:gd name="connsiteX1785" fmla="*/ 9679910 w 12203753"/>
              <a:gd name="connsiteY1785" fmla="*/ 5597563 h 6858000"/>
              <a:gd name="connsiteX1786" fmla="*/ 9686221 w 12203753"/>
              <a:gd name="connsiteY1786" fmla="*/ 5711785 h 6858000"/>
              <a:gd name="connsiteX1787" fmla="*/ 9679910 w 12203753"/>
              <a:gd name="connsiteY1787" fmla="*/ 5825944 h 6858000"/>
              <a:gd name="connsiteX1788" fmla="*/ 9634719 w 12203753"/>
              <a:gd name="connsiteY1788" fmla="*/ 5825944 h 6858000"/>
              <a:gd name="connsiteX1789" fmla="*/ 9628408 w 12203753"/>
              <a:gd name="connsiteY1789" fmla="*/ 5711785 h 6858000"/>
              <a:gd name="connsiteX1790" fmla="*/ 9634719 w 12203753"/>
              <a:gd name="connsiteY1790" fmla="*/ 5597563 h 6858000"/>
              <a:gd name="connsiteX1791" fmla="*/ 8843577 w 12203753"/>
              <a:gd name="connsiteY1791" fmla="*/ 5597563 h 6858000"/>
              <a:gd name="connsiteX1792" fmla="*/ 8888832 w 12203753"/>
              <a:gd name="connsiteY1792" fmla="*/ 5597563 h 6858000"/>
              <a:gd name="connsiteX1793" fmla="*/ 8895079 w 12203753"/>
              <a:gd name="connsiteY1793" fmla="*/ 5711785 h 6858000"/>
              <a:gd name="connsiteX1794" fmla="*/ 8888832 w 12203753"/>
              <a:gd name="connsiteY1794" fmla="*/ 5825944 h 6858000"/>
              <a:gd name="connsiteX1795" fmla="*/ 8843577 w 12203753"/>
              <a:gd name="connsiteY1795" fmla="*/ 5825944 h 6858000"/>
              <a:gd name="connsiteX1796" fmla="*/ 8837330 w 12203753"/>
              <a:gd name="connsiteY1796" fmla="*/ 5711785 h 6858000"/>
              <a:gd name="connsiteX1797" fmla="*/ 8843577 w 12203753"/>
              <a:gd name="connsiteY1797" fmla="*/ 5597563 h 6858000"/>
              <a:gd name="connsiteX1798" fmla="*/ 8052435 w 12203753"/>
              <a:gd name="connsiteY1798" fmla="*/ 5597563 h 6858000"/>
              <a:gd name="connsiteX1799" fmla="*/ 8097691 w 12203753"/>
              <a:gd name="connsiteY1799" fmla="*/ 5597563 h 6858000"/>
              <a:gd name="connsiteX1800" fmla="*/ 8103938 w 12203753"/>
              <a:gd name="connsiteY1800" fmla="*/ 5711785 h 6858000"/>
              <a:gd name="connsiteX1801" fmla="*/ 8097691 w 12203753"/>
              <a:gd name="connsiteY1801" fmla="*/ 5825944 h 6858000"/>
              <a:gd name="connsiteX1802" fmla="*/ 8052435 w 12203753"/>
              <a:gd name="connsiteY1802" fmla="*/ 5825944 h 6858000"/>
              <a:gd name="connsiteX1803" fmla="*/ 8046189 w 12203753"/>
              <a:gd name="connsiteY1803" fmla="*/ 5711785 h 6858000"/>
              <a:gd name="connsiteX1804" fmla="*/ 8052435 w 12203753"/>
              <a:gd name="connsiteY1804" fmla="*/ 5597563 h 6858000"/>
              <a:gd name="connsiteX1805" fmla="*/ 7261293 w 12203753"/>
              <a:gd name="connsiteY1805" fmla="*/ 5597563 h 6858000"/>
              <a:gd name="connsiteX1806" fmla="*/ 7306549 w 12203753"/>
              <a:gd name="connsiteY1806" fmla="*/ 5597563 h 6858000"/>
              <a:gd name="connsiteX1807" fmla="*/ 7312860 w 12203753"/>
              <a:gd name="connsiteY1807" fmla="*/ 5711785 h 6858000"/>
              <a:gd name="connsiteX1808" fmla="*/ 7306549 w 12203753"/>
              <a:gd name="connsiteY1808" fmla="*/ 5825944 h 6858000"/>
              <a:gd name="connsiteX1809" fmla="*/ 7261293 w 12203753"/>
              <a:gd name="connsiteY1809" fmla="*/ 5825944 h 6858000"/>
              <a:gd name="connsiteX1810" fmla="*/ 7255047 w 12203753"/>
              <a:gd name="connsiteY1810" fmla="*/ 5711785 h 6858000"/>
              <a:gd name="connsiteX1811" fmla="*/ 7261293 w 12203753"/>
              <a:gd name="connsiteY1811" fmla="*/ 5597563 h 6858000"/>
              <a:gd name="connsiteX1812" fmla="*/ 6470217 w 12203753"/>
              <a:gd name="connsiteY1812" fmla="*/ 5597563 h 6858000"/>
              <a:gd name="connsiteX1813" fmla="*/ 6515408 w 12203753"/>
              <a:gd name="connsiteY1813" fmla="*/ 5597563 h 6858000"/>
              <a:gd name="connsiteX1814" fmla="*/ 6521719 w 12203753"/>
              <a:gd name="connsiteY1814" fmla="*/ 5711785 h 6858000"/>
              <a:gd name="connsiteX1815" fmla="*/ 6515408 w 12203753"/>
              <a:gd name="connsiteY1815" fmla="*/ 5825944 h 6858000"/>
              <a:gd name="connsiteX1816" fmla="*/ 6470217 w 12203753"/>
              <a:gd name="connsiteY1816" fmla="*/ 5825944 h 6858000"/>
              <a:gd name="connsiteX1817" fmla="*/ 6463906 w 12203753"/>
              <a:gd name="connsiteY1817" fmla="*/ 5711785 h 6858000"/>
              <a:gd name="connsiteX1818" fmla="*/ 6470217 w 12203753"/>
              <a:gd name="connsiteY1818" fmla="*/ 5597563 h 6858000"/>
              <a:gd name="connsiteX1819" fmla="*/ 5679084 w 12203753"/>
              <a:gd name="connsiteY1819" fmla="*/ 5597563 h 6858000"/>
              <a:gd name="connsiteX1820" fmla="*/ 5724338 w 12203753"/>
              <a:gd name="connsiteY1820" fmla="*/ 5597563 h 6858000"/>
              <a:gd name="connsiteX1821" fmla="*/ 5730645 w 12203753"/>
              <a:gd name="connsiteY1821" fmla="*/ 5711785 h 6858000"/>
              <a:gd name="connsiteX1822" fmla="*/ 5724338 w 12203753"/>
              <a:gd name="connsiteY1822" fmla="*/ 5825944 h 6858000"/>
              <a:gd name="connsiteX1823" fmla="*/ 5679084 w 12203753"/>
              <a:gd name="connsiteY1823" fmla="*/ 5825944 h 6858000"/>
              <a:gd name="connsiteX1824" fmla="*/ 5672835 w 12203753"/>
              <a:gd name="connsiteY1824" fmla="*/ 5711785 h 6858000"/>
              <a:gd name="connsiteX1825" fmla="*/ 5679084 w 12203753"/>
              <a:gd name="connsiteY1825" fmla="*/ 5597563 h 6858000"/>
              <a:gd name="connsiteX1826" fmla="*/ 4887944 w 12203753"/>
              <a:gd name="connsiteY1826" fmla="*/ 5597563 h 6858000"/>
              <a:gd name="connsiteX1827" fmla="*/ 4933198 w 12203753"/>
              <a:gd name="connsiteY1827" fmla="*/ 5597563 h 6858000"/>
              <a:gd name="connsiteX1828" fmla="*/ 4939507 w 12203753"/>
              <a:gd name="connsiteY1828" fmla="*/ 5711785 h 6858000"/>
              <a:gd name="connsiteX1829" fmla="*/ 4933198 w 12203753"/>
              <a:gd name="connsiteY1829" fmla="*/ 5825944 h 6858000"/>
              <a:gd name="connsiteX1830" fmla="*/ 4887944 w 12203753"/>
              <a:gd name="connsiteY1830" fmla="*/ 5825944 h 6858000"/>
              <a:gd name="connsiteX1831" fmla="*/ 4881632 w 12203753"/>
              <a:gd name="connsiteY1831" fmla="*/ 5711785 h 6858000"/>
              <a:gd name="connsiteX1832" fmla="*/ 4887944 w 12203753"/>
              <a:gd name="connsiteY1832" fmla="*/ 5597563 h 6858000"/>
              <a:gd name="connsiteX1833" fmla="*/ 4096880 w 12203753"/>
              <a:gd name="connsiteY1833" fmla="*/ 5597563 h 6858000"/>
              <a:gd name="connsiteX1834" fmla="*/ 4142136 w 12203753"/>
              <a:gd name="connsiteY1834" fmla="*/ 5597563 h 6858000"/>
              <a:gd name="connsiteX1835" fmla="*/ 4148446 w 12203753"/>
              <a:gd name="connsiteY1835" fmla="*/ 5711785 h 6858000"/>
              <a:gd name="connsiteX1836" fmla="*/ 4142136 w 12203753"/>
              <a:gd name="connsiteY1836" fmla="*/ 5825944 h 6858000"/>
              <a:gd name="connsiteX1837" fmla="*/ 4096880 w 12203753"/>
              <a:gd name="connsiteY1837" fmla="*/ 5825944 h 6858000"/>
              <a:gd name="connsiteX1838" fmla="*/ 4090633 w 12203753"/>
              <a:gd name="connsiteY1838" fmla="*/ 5711785 h 6858000"/>
              <a:gd name="connsiteX1839" fmla="*/ 4096880 w 12203753"/>
              <a:gd name="connsiteY1839" fmla="*/ 5597563 h 6858000"/>
              <a:gd name="connsiteX1840" fmla="*/ 3305820 w 12203753"/>
              <a:gd name="connsiteY1840" fmla="*/ 5597563 h 6858000"/>
              <a:gd name="connsiteX1841" fmla="*/ 3351078 w 12203753"/>
              <a:gd name="connsiteY1841" fmla="*/ 5597563 h 6858000"/>
              <a:gd name="connsiteX1842" fmla="*/ 3357385 w 12203753"/>
              <a:gd name="connsiteY1842" fmla="*/ 5711785 h 6858000"/>
              <a:gd name="connsiteX1843" fmla="*/ 3351078 w 12203753"/>
              <a:gd name="connsiteY1843" fmla="*/ 5825944 h 6858000"/>
              <a:gd name="connsiteX1844" fmla="*/ 3305820 w 12203753"/>
              <a:gd name="connsiteY1844" fmla="*/ 5825944 h 6858000"/>
              <a:gd name="connsiteX1845" fmla="*/ 3299575 w 12203753"/>
              <a:gd name="connsiteY1845" fmla="*/ 5711785 h 6858000"/>
              <a:gd name="connsiteX1846" fmla="*/ 3305820 w 12203753"/>
              <a:gd name="connsiteY1846" fmla="*/ 5597563 h 6858000"/>
              <a:gd name="connsiteX1847" fmla="*/ 2514689 w 12203753"/>
              <a:gd name="connsiteY1847" fmla="*/ 5597563 h 6858000"/>
              <a:gd name="connsiteX1848" fmla="*/ 2559944 w 12203753"/>
              <a:gd name="connsiteY1848" fmla="*/ 5597563 h 6858000"/>
              <a:gd name="connsiteX1849" fmla="*/ 2566255 w 12203753"/>
              <a:gd name="connsiteY1849" fmla="*/ 5711785 h 6858000"/>
              <a:gd name="connsiteX1850" fmla="*/ 2559944 w 12203753"/>
              <a:gd name="connsiteY1850" fmla="*/ 5825944 h 6858000"/>
              <a:gd name="connsiteX1851" fmla="*/ 2514689 w 12203753"/>
              <a:gd name="connsiteY1851" fmla="*/ 5825944 h 6858000"/>
              <a:gd name="connsiteX1852" fmla="*/ 2508380 w 12203753"/>
              <a:gd name="connsiteY1852" fmla="*/ 5711785 h 6858000"/>
              <a:gd name="connsiteX1853" fmla="*/ 2514689 w 12203753"/>
              <a:gd name="connsiteY1853" fmla="*/ 5597563 h 6858000"/>
              <a:gd name="connsiteX1854" fmla="*/ 1723556 w 12203753"/>
              <a:gd name="connsiteY1854" fmla="*/ 5597563 h 6858000"/>
              <a:gd name="connsiteX1855" fmla="*/ 1768814 w 12203753"/>
              <a:gd name="connsiteY1855" fmla="*/ 5597563 h 6858000"/>
              <a:gd name="connsiteX1856" fmla="*/ 1775124 w 12203753"/>
              <a:gd name="connsiteY1856" fmla="*/ 5711785 h 6858000"/>
              <a:gd name="connsiteX1857" fmla="*/ 1768814 w 12203753"/>
              <a:gd name="connsiteY1857" fmla="*/ 5825944 h 6858000"/>
              <a:gd name="connsiteX1858" fmla="*/ 1723556 w 12203753"/>
              <a:gd name="connsiteY1858" fmla="*/ 5825944 h 6858000"/>
              <a:gd name="connsiteX1859" fmla="*/ 1717310 w 12203753"/>
              <a:gd name="connsiteY1859" fmla="*/ 5711785 h 6858000"/>
              <a:gd name="connsiteX1860" fmla="*/ 1723556 w 12203753"/>
              <a:gd name="connsiteY1860" fmla="*/ 5597563 h 6858000"/>
              <a:gd name="connsiteX1861" fmla="*/ 932414 w 12203753"/>
              <a:gd name="connsiteY1861" fmla="*/ 5597563 h 6858000"/>
              <a:gd name="connsiteX1862" fmla="*/ 977669 w 12203753"/>
              <a:gd name="connsiteY1862" fmla="*/ 5597563 h 6858000"/>
              <a:gd name="connsiteX1863" fmla="*/ 983979 w 12203753"/>
              <a:gd name="connsiteY1863" fmla="*/ 5711785 h 6858000"/>
              <a:gd name="connsiteX1864" fmla="*/ 977669 w 12203753"/>
              <a:gd name="connsiteY1864" fmla="*/ 5825944 h 6858000"/>
              <a:gd name="connsiteX1865" fmla="*/ 932414 w 12203753"/>
              <a:gd name="connsiteY1865" fmla="*/ 5825944 h 6858000"/>
              <a:gd name="connsiteX1866" fmla="*/ 926104 w 12203753"/>
              <a:gd name="connsiteY1866" fmla="*/ 5711785 h 6858000"/>
              <a:gd name="connsiteX1867" fmla="*/ 932414 w 12203753"/>
              <a:gd name="connsiteY1867" fmla="*/ 5597563 h 6858000"/>
              <a:gd name="connsiteX1868" fmla="*/ 141346 w 12203753"/>
              <a:gd name="connsiteY1868" fmla="*/ 5597563 h 6858000"/>
              <a:gd name="connsiteX1869" fmla="*/ 186600 w 12203753"/>
              <a:gd name="connsiteY1869" fmla="*/ 5597563 h 6858000"/>
              <a:gd name="connsiteX1870" fmla="*/ 192910 w 12203753"/>
              <a:gd name="connsiteY1870" fmla="*/ 5711785 h 6858000"/>
              <a:gd name="connsiteX1871" fmla="*/ 186600 w 12203753"/>
              <a:gd name="connsiteY1871" fmla="*/ 5825944 h 6858000"/>
              <a:gd name="connsiteX1872" fmla="*/ 141346 w 12203753"/>
              <a:gd name="connsiteY1872" fmla="*/ 5825944 h 6858000"/>
              <a:gd name="connsiteX1873" fmla="*/ 135099 w 12203753"/>
              <a:gd name="connsiteY1873" fmla="*/ 5711785 h 6858000"/>
              <a:gd name="connsiteX1874" fmla="*/ 141346 w 12203753"/>
              <a:gd name="connsiteY1874" fmla="*/ 5597563 h 6858000"/>
              <a:gd name="connsiteX1875" fmla="*/ 5811965 w 12203753"/>
              <a:gd name="connsiteY1875" fmla="*/ 5520907 h 6858000"/>
              <a:gd name="connsiteX1876" fmla="*/ 5820348 w 12203753"/>
              <a:gd name="connsiteY1876" fmla="*/ 5524613 h 6858000"/>
              <a:gd name="connsiteX1877" fmla="*/ 5913960 w 12203753"/>
              <a:gd name="connsiteY1877" fmla="*/ 5572513 h 6858000"/>
              <a:gd name="connsiteX1878" fmla="*/ 6009695 w 12203753"/>
              <a:gd name="connsiteY1878" fmla="*/ 5635042 h 6858000"/>
              <a:gd name="connsiteX1879" fmla="*/ 5987067 w 12203753"/>
              <a:gd name="connsiteY1879" fmla="*/ 5674243 h 6858000"/>
              <a:gd name="connsiteX1880" fmla="*/ 5885086 w 12203753"/>
              <a:gd name="connsiteY1880" fmla="*/ 5622613 h 6858000"/>
              <a:gd name="connsiteX1881" fmla="*/ 5789350 w 12203753"/>
              <a:gd name="connsiteY1881" fmla="*/ 5560084 h 6858000"/>
              <a:gd name="connsiteX1882" fmla="*/ 5020837 w 12203753"/>
              <a:gd name="connsiteY1882" fmla="*/ 5520907 h 6858000"/>
              <a:gd name="connsiteX1883" fmla="*/ 5029217 w 12203753"/>
              <a:gd name="connsiteY1883" fmla="*/ 5524613 h 6858000"/>
              <a:gd name="connsiteX1884" fmla="*/ 5122827 w 12203753"/>
              <a:gd name="connsiteY1884" fmla="*/ 5572513 h 6858000"/>
              <a:gd name="connsiteX1885" fmla="*/ 5218566 w 12203753"/>
              <a:gd name="connsiteY1885" fmla="*/ 5635042 h 6858000"/>
              <a:gd name="connsiteX1886" fmla="*/ 5195941 w 12203753"/>
              <a:gd name="connsiteY1886" fmla="*/ 5674243 h 6858000"/>
              <a:gd name="connsiteX1887" fmla="*/ 5093953 w 12203753"/>
              <a:gd name="connsiteY1887" fmla="*/ 5622613 h 6858000"/>
              <a:gd name="connsiteX1888" fmla="*/ 4998215 w 12203753"/>
              <a:gd name="connsiteY1888" fmla="*/ 5560084 h 6858000"/>
              <a:gd name="connsiteX1889" fmla="*/ 4229752 w 12203753"/>
              <a:gd name="connsiteY1889" fmla="*/ 5520907 h 6858000"/>
              <a:gd name="connsiteX1890" fmla="*/ 4238133 w 12203753"/>
              <a:gd name="connsiteY1890" fmla="*/ 5524613 h 6858000"/>
              <a:gd name="connsiteX1891" fmla="*/ 4331748 w 12203753"/>
              <a:gd name="connsiteY1891" fmla="*/ 5572513 h 6858000"/>
              <a:gd name="connsiteX1892" fmla="*/ 4427491 w 12203753"/>
              <a:gd name="connsiteY1892" fmla="*/ 5635042 h 6858000"/>
              <a:gd name="connsiteX1893" fmla="*/ 4404860 w 12203753"/>
              <a:gd name="connsiteY1893" fmla="*/ 5674243 h 6858000"/>
              <a:gd name="connsiteX1894" fmla="*/ 4302877 w 12203753"/>
              <a:gd name="connsiteY1894" fmla="*/ 5622613 h 6858000"/>
              <a:gd name="connsiteX1895" fmla="*/ 4207137 w 12203753"/>
              <a:gd name="connsiteY1895" fmla="*/ 5560084 h 6858000"/>
              <a:gd name="connsiteX1896" fmla="*/ 3438701 w 12203753"/>
              <a:gd name="connsiteY1896" fmla="*/ 5520907 h 6858000"/>
              <a:gd name="connsiteX1897" fmla="*/ 3447084 w 12203753"/>
              <a:gd name="connsiteY1897" fmla="*/ 5524613 h 6858000"/>
              <a:gd name="connsiteX1898" fmla="*/ 3540702 w 12203753"/>
              <a:gd name="connsiteY1898" fmla="*/ 5572513 h 6858000"/>
              <a:gd name="connsiteX1899" fmla="*/ 3636436 w 12203753"/>
              <a:gd name="connsiteY1899" fmla="*/ 5635042 h 6858000"/>
              <a:gd name="connsiteX1900" fmla="*/ 3613807 w 12203753"/>
              <a:gd name="connsiteY1900" fmla="*/ 5674243 h 6858000"/>
              <a:gd name="connsiteX1901" fmla="*/ 3511829 w 12203753"/>
              <a:gd name="connsiteY1901" fmla="*/ 5622613 h 6858000"/>
              <a:gd name="connsiteX1902" fmla="*/ 3416090 w 12203753"/>
              <a:gd name="connsiteY1902" fmla="*/ 5560084 h 6858000"/>
              <a:gd name="connsiteX1903" fmla="*/ 2647573 w 12203753"/>
              <a:gd name="connsiteY1903" fmla="*/ 5520907 h 6858000"/>
              <a:gd name="connsiteX1904" fmla="*/ 2655955 w 12203753"/>
              <a:gd name="connsiteY1904" fmla="*/ 5524613 h 6858000"/>
              <a:gd name="connsiteX1905" fmla="*/ 2749571 w 12203753"/>
              <a:gd name="connsiteY1905" fmla="*/ 5572513 h 6858000"/>
              <a:gd name="connsiteX1906" fmla="*/ 2845305 w 12203753"/>
              <a:gd name="connsiteY1906" fmla="*/ 5635042 h 6858000"/>
              <a:gd name="connsiteX1907" fmla="*/ 2822677 w 12203753"/>
              <a:gd name="connsiteY1907" fmla="*/ 5674243 h 6858000"/>
              <a:gd name="connsiteX1908" fmla="*/ 2720696 w 12203753"/>
              <a:gd name="connsiteY1908" fmla="*/ 5622613 h 6858000"/>
              <a:gd name="connsiteX1909" fmla="*/ 2624959 w 12203753"/>
              <a:gd name="connsiteY1909" fmla="*/ 5560084 h 6858000"/>
              <a:gd name="connsiteX1910" fmla="*/ 1856440 w 12203753"/>
              <a:gd name="connsiteY1910" fmla="*/ 5520907 h 6858000"/>
              <a:gd name="connsiteX1911" fmla="*/ 1864826 w 12203753"/>
              <a:gd name="connsiteY1911" fmla="*/ 5524613 h 6858000"/>
              <a:gd name="connsiteX1912" fmla="*/ 1958439 w 12203753"/>
              <a:gd name="connsiteY1912" fmla="*/ 5572513 h 6858000"/>
              <a:gd name="connsiteX1913" fmla="*/ 2054174 w 12203753"/>
              <a:gd name="connsiteY1913" fmla="*/ 5635042 h 6858000"/>
              <a:gd name="connsiteX1914" fmla="*/ 2031546 w 12203753"/>
              <a:gd name="connsiteY1914" fmla="*/ 5674243 h 6858000"/>
              <a:gd name="connsiteX1915" fmla="*/ 1929564 w 12203753"/>
              <a:gd name="connsiteY1915" fmla="*/ 5622613 h 6858000"/>
              <a:gd name="connsiteX1916" fmla="*/ 1833827 w 12203753"/>
              <a:gd name="connsiteY1916" fmla="*/ 5560084 h 6858000"/>
              <a:gd name="connsiteX1917" fmla="*/ 1065369 w 12203753"/>
              <a:gd name="connsiteY1917" fmla="*/ 5520907 h 6858000"/>
              <a:gd name="connsiteX1918" fmla="*/ 1073750 w 12203753"/>
              <a:gd name="connsiteY1918" fmla="*/ 5524613 h 6858000"/>
              <a:gd name="connsiteX1919" fmla="*/ 1167366 w 12203753"/>
              <a:gd name="connsiteY1919" fmla="*/ 5572513 h 6858000"/>
              <a:gd name="connsiteX1920" fmla="*/ 1263103 w 12203753"/>
              <a:gd name="connsiteY1920" fmla="*/ 5635042 h 6858000"/>
              <a:gd name="connsiteX1921" fmla="*/ 1240476 w 12203753"/>
              <a:gd name="connsiteY1921" fmla="*/ 5674243 h 6858000"/>
              <a:gd name="connsiteX1922" fmla="*/ 1138491 w 12203753"/>
              <a:gd name="connsiteY1922" fmla="*/ 5622613 h 6858000"/>
              <a:gd name="connsiteX1923" fmla="*/ 1042746 w 12203753"/>
              <a:gd name="connsiteY1923" fmla="*/ 5560084 h 6858000"/>
              <a:gd name="connsiteX1924" fmla="*/ 274229 w 12203753"/>
              <a:gd name="connsiteY1924" fmla="*/ 5520907 h 6858000"/>
              <a:gd name="connsiteX1925" fmla="*/ 282613 w 12203753"/>
              <a:gd name="connsiteY1925" fmla="*/ 5524613 h 6858000"/>
              <a:gd name="connsiteX1926" fmla="*/ 376224 w 12203753"/>
              <a:gd name="connsiteY1926" fmla="*/ 5572513 h 6858000"/>
              <a:gd name="connsiteX1927" fmla="*/ 471959 w 12203753"/>
              <a:gd name="connsiteY1927" fmla="*/ 5635042 h 6858000"/>
              <a:gd name="connsiteX1928" fmla="*/ 449332 w 12203753"/>
              <a:gd name="connsiteY1928" fmla="*/ 5674243 h 6858000"/>
              <a:gd name="connsiteX1929" fmla="*/ 347352 w 12203753"/>
              <a:gd name="connsiteY1929" fmla="*/ 5622613 h 6858000"/>
              <a:gd name="connsiteX1930" fmla="*/ 251614 w 12203753"/>
              <a:gd name="connsiteY1930" fmla="*/ 5560084 h 6858000"/>
              <a:gd name="connsiteX1931" fmla="*/ 12140914 w 12203753"/>
              <a:gd name="connsiteY1931" fmla="*/ 5520884 h 6858000"/>
              <a:gd name="connsiteX1932" fmla="*/ 12171908 w 12203753"/>
              <a:gd name="connsiteY1932" fmla="*/ 5535130 h 6858000"/>
              <a:gd name="connsiteX1933" fmla="*/ 12203753 w 12203753"/>
              <a:gd name="connsiteY1933" fmla="*/ 5551884 h 6858000"/>
              <a:gd name="connsiteX1934" fmla="*/ 12203753 w 12203753"/>
              <a:gd name="connsiteY1934" fmla="*/ 5616097 h 6858000"/>
              <a:gd name="connsiteX1935" fmla="*/ 12146156 w 12203753"/>
              <a:gd name="connsiteY1935" fmla="*/ 5579780 h 6858000"/>
              <a:gd name="connsiteX1936" fmla="*/ 12118286 w 12203753"/>
              <a:gd name="connsiteY1936" fmla="*/ 5560084 h 6858000"/>
              <a:gd name="connsiteX1937" fmla="*/ 11920501 w 12203753"/>
              <a:gd name="connsiteY1937" fmla="*/ 5520884 h 6858000"/>
              <a:gd name="connsiteX1938" fmla="*/ 11943128 w 12203753"/>
              <a:gd name="connsiteY1938" fmla="*/ 5560084 h 6858000"/>
              <a:gd name="connsiteX1939" fmla="*/ 11847390 w 12203753"/>
              <a:gd name="connsiteY1939" fmla="*/ 5622613 h 6858000"/>
              <a:gd name="connsiteX1940" fmla="*/ 11745343 w 12203753"/>
              <a:gd name="connsiteY1940" fmla="*/ 5674306 h 6858000"/>
              <a:gd name="connsiteX1941" fmla="*/ 11722715 w 12203753"/>
              <a:gd name="connsiteY1941" fmla="*/ 5635106 h 6858000"/>
              <a:gd name="connsiteX1942" fmla="*/ 11722715 w 12203753"/>
              <a:gd name="connsiteY1942" fmla="*/ 5635042 h 6858000"/>
              <a:gd name="connsiteX1943" fmla="*/ 11818516 w 12203753"/>
              <a:gd name="connsiteY1943" fmla="*/ 5572513 h 6858000"/>
              <a:gd name="connsiteX1944" fmla="*/ 11920501 w 12203753"/>
              <a:gd name="connsiteY1944" fmla="*/ 5520884 h 6858000"/>
              <a:gd name="connsiteX1945" fmla="*/ 11349836 w 12203753"/>
              <a:gd name="connsiteY1945" fmla="*/ 5520884 h 6858000"/>
              <a:gd name="connsiteX1946" fmla="*/ 11451820 w 12203753"/>
              <a:gd name="connsiteY1946" fmla="*/ 5572513 h 6858000"/>
              <a:gd name="connsiteX1947" fmla="*/ 11547558 w 12203753"/>
              <a:gd name="connsiteY1947" fmla="*/ 5635042 h 6858000"/>
              <a:gd name="connsiteX1948" fmla="*/ 11524930 w 12203753"/>
              <a:gd name="connsiteY1948" fmla="*/ 5674243 h 6858000"/>
              <a:gd name="connsiteX1949" fmla="*/ 11422946 w 12203753"/>
              <a:gd name="connsiteY1949" fmla="*/ 5622613 h 6858000"/>
              <a:gd name="connsiteX1950" fmla="*/ 11327208 w 12203753"/>
              <a:gd name="connsiteY1950" fmla="*/ 5560084 h 6858000"/>
              <a:gd name="connsiteX1951" fmla="*/ 11129360 w 12203753"/>
              <a:gd name="connsiteY1951" fmla="*/ 5520884 h 6858000"/>
              <a:gd name="connsiteX1952" fmla="*/ 11151987 w 12203753"/>
              <a:gd name="connsiteY1952" fmla="*/ 5560084 h 6858000"/>
              <a:gd name="connsiteX1953" fmla="*/ 11056249 w 12203753"/>
              <a:gd name="connsiteY1953" fmla="*/ 5622613 h 6858000"/>
              <a:gd name="connsiteX1954" fmla="*/ 10954265 w 12203753"/>
              <a:gd name="connsiteY1954" fmla="*/ 5674306 h 6858000"/>
              <a:gd name="connsiteX1955" fmla="*/ 10931638 w 12203753"/>
              <a:gd name="connsiteY1955" fmla="*/ 5635106 h 6858000"/>
              <a:gd name="connsiteX1956" fmla="*/ 10931638 w 12203753"/>
              <a:gd name="connsiteY1956" fmla="*/ 5635042 h 6858000"/>
              <a:gd name="connsiteX1957" fmla="*/ 11027376 w 12203753"/>
              <a:gd name="connsiteY1957" fmla="*/ 5572513 h 6858000"/>
              <a:gd name="connsiteX1958" fmla="*/ 11129360 w 12203753"/>
              <a:gd name="connsiteY1958" fmla="*/ 5520884 h 6858000"/>
              <a:gd name="connsiteX1959" fmla="*/ 10558694 w 12203753"/>
              <a:gd name="connsiteY1959" fmla="*/ 5520884 h 6858000"/>
              <a:gd name="connsiteX1960" fmla="*/ 10660678 w 12203753"/>
              <a:gd name="connsiteY1960" fmla="*/ 5572513 h 6858000"/>
              <a:gd name="connsiteX1961" fmla="*/ 10756416 w 12203753"/>
              <a:gd name="connsiteY1961" fmla="*/ 5635042 h 6858000"/>
              <a:gd name="connsiteX1962" fmla="*/ 10733788 w 12203753"/>
              <a:gd name="connsiteY1962" fmla="*/ 5674243 h 6858000"/>
              <a:gd name="connsiteX1963" fmla="*/ 10631804 w 12203753"/>
              <a:gd name="connsiteY1963" fmla="*/ 5622613 h 6858000"/>
              <a:gd name="connsiteX1964" fmla="*/ 10536066 w 12203753"/>
              <a:gd name="connsiteY1964" fmla="*/ 5560084 h 6858000"/>
              <a:gd name="connsiteX1965" fmla="*/ 10338218 w 12203753"/>
              <a:gd name="connsiteY1965" fmla="*/ 5520884 h 6858000"/>
              <a:gd name="connsiteX1966" fmla="*/ 10360845 w 12203753"/>
              <a:gd name="connsiteY1966" fmla="*/ 5560084 h 6858000"/>
              <a:gd name="connsiteX1967" fmla="*/ 10265107 w 12203753"/>
              <a:gd name="connsiteY1967" fmla="*/ 5622613 h 6858000"/>
              <a:gd name="connsiteX1968" fmla="*/ 10163123 w 12203753"/>
              <a:gd name="connsiteY1968" fmla="*/ 5674306 h 6858000"/>
              <a:gd name="connsiteX1969" fmla="*/ 10140496 w 12203753"/>
              <a:gd name="connsiteY1969" fmla="*/ 5635106 h 6858000"/>
              <a:gd name="connsiteX1970" fmla="*/ 10140496 w 12203753"/>
              <a:gd name="connsiteY1970" fmla="*/ 5635042 h 6858000"/>
              <a:gd name="connsiteX1971" fmla="*/ 10236234 w 12203753"/>
              <a:gd name="connsiteY1971" fmla="*/ 5572513 h 6858000"/>
              <a:gd name="connsiteX1972" fmla="*/ 10338218 w 12203753"/>
              <a:gd name="connsiteY1972" fmla="*/ 5520884 h 6858000"/>
              <a:gd name="connsiteX1973" fmla="*/ 9767553 w 12203753"/>
              <a:gd name="connsiteY1973" fmla="*/ 5520884 h 6858000"/>
              <a:gd name="connsiteX1974" fmla="*/ 9869601 w 12203753"/>
              <a:gd name="connsiteY1974" fmla="*/ 5572513 h 6858000"/>
              <a:gd name="connsiteX1975" fmla="*/ 9965339 w 12203753"/>
              <a:gd name="connsiteY1975" fmla="*/ 5635042 h 6858000"/>
              <a:gd name="connsiteX1976" fmla="*/ 9942711 w 12203753"/>
              <a:gd name="connsiteY1976" fmla="*/ 5674243 h 6858000"/>
              <a:gd name="connsiteX1977" fmla="*/ 9840663 w 12203753"/>
              <a:gd name="connsiteY1977" fmla="*/ 5622613 h 6858000"/>
              <a:gd name="connsiteX1978" fmla="*/ 9744925 w 12203753"/>
              <a:gd name="connsiteY1978" fmla="*/ 5560084 h 6858000"/>
              <a:gd name="connsiteX1979" fmla="*/ 9547140 w 12203753"/>
              <a:gd name="connsiteY1979" fmla="*/ 5520884 h 6858000"/>
              <a:gd name="connsiteX1980" fmla="*/ 9569768 w 12203753"/>
              <a:gd name="connsiteY1980" fmla="*/ 5560084 h 6858000"/>
              <a:gd name="connsiteX1981" fmla="*/ 9474030 w 12203753"/>
              <a:gd name="connsiteY1981" fmla="*/ 5622613 h 6858000"/>
              <a:gd name="connsiteX1982" fmla="*/ 9371982 w 12203753"/>
              <a:gd name="connsiteY1982" fmla="*/ 5674306 h 6858000"/>
              <a:gd name="connsiteX1983" fmla="*/ 9349355 w 12203753"/>
              <a:gd name="connsiteY1983" fmla="*/ 5635106 h 6858000"/>
              <a:gd name="connsiteX1984" fmla="*/ 9349355 w 12203753"/>
              <a:gd name="connsiteY1984" fmla="*/ 5635042 h 6858000"/>
              <a:gd name="connsiteX1985" fmla="*/ 9445093 w 12203753"/>
              <a:gd name="connsiteY1985" fmla="*/ 5572513 h 6858000"/>
              <a:gd name="connsiteX1986" fmla="*/ 9547140 w 12203753"/>
              <a:gd name="connsiteY1986" fmla="*/ 5520884 h 6858000"/>
              <a:gd name="connsiteX1987" fmla="*/ 8976412 w 12203753"/>
              <a:gd name="connsiteY1987" fmla="*/ 5520884 h 6858000"/>
              <a:gd name="connsiteX1988" fmla="*/ 9078460 w 12203753"/>
              <a:gd name="connsiteY1988" fmla="*/ 5572513 h 6858000"/>
              <a:gd name="connsiteX1989" fmla="*/ 9174198 w 12203753"/>
              <a:gd name="connsiteY1989" fmla="*/ 5635042 h 6858000"/>
              <a:gd name="connsiteX1990" fmla="*/ 9151570 w 12203753"/>
              <a:gd name="connsiteY1990" fmla="*/ 5674243 h 6858000"/>
              <a:gd name="connsiteX1991" fmla="*/ 9049585 w 12203753"/>
              <a:gd name="connsiteY1991" fmla="*/ 5622613 h 6858000"/>
              <a:gd name="connsiteX1992" fmla="*/ 8953784 w 12203753"/>
              <a:gd name="connsiteY1992" fmla="*/ 5560084 h 6858000"/>
              <a:gd name="connsiteX1993" fmla="*/ 8755998 w 12203753"/>
              <a:gd name="connsiteY1993" fmla="*/ 5520884 h 6858000"/>
              <a:gd name="connsiteX1994" fmla="*/ 8778626 w 12203753"/>
              <a:gd name="connsiteY1994" fmla="*/ 5560084 h 6858000"/>
              <a:gd name="connsiteX1995" fmla="*/ 8682888 w 12203753"/>
              <a:gd name="connsiteY1995" fmla="*/ 5622613 h 6858000"/>
              <a:gd name="connsiteX1996" fmla="*/ 8580840 w 12203753"/>
              <a:gd name="connsiteY1996" fmla="*/ 5674306 h 6858000"/>
              <a:gd name="connsiteX1997" fmla="*/ 8558213 w 12203753"/>
              <a:gd name="connsiteY1997" fmla="*/ 5635106 h 6858000"/>
              <a:gd name="connsiteX1998" fmla="*/ 8558213 w 12203753"/>
              <a:gd name="connsiteY1998" fmla="*/ 5635042 h 6858000"/>
              <a:gd name="connsiteX1999" fmla="*/ 8654014 w 12203753"/>
              <a:gd name="connsiteY1999" fmla="*/ 5572513 h 6858000"/>
              <a:gd name="connsiteX2000" fmla="*/ 8755998 w 12203753"/>
              <a:gd name="connsiteY2000" fmla="*/ 5520884 h 6858000"/>
              <a:gd name="connsiteX2001" fmla="*/ 8185270 w 12203753"/>
              <a:gd name="connsiteY2001" fmla="*/ 5520884 h 6858000"/>
              <a:gd name="connsiteX2002" fmla="*/ 8287318 w 12203753"/>
              <a:gd name="connsiteY2002" fmla="*/ 5572513 h 6858000"/>
              <a:gd name="connsiteX2003" fmla="*/ 8383056 w 12203753"/>
              <a:gd name="connsiteY2003" fmla="*/ 5635042 h 6858000"/>
              <a:gd name="connsiteX2004" fmla="*/ 8360428 w 12203753"/>
              <a:gd name="connsiteY2004" fmla="*/ 5674243 h 6858000"/>
              <a:gd name="connsiteX2005" fmla="*/ 8258443 w 12203753"/>
              <a:gd name="connsiteY2005" fmla="*/ 5622613 h 6858000"/>
              <a:gd name="connsiteX2006" fmla="*/ 8162642 w 12203753"/>
              <a:gd name="connsiteY2006" fmla="*/ 5560084 h 6858000"/>
              <a:gd name="connsiteX2007" fmla="*/ 7964857 w 12203753"/>
              <a:gd name="connsiteY2007" fmla="*/ 5520884 h 6858000"/>
              <a:gd name="connsiteX2008" fmla="*/ 7987485 w 12203753"/>
              <a:gd name="connsiteY2008" fmla="*/ 5560084 h 6858000"/>
              <a:gd name="connsiteX2009" fmla="*/ 7891747 w 12203753"/>
              <a:gd name="connsiteY2009" fmla="*/ 5622613 h 6858000"/>
              <a:gd name="connsiteX2010" fmla="*/ 7789699 w 12203753"/>
              <a:gd name="connsiteY2010" fmla="*/ 5674306 h 6858000"/>
              <a:gd name="connsiteX2011" fmla="*/ 7767072 w 12203753"/>
              <a:gd name="connsiteY2011" fmla="*/ 5635106 h 6858000"/>
              <a:gd name="connsiteX2012" fmla="*/ 7767072 w 12203753"/>
              <a:gd name="connsiteY2012" fmla="*/ 5635042 h 6858000"/>
              <a:gd name="connsiteX2013" fmla="*/ 7862873 w 12203753"/>
              <a:gd name="connsiteY2013" fmla="*/ 5572513 h 6858000"/>
              <a:gd name="connsiteX2014" fmla="*/ 7964857 w 12203753"/>
              <a:gd name="connsiteY2014" fmla="*/ 5520884 h 6858000"/>
              <a:gd name="connsiteX2015" fmla="*/ 7394192 w 12203753"/>
              <a:gd name="connsiteY2015" fmla="*/ 5520884 h 6858000"/>
              <a:gd name="connsiteX2016" fmla="*/ 7496176 w 12203753"/>
              <a:gd name="connsiteY2016" fmla="*/ 5572513 h 6858000"/>
              <a:gd name="connsiteX2017" fmla="*/ 7591913 w 12203753"/>
              <a:gd name="connsiteY2017" fmla="*/ 5635042 h 6858000"/>
              <a:gd name="connsiteX2018" fmla="*/ 7569286 w 12203753"/>
              <a:gd name="connsiteY2018" fmla="*/ 5674243 h 6858000"/>
              <a:gd name="connsiteX2019" fmla="*/ 7467302 w 12203753"/>
              <a:gd name="connsiteY2019" fmla="*/ 5622613 h 6858000"/>
              <a:gd name="connsiteX2020" fmla="*/ 7371564 w 12203753"/>
              <a:gd name="connsiteY2020" fmla="*/ 5560084 h 6858000"/>
              <a:gd name="connsiteX2021" fmla="*/ 7173716 w 12203753"/>
              <a:gd name="connsiteY2021" fmla="*/ 5520884 h 6858000"/>
              <a:gd name="connsiteX2022" fmla="*/ 7196344 w 12203753"/>
              <a:gd name="connsiteY2022" fmla="*/ 5560084 h 6858000"/>
              <a:gd name="connsiteX2023" fmla="*/ 7100606 w 12203753"/>
              <a:gd name="connsiteY2023" fmla="*/ 5622613 h 6858000"/>
              <a:gd name="connsiteX2024" fmla="*/ 6998621 w 12203753"/>
              <a:gd name="connsiteY2024" fmla="*/ 5674306 h 6858000"/>
              <a:gd name="connsiteX2025" fmla="*/ 6975995 w 12203753"/>
              <a:gd name="connsiteY2025" fmla="*/ 5635106 h 6858000"/>
              <a:gd name="connsiteX2026" fmla="*/ 6975995 w 12203753"/>
              <a:gd name="connsiteY2026" fmla="*/ 5635042 h 6858000"/>
              <a:gd name="connsiteX2027" fmla="*/ 7071731 w 12203753"/>
              <a:gd name="connsiteY2027" fmla="*/ 5572513 h 6858000"/>
              <a:gd name="connsiteX2028" fmla="*/ 7173716 w 12203753"/>
              <a:gd name="connsiteY2028" fmla="*/ 5520884 h 6858000"/>
              <a:gd name="connsiteX2029" fmla="*/ 6603052 w 12203753"/>
              <a:gd name="connsiteY2029" fmla="*/ 5520884 h 6858000"/>
              <a:gd name="connsiteX2030" fmla="*/ 6705100 w 12203753"/>
              <a:gd name="connsiteY2030" fmla="*/ 5572513 h 6858000"/>
              <a:gd name="connsiteX2031" fmla="*/ 6800837 w 12203753"/>
              <a:gd name="connsiteY2031" fmla="*/ 5635042 h 6858000"/>
              <a:gd name="connsiteX2032" fmla="*/ 6778210 w 12203753"/>
              <a:gd name="connsiteY2032" fmla="*/ 5674243 h 6858000"/>
              <a:gd name="connsiteX2033" fmla="*/ 6676161 w 12203753"/>
              <a:gd name="connsiteY2033" fmla="*/ 5622613 h 6858000"/>
              <a:gd name="connsiteX2034" fmla="*/ 6580424 w 12203753"/>
              <a:gd name="connsiteY2034" fmla="*/ 5560084 h 6858000"/>
              <a:gd name="connsiteX2035" fmla="*/ 6382638 w 12203753"/>
              <a:gd name="connsiteY2035" fmla="*/ 5520884 h 6858000"/>
              <a:gd name="connsiteX2036" fmla="*/ 6405266 w 12203753"/>
              <a:gd name="connsiteY2036" fmla="*/ 5560084 h 6858000"/>
              <a:gd name="connsiteX2037" fmla="*/ 6309528 w 12203753"/>
              <a:gd name="connsiteY2037" fmla="*/ 5622613 h 6858000"/>
              <a:gd name="connsiteX2038" fmla="*/ 6207480 w 12203753"/>
              <a:gd name="connsiteY2038" fmla="*/ 5674306 h 6858000"/>
              <a:gd name="connsiteX2039" fmla="*/ 6184852 w 12203753"/>
              <a:gd name="connsiteY2039" fmla="*/ 5635106 h 6858000"/>
              <a:gd name="connsiteX2040" fmla="*/ 6184852 w 12203753"/>
              <a:gd name="connsiteY2040" fmla="*/ 5635042 h 6858000"/>
              <a:gd name="connsiteX2041" fmla="*/ 6280590 w 12203753"/>
              <a:gd name="connsiteY2041" fmla="*/ 5572513 h 6858000"/>
              <a:gd name="connsiteX2042" fmla="*/ 6382638 w 12203753"/>
              <a:gd name="connsiteY2042" fmla="*/ 5520884 h 6858000"/>
              <a:gd name="connsiteX2043" fmla="*/ 5811914 w 12203753"/>
              <a:gd name="connsiteY2043" fmla="*/ 5520884 h 6858000"/>
              <a:gd name="connsiteX2044" fmla="*/ 5811979 w 12203753"/>
              <a:gd name="connsiteY2044" fmla="*/ 5520884 h 6858000"/>
              <a:gd name="connsiteX2045" fmla="*/ 5811965 w 12203753"/>
              <a:gd name="connsiteY2045" fmla="*/ 5520907 h 6858000"/>
              <a:gd name="connsiteX2046" fmla="*/ 5591444 w 12203753"/>
              <a:gd name="connsiteY2046" fmla="*/ 5520884 h 6858000"/>
              <a:gd name="connsiteX2047" fmla="*/ 5614067 w 12203753"/>
              <a:gd name="connsiteY2047" fmla="*/ 5560084 h 6858000"/>
              <a:gd name="connsiteX2048" fmla="*/ 5518332 w 12203753"/>
              <a:gd name="connsiteY2048" fmla="*/ 5622613 h 6858000"/>
              <a:gd name="connsiteX2049" fmla="*/ 5416289 w 12203753"/>
              <a:gd name="connsiteY2049" fmla="*/ 5674306 h 6858000"/>
              <a:gd name="connsiteX2050" fmla="*/ 5393662 w 12203753"/>
              <a:gd name="connsiteY2050" fmla="*/ 5635106 h 6858000"/>
              <a:gd name="connsiteX2051" fmla="*/ 5393724 w 12203753"/>
              <a:gd name="connsiteY2051" fmla="*/ 5635042 h 6858000"/>
              <a:gd name="connsiteX2052" fmla="*/ 5489459 w 12203753"/>
              <a:gd name="connsiteY2052" fmla="*/ 5572513 h 6858000"/>
              <a:gd name="connsiteX2053" fmla="*/ 5591444 w 12203753"/>
              <a:gd name="connsiteY2053" fmla="*/ 5520884 h 6858000"/>
              <a:gd name="connsiteX2054" fmla="*/ 5020783 w 12203753"/>
              <a:gd name="connsiteY2054" fmla="*/ 5520884 h 6858000"/>
              <a:gd name="connsiteX2055" fmla="*/ 5020848 w 12203753"/>
              <a:gd name="connsiteY2055" fmla="*/ 5520884 h 6858000"/>
              <a:gd name="connsiteX2056" fmla="*/ 5020837 w 12203753"/>
              <a:gd name="connsiteY2056" fmla="*/ 5520907 h 6858000"/>
              <a:gd name="connsiteX2057" fmla="*/ 4800426 w 12203753"/>
              <a:gd name="connsiteY2057" fmla="*/ 5520884 h 6858000"/>
              <a:gd name="connsiteX2058" fmla="*/ 4823054 w 12203753"/>
              <a:gd name="connsiteY2058" fmla="*/ 5560084 h 6858000"/>
              <a:gd name="connsiteX2059" fmla="*/ 4727319 w 12203753"/>
              <a:gd name="connsiteY2059" fmla="*/ 5622613 h 6858000"/>
              <a:gd name="connsiteX2060" fmla="*/ 4625271 w 12203753"/>
              <a:gd name="connsiteY2060" fmla="*/ 5674306 h 6858000"/>
              <a:gd name="connsiteX2061" fmla="*/ 4602649 w 12203753"/>
              <a:gd name="connsiteY2061" fmla="*/ 5635106 h 6858000"/>
              <a:gd name="connsiteX2062" fmla="*/ 4602649 w 12203753"/>
              <a:gd name="connsiteY2062" fmla="*/ 5635042 h 6858000"/>
              <a:gd name="connsiteX2063" fmla="*/ 4698380 w 12203753"/>
              <a:gd name="connsiteY2063" fmla="*/ 5572513 h 6858000"/>
              <a:gd name="connsiteX2064" fmla="*/ 4800426 w 12203753"/>
              <a:gd name="connsiteY2064" fmla="*/ 5520884 h 6858000"/>
              <a:gd name="connsiteX2065" fmla="*/ 4229702 w 12203753"/>
              <a:gd name="connsiteY2065" fmla="*/ 5520884 h 6858000"/>
              <a:gd name="connsiteX2066" fmla="*/ 4229764 w 12203753"/>
              <a:gd name="connsiteY2066" fmla="*/ 5520884 h 6858000"/>
              <a:gd name="connsiteX2067" fmla="*/ 4229752 w 12203753"/>
              <a:gd name="connsiteY2067" fmla="*/ 5520907 h 6858000"/>
              <a:gd name="connsiteX2068" fmla="*/ 4009366 w 12203753"/>
              <a:gd name="connsiteY2068" fmla="*/ 5520884 h 6858000"/>
              <a:gd name="connsiteX2069" fmla="*/ 4031992 w 12203753"/>
              <a:gd name="connsiteY2069" fmla="*/ 5560084 h 6858000"/>
              <a:gd name="connsiteX2070" fmla="*/ 3936266 w 12203753"/>
              <a:gd name="connsiteY2070" fmla="*/ 5622613 h 6858000"/>
              <a:gd name="connsiteX2071" fmla="*/ 3834218 w 12203753"/>
              <a:gd name="connsiteY2071" fmla="*/ 5674306 h 6858000"/>
              <a:gd name="connsiteX2072" fmla="*/ 3811587 w 12203753"/>
              <a:gd name="connsiteY2072" fmla="*/ 5635106 h 6858000"/>
              <a:gd name="connsiteX2073" fmla="*/ 3811587 w 12203753"/>
              <a:gd name="connsiteY2073" fmla="*/ 5635042 h 6858000"/>
              <a:gd name="connsiteX2074" fmla="*/ 3907323 w 12203753"/>
              <a:gd name="connsiteY2074" fmla="*/ 5572513 h 6858000"/>
              <a:gd name="connsiteX2075" fmla="*/ 4009366 w 12203753"/>
              <a:gd name="connsiteY2075" fmla="*/ 5520884 h 6858000"/>
              <a:gd name="connsiteX2076" fmla="*/ 3438650 w 12203753"/>
              <a:gd name="connsiteY2076" fmla="*/ 5520884 h 6858000"/>
              <a:gd name="connsiteX2077" fmla="*/ 3438713 w 12203753"/>
              <a:gd name="connsiteY2077" fmla="*/ 5520884 h 6858000"/>
              <a:gd name="connsiteX2078" fmla="*/ 3438701 w 12203753"/>
              <a:gd name="connsiteY2078" fmla="*/ 5520907 h 6858000"/>
              <a:gd name="connsiteX2079" fmla="*/ 3218179 w 12203753"/>
              <a:gd name="connsiteY2079" fmla="*/ 5520884 h 6858000"/>
              <a:gd name="connsiteX2080" fmla="*/ 3240807 w 12203753"/>
              <a:gd name="connsiteY2080" fmla="*/ 5560084 h 6858000"/>
              <a:gd name="connsiteX2081" fmla="*/ 3145079 w 12203753"/>
              <a:gd name="connsiteY2081" fmla="*/ 5622613 h 6858000"/>
              <a:gd name="connsiteX2082" fmla="*/ 3043026 w 12203753"/>
              <a:gd name="connsiteY2082" fmla="*/ 5674306 h 6858000"/>
              <a:gd name="connsiteX2083" fmla="*/ 3020398 w 12203753"/>
              <a:gd name="connsiteY2083" fmla="*/ 5635106 h 6858000"/>
              <a:gd name="connsiteX2084" fmla="*/ 3020464 w 12203753"/>
              <a:gd name="connsiteY2084" fmla="*/ 5635042 h 6858000"/>
              <a:gd name="connsiteX2085" fmla="*/ 3116202 w 12203753"/>
              <a:gd name="connsiteY2085" fmla="*/ 5572513 h 6858000"/>
              <a:gd name="connsiteX2086" fmla="*/ 3218179 w 12203753"/>
              <a:gd name="connsiteY2086" fmla="*/ 5520884 h 6858000"/>
              <a:gd name="connsiteX2087" fmla="*/ 2647521 w 12203753"/>
              <a:gd name="connsiteY2087" fmla="*/ 5520884 h 6858000"/>
              <a:gd name="connsiteX2088" fmla="*/ 2647585 w 12203753"/>
              <a:gd name="connsiteY2088" fmla="*/ 5520884 h 6858000"/>
              <a:gd name="connsiteX2089" fmla="*/ 2647573 w 12203753"/>
              <a:gd name="connsiteY2089" fmla="*/ 5520907 h 6858000"/>
              <a:gd name="connsiteX2090" fmla="*/ 2427043 w 12203753"/>
              <a:gd name="connsiteY2090" fmla="*/ 5520884 h 6858000"/>
              <a:gd name="connsiteX2091" fmla="*/ 2449673 w 12203753"/>
              <a:gd name="connsiteY2091" fmla="*/ 5560084 h 6858000"/>
              <a:gd name="connsiteX2092" fmla="*/ 2353932 w 12203753"/>
              <a:gd name="connsiteY2092" fmla="*/ 5622613 h 6858000"/>
              <a:gd name="connsiteX2093" fmla="*/ 2251888 w 12203753"/>
              <a:gd name="connsiteY2093" fmla="*/ 5674306 h 6858000"/>
              <a:gd name="connsiteX2094" fmla="*/ 2229258 w 12203753"/>
              <a:gd name="connsiteY2094" fmla="*/ 5635106 h 6858000"/>
              <a:gd name="connsiteX2095" fmla="*/ 2229324 w 12203753"/>
              <a:gd name="connsiteY2095" fmla="*/ 5635042 h 6858000"/>
              <a:gd name="connsiteX2096" fmla="*/ 2325057 w 12203753"/>
              <a:gd name="connsiteY2096" fmla="*/ 5572513 h 6858000"/>
              <a:gd name="connsiteX2097" fmla="*/ 2427043 w 12203753"/>
              <a:gd name="connsiteY2097" fmla="*/ 5520884 h 6858000"/>
              <a:gd name="connsiteX2098" fmla="*/ 1856390 w 12203753"/>
              <a:gd name="connsiteY2098" fmla="*/ 5520884 h 6858000"/>
              <a:gd name="connsiteX2099" fmla="*/ 1856455 w 12203753"/>
              <a:gd name="connsiteY2099" fmla="*/ 5520884 h 6858000"/>
              <a:gd name="connsiteX2100" fmla="*/ 1856440 w 12203753"/>
              <a:gd name="connsiteY2100" fmla="*/ 5520907 h 6858000"/>
              <a:gd name="connsiteX2101" fmla="*/ 1635915 w 12203753"/>
              <a:gd name="connsiteY2101" fmla="*/ 5520884 h 6858000"/>
              <a:gd name="connsiteX2102" fmla="*/ 1658544 w 12203753"/>
              <a:gd name="connsiteY2102" fmla="*/ 5560084 h 6858000"/>
              <a:gd name="connsiteX2103" fmla="*/ 1562806 w 12203753"/>
              <a:gd name="connsiteY2103" fmla="*/ 5622613 h 6858000"/>
              <a:gd name="connsiteX2104" fmla="*/ 1460759 w 12203753"/>
              <a:gd name="connsiteY2104" fmla="*/ 5674306 h 6858000"/>
              <a:gd name="connsiteX2105" fmla="*/ 1438131 w 12203753"/>
              <a:gd name="connsiteY2105" fmla="*/ 5635106 h 6858000"/>
              <a:gd name="connsiteX2106" fmla="*/ 1438196 w 12203753"/>
              <a:gd name="connsiteY2106" fmla="*/ 5635042 h 6858000"/>
              <a:gd name="connsiteX2107" fmla="*/ 1533932 w 12203753"/>
              <a:gd name="connsiteY2107" fmla="*/ 5572513 h 6858000"/>
              <a:gd name="connsiteX2108" fmla="*/ 1635915 w 12203753"/>
              <a:gd name="connsiteY2108" fmla="*/ 5520884 h 6858000"/>
              <a:gd name="connsiteX2109" fmla="*/ 1065317 w 12203753"/>
              <a:gd name="connsiteY2109" fmla="*/ 5520884 h 6858000"/>
              <a:gd name="connsiteX2110" fmla="*/ 1065382 w 12203753"/>
              <a:gd name="connsiteY2110" fmla="*/ 5520884 h 6858000"/>
              <a:gd name="connsiteX2111" fmla="*/ 1065369 w 12203753"/>
              <a:gd name="connsiteY2111" fmla="*/ 5520907 h 6858000"/>
              <a:gd name="connsiteX2112" fmla="*/ 844835 w 12203753"/>
              <a:gd name="connsiteY2112" fmla="*/ 5520884 h 6858000"/>
              <a:gd name="connsiteX2113" fmla="*/ 867464 w 12203753"/>
              <a:gd name="connsiteY2113" fmla="*/ 5560084 h 6858000"/>
              <a:gd name="connsiteX2114" fmla="*/ 771727 w 12203753"/>
              <a:gd name="connsiteY2114" fmla="*/ 5622613 h 6858000"/>
              <a:gd name="connsiteX2115" fmla="*/ 669681 w 12203753"/>
              <a:gd name="connsiteY2115" fmla="*/ 5674306 h 6858000"/>
              <a:gd name="connsiteX2116" fmla="*/ 647052 w 12203753"/>
              <a:gd name="connsiteY2116" fmla="*/ 5635106 h 6858000"/>
              <a:gd name="connsiteX2117" fmla="*/ 647116 w 12203753"/>
              <a:gd name="connsiteY2117" fmla="*/ 5635042 h 6858000"/>
              <a:gd name="connsiteX2118" fmla="*/ 742854 w 12203753"/>
              <a:gd name="connsiteY2118" fmla="*/ 5572513 h 6858000"/>
              <a:gd name="connsiteX2119" fmla="*/ 844835 w 12203753"/>
              <a:gd name="connsiteY2119" fmla="*/ 5520884 h 6858000"/>
              <a:gd name="connsiteX2120" fmla="*/ 274178 w 12203753"/>
              <a:gd name="connsiteY2120" fmla="*/ 5520884 h 6858000"/>
              <a:gd name="connsiteX2121" fmla="*/ 274242 w 12203753"/>
              <a:gd name="connsiteY2121" fmla="*/ 5520884 h 6858000"/>
              <a:gd name="connsiteX2122" fmla="*/ 274229 w 12203753"/>
              <a:gd name="connsiteY2122" fmla="*/ 5520907 h 6858000"/>
              <a:gd name="connsiteX2123" fmla="*/ 53706 w 12203753"/>
              <a:gd name="connsiteY2123" fmla="*/ 5520884 h 6858000"/>
              <a:gd name="connsiteX2124" fmla="*/ 76333 w 12203753"/>
              <a:gd name="connsiteY2124" fmla="*/ 5560084 h 6858000"/>
              <a:gd name="connsiteX2125" fmla="*/ 48496 w 12203753"/>
              <a:gd name="connsiteY2125" fmla="*/ 5579780 h 6858000"/>
              <a:gd name="connsiteX2126" fmla="*/ 0 w 12203753"/>
              <a:gd name="connsiteY2126" fmla="*/ 5610373 h 6858000"/>
              <a:gd name="connsiteX2127" fmla="*/ 0 w 12203753"/>
              <a:gd name="connsiteY2127" fmla="*/ 5547102 h 6858000"/>
              <a:gd name="connsiteX2128" fmla="*/ 22745 w 12203753"/>
              <a:gd name="connsiteY2128" fmla="*/ 5535130 h 6858000"/>
              <a:gd name="connsiteX2129" fmla="*/ 53706 w 12203753"/>
              <a:gd name="connsiteY2129" fmla="*/ 5520884 h 6858000"/>
              <a:gd name="connsiteX2130" fmla="*/ 11612508 w 12203753"/>
              <a:gd name="connsiteY2130" fmla="*/ 5369183 h 6858000"/>
              <a:gd name="connsiteX2131" fmla="*/ 11657764 w 12203753"/>
              <a:gd name="connsiteY2131" fmla="*/ 5369183 h 6858000"/>
              <a:gd name="connsiteX2132" fmla="*/ 11664075 w 12203753"/>
              <a:gd name="connsiteY2132" fmla="*/ 5483405 h 6858000"/>
              <a:gd name="connsiteX2133" fmla="*/ 11657764 w 12203753"/>
              <a:gd name="connsiteY2133" fmla="*/ 5597563 h 6858000"/>
              <a:gd name="connsiteX2134" fmla="*/ 11612508 w 12203753"/>
              <a:gd name="connsiteY2134" fmla="*/ 5597563 h 6858000"/>
              <a:gd name="connsiteX2135" fmla="*/ 11606262 w 12203753"/>
              <a:gd name="connsiteY2135" fmla="*/ 5483405 h 6858000"/>
              <a:gd name="connsiteX2136" fmla="*/ 11612508 w 12203753"/>
              <a:gd name="connsiteY2136" fmla="*/ 5369183 h 6858000"/>
              <a:gd name="connsiteX2137" fmla="*/ 10821367 w 12203753"/>
              <a:gd name="connsiteY2137" fmla="*/ 5369183 h 6858000"/>
              <a:gd name="connsiteX2138" fmla="*/ 10866623 w 12203753"/>
              <a:gd name="connsiteY2138" fmla="*/ 5369183 h 6858000"/>
              <a:gd name="connsiteX2139" fmla="*/ 10872933 w 12203753"/>
              <a:gd name="connsiteY2139" fmla="*/ 5483405 h 6858000"/>
              <a:gd name="connsiteX2140" fmla="*/ 10866623 w 12203753"/>
              <a:gd name="connsiteY2140" fmla="*/ 5597563 h 6858000"/>
              <a:gd name="connsiteX2141" fmla="*/ 10821367 w 12203753"/>
              <a:gd name="connsiteY2141" fmla="*/ 5597563 h 6858000"/>
              <a:gd name="connsiteX2142" fmla="*/ 10815121 w 12203753"/>
              <a:gd name="connsiteY2142" fmla="*/ 5483405 h 6858000"/>
              <a:gd name="connsiteX2143" fmla="*/ 10821367 w 12203753"/>
              <a:gd name="connsiteY2143" fmla="*/ 5369183 h 6858000"/>
              <a:gd name="connsiteX2144" fmla="*/ 10030289 w 12203753"/>
              <a:gd name="connsiteY2144" fmla="*/ 5369183 h 6858000"/>
              <a:gd name="connsiteX2145" fmla="*/ 10075481 w 12203753"/>
              <a:gd name="connsiteY2145" fmla="*/ 5369183 h 6858000"/>
              <a:gd name="connsiteX2146" fmla="*/ 10081791 w 12203753"/>
              <a:gd name="connsiteY2146" fmla="*/ 5483405 h 6858000"/>
              <a:gd name="connsiteX2147" fmla="*/ 10075481 w 12203753"/>
              <a:gd name="connsiteY2147" fmla="*/ 5597563 h 6858000"/>
              <a:gd name="connsiteX2148" fmla="*/ 10030289 w 12203753"/>
              <a:gd name="connsiteY2148" fmla="*/ 5597563 h 6858000"/>
              <a:gd name="connsiteX2149" fmla="*/ 10023979 w 12203753"/>
              <a:gd name="connsiteY2149" fmla="*/ 5483405 h 6858000"/>
              <a:gd name="connsiteX2150" fmla="*/ 10030289 w 12203753"/>
              <a:gd name="connsiteY2150" fmla="*/ 5369183 h 6858000"/>
              <a:gd name="connsiteX2151" fmla="*/ 9239147 w 12203753"/>
              <a:gd name="connsiteY2151" fmla="*/ 5369183 h 6858000"/>
              <a:gd name="connsiteX2152" fmla="*/ 9284403 w 12203753"/>
              <a:gd name="connsiteY2152" fmla="*/ 5369183 h 6858000"/>
              <a:gd name="connsiteX2153" fmla="*/ 9290649 w 12203753"/>
              <a:gd name="connsiteY2153" fmla="*/ 5483405 h 6858000"/>
              <a:gd name="connsiteX2154" fmla="*/ 9284403 w 12203753"/>
              <a:gd name="connsiteY2154" fmla="*/ 5597563 h 6858000"/>
              <a:gd name="connsiteX2155" fmla="*/ 9239147 w 12203753"/>
              <a:gd name="connsiteY2155" fmla="*/ 5597563 h 6858000"/>
              <a:gd name="connsiteX2156" fmla="*/ 9232901 w 12203753"/>
              <a:gd name="connsiteY2156" fmla="*/ 5483405 h 6858000"/>
              <a:gd name="connsiteX2157" fmla="*/ 9239147 w 12203753"/>
              <a:gd name="connsiteY2157" fmla="*/ 5369183 h 6858000"/>
              <a:gd name="connsiteX2158" fmla="*/ 8448006 w 12203753"/>
              <a:gd name="connsiteY2158" fmla="*/ 5369183 h 6858000"/>
              <a:gd name="connsiteX2159" fmla="*/ 8493262 w 12203753"/>
              <a:gd name="connsiteY2159" fmla="*/ 5369183 h 6858000"/>
              <a:gd name="connsiteX2160" fmla="*/ 8499508 w 12203753"/>
              <a:gd name="connsiteY2160" fmla="*/ 5483405 h 6858000"/>
              <a:gd name="connsiteX2161" fmla="*/ 8493262 w 12203753"/>
              <a:gd name="connsiteY2161" fmla="*/ 5597563 h 6858000"/>
              <a:gd name="connsiteX2162" fmla="*/ 8448006 w 12203753"/>
              <a:gd name="connsiteY2162" fmla="*/ 5597563 h 6858000"/>
              <a:gd name="connsiteX2163" fmla="*/ 8441760 w 12203753"/>
              <a:gd name="connsiteY2163" fmla="*/ 5483405 h 6858000"/>
              <a:gd name="connsiteX2164" fmla="*/ 8448006 w 12203753"/>
              <a:gd name="connsiteY2164" fmla="*/ 5369183 h 6858000"/>
              <a:gd name="connsiteX2165" fmla="*/ 7656865 w 12203753"/>
              <a:gd name="connsiteY2165" fmla="*/ 5369183 h 6858000"/>
              <a:gd name="connsiteX2166" fmla="*/ 7702121 w 12203753"/>
              <a:gd name="connsiteY2166" fmla="*/ 5369183 h 6858000"/>
              <a:gd name="connsiteX2167" fmla="*/ 7708431 w 12203753"/>
              <a:gd name="connsiteY2167" fmla="*/ 5483405 h 6858000"/>
              <a:gd name="connsiteX2168" fmla="*/ 7702121 w 12203753"/>
              <a:gd name="connsiteY2168" fmla="*/ 5597563 h 6858000"/>
              <a:gd name="connsiteX2169" fmla="*/ 7656865 w 12203753"/>
              <a:gd name="connsiteY2169" fmla="*/ 5597563 h 6858000"/>
              <a:gd name="connsiteX2170" fmla="*/ 7650619 w 12203753"/>
              <a:gd name="connsiteY2170" fmla="*/ 5483405 h 6858000"/>
              <a:gd name="connsiteX2171" fmla="*/ 7656865 w 12203753"/>
              <a:gd name="connsiteY2171" fmla="*/ 5369183 h 6858000"/>
              <a:gd name="connsiteX2172" fmla="*/ 6865787 w 12203753"/>
              <a:gd name="connsiteY2172" fmla="*/ 5369183 h 6858000"/>
              <a:gd name="connsiteX2173" fmla="*/ 6910979 w 12203753"/>
              <a:gd name="connsiteY2173" fmla="*/ 5369183 h 6858000"/>
              <a:gd name="connsiteX2174" fmla="*/ 6917290 w 12203753"/>
              <a:gd name="connsiteY2174" fmla="*/ 5483405 h 6858000"/>
              <a:gd name="connsiteX2175" fmla="*/ 6910979 w 12203753"/>
              <a:gd name="connsiteY2175" fmla="*/ 5597563 h 6858000"/>
              <a:gd name="connsiteX2176" fmla="*/ 6865787 w 12203753"/>
              <a:gd name="connsiteY2176" fmla="*/ 5597563 h 6858000"/>
              <a:gd name="connsiteX2177" fmla="*/ 6859477 w 12203753"/>
              <a:gd name="connsiteY2177" fmla="*/ 5483405 h 6858000"/>
              <a:gd name="connsiteX2178" fmla="*/ 6865787 w 12203753"/>
              <a:gd name="connsiteY2178" fmla="*/ 5369183 h 6858000"/>
              <a:gd name="connsiteX2179" fmla="*/ 6074648 w 12203753"/>
              <a:gd name="connsiteY2179" fmla="*/ 5369183 h 6858000"/>
              <a:gd name="connsiteX2180" fmla="*/ 6119901 w 12203753"/>
              <a:gd name="connsiteY2180" fmla="*/ 5369183 h 6858000"/>
              <a:gd name="connsiteX2181" fmla="*/ 6126212 w 12203753"/>
              <a:gd name="connsiteY2181" fmla="*/ 5483405 h 6858000"/>
              <a:gd name="connsiteX2182" fmla="*/ 6119901 w 12203753"/>
              <a:gd name="connsiteY2182" fmla="*/ 5597563 h 6858000"/>
              <a:gd name="connsiteX2183" fmla="*/ 6074648 w 12203753"/>
              <a:gd name="connsiteY2183" fmla="*/ 5597563 h 6858000"/>
              <a:gd name="connsiteX2184" fmla="*/ 6068400 w 12203753"/>
              <a:gd name="connsiteY2184" fmla="*/ 5483405 h 6858000"/>
              <a:gd name="connsiteX2185" fmla="*/ 6074648 w 12203753"/>
              <a:gd name="connsiteY2185" fmla="*/ 5369183 h 6858000"/>
              <a:gd name="connsiteX2186" fmla="*/ 5283517 w 12203753"/>
              <a:gd name="connsiteY2186" fmla="*/ 5369183 h 6858000"/>
              <a:gd name="connsiteX2187" fmla="*/ 5328774 w 12203753"/>
              <a:gd name="connsiteY2187" fmla="*/ 5369183 h 6858000"/>
              <a:gd name="connsiteX2188" fmla="*/ 5335084 w 12203753"/>
              <a:gd name="connsiteY2188" fmla="*/ 5483405 h 6858000"/>
              <a:gd name="connsiteX2189" fmla="*/ 5328774 w 12203753"/>
              <a:gd name="connsiteY2189" fmla="*/ 5597563 h 6858000"/>
              <a:gd name="connsiteX2190" fmla="*/ 5283517 w 12203753"/>
              <a:gd name="connsiteY2190" fmla="*/ 5597563 h 6858000"/>
              <a:gd name="connsiteX2191" fmla="*/ 5277271 w 12203753"/>
              <a:gd name="connsiteY2191" fmla="*/ 5483405 h 6858000"/>
              <a:gd name="connsiteX2192" fmla="*/ 5283517 w 12203753"/>
              <a:gd name="connsiteY2192" fmla="*/ 5369183 h 6858000"/>
              <a:gd name="connsiteX2193" fmla="*/ 4492377 w 12203753"/>
              <a:gd name="connsiteY2193" fmla="*/ 5369183 h 6858000"/>
              <a:gd name="connsiteX2194" fmla="*/ 4537632 w 12203753"/>
              <a:gd name="connsiteY2194" fmla="*/ 5369183 h 6858000"/>
              <a:gd name="connsiteX2195" fmla="*/ 4543944 w 12203753"/>
              <a:gd name="connsiteY2195" fmla="*/ 5483405 h 6858000"/>
              <a:gd name="connsiteX2196" fmla="*/ 4537632 w 12203753"/>
              <a:gd name="connsiteY2196" fmla="*/ 5597563 h 6858000"/>
              <a:gd name="connsiteX2197" fmla="*/ 4492377 w 12203753"/>
              <a:gd name="connsiteY2197" fmla="*/ 5597563 h 6858000"/>
              <a:gd name="connsiteX2198" fmla="*/ 4486066 w 12203753"/>
              <a:gd name="connsiteY2198" fmla="*/ 5483405 h 6858000"/>
              <a:gd name="connsiteX2199" fmla="*/ 4492377 w 12203753"/>
              <a:gd name="connsiteY2199" fmla="*/ 5369183 h 6858000"/>
              <a:gd name="connsiteX2200" fmla="*/ 3701387 w 12203753"/>
              <a:gd name="connsiteY2200" fmla="*/ 5369183 h 6858000"/>
              <a:gd name="connsiteX2201" fmla="*/ 3746640 w 12203753"/>
              <a:gd name="connsiteY2201" fmla="*/ 5369183 h 6858000"/>
              <a:gd name="connsiteX2202" fmla="*/ 3752950 w 12203753"/>
              <a:gd name="connsiteY2202" fmla="*/ 5483405 h 6858000"/>
              <a:gd name="connsiteX2203" fmla="*/ 3746640 w 12203753"/>
              <a:gd name="connsiteY2203" fmla="*/ 5597563 h 6858000"/>
              <a:gd name="connsiteX2204" fmla="*/ 3701387 w 12203753"/>
              <a:gd name="connsiteY2204" fmla="*/ 5597563 h 6858000"/>
              <a:gd name="connsiteX2205" fmla="*/ 3695140 w 12203753"/>
              <a:gd name="connsiteY2205" fmla="*/ 5483405 h 6858000"/>
              <a:gd name="connsiteX2206" fmla="*/ 3701387 w 12203753"/>
              <a:gd name="connsiteY2206" fmla="*/ 5369183 h 6858000"/>
              <a:gd name="connsiteX2207" fmla="*/ 2910259 w 12203753"/>
              <a:gd name="connsiteY2207" fmla="*/ 5369183 h 6858000"/>
              <a:gd name="connsiteX2208" fmla="*/ 2955512 w 12203753"/>
              <a:gd name="connsiteY2208" fmla="*/ 5369183 h 6858000"/>
              <a:gd name="connsiteX2209" fmla="*/ 2961822 w 12203753"/>
              <a:gd name="connsiteY2209" fmla="*/ 5483405 h 6858000"/>
              <a:gd name="connsiteX2210" fmla="*/ 2955512 w 12203753"/>
              <a:gd name="connsiteY2210" fmla="*/ 5597563 h 6858000"/>
              <a:gd name="connsiteX2211" fmla="*/ 2910259 w 12203753"/>
              <a:gd name="connsiteY2211" fmla="*/ 5597563 h 6858000"/>
              <a:gd name="connsiteX2212" fmla="*/ 2904013 w 12203753"/>
              <a:gd name="connsiteY2212" fmla="*/ 5483405 h 6858000"/>
              <a:gd name="connsiteX2213" fmla="*/ 2910259 w 12203753"/>
              <a:gd name="connsiteY2213" fmla="*/ 5369183 h 6858000"/>
              <a:gd name="connsiteX2214" fmla="*/ 2119119 w 12203753"/>
              <a:gd name="connsiteY2214" fmla="*/ 5369183 h 6858000"/>
              <a:gd name="connsiteX2215" fmla="*/ 2164366 w 12203753"/>
              <a:gd name="connsiteY2215" fmla="*/ 5369183 h 6858000"/>
              <a:gd name="connsiteX2216" fmla="*/ 2170679 w 12203753"/>
              <a:gd name="connsiteY2216" fmla="*/ 5483405 h 6858000"/>
              <a:gd name="connsiteX2217" fmla="*/ 2164366 w 12203753"/>
              <a:gd name="connsiteY2217" fmla="*/ 5597563 h 6858000"/>
              <a:gd name="connsiteX2218" fmla="*/ 2119119 w 12203753"/>
              <a:gd name="connsiteY2218" fmla="*/ 5597563 h 6858000"/>
              <a:gd name="connsiteX2219" fmla="*/ 2112868 w 12203753"/>
              <a:gd name="connsiteY2219" fmla="*/ 5483405 h 6858000"/>
              <a:gd name="connsiteX2220" fmla="*/ 2119119 w 12203753"/>
              <a:gd name="connsiteY2220" fmla="*/ 5369183 h 6858000"/>
              <a:gd name="connsiteX2221" fmla="*/ 1327990 w 12203753"/>
              <a:gd name="connsiteY2221" fmla="*/ 5369183 h 6858000"/>
              <a:gd name="connsiteX2222" fmla="*/ 1373245 w 12203753"/>
              <a:gd name="connsiteY2222" fmla="*/ 5369183 h 6858000"/>
              <a:gd name="connsiteX2223" fmla="*/ 1379556 w 12203753"/>
              <a:gd name="connsiteY2223" fmla="*/ 5483405 h 6858000"/>
              <a:gd name="connsiteX2224" fmla="*/ 1373245 w 12203753"/>
              <a:gd name="connsiteY2224" fmla="*/ 5597563 h 6858000"/>
              <a:gd name="connsiteX2225" fmla="*/ 1327990 w 12203753"/>
              <a:gd name="connsiteY2225" fmla="*/ 5597563 h 6858000"/>
              <a:gd name="connsiteX2226" fmla="*/ 1321744 w 12203753"/>
              <a:gd name="connsiteY2226" fmla="*/ 5483405 h 6858000"/>
              <a:gd name="connsiteX2227" fmla="*/ 1327990 w 12203753"/>
              <a:gd name="connsiteY2227" fmla="*/ 5369183 h 6858000"/>
              <a:gd name="connsiteX2228" fmla="*/ 536912 w 12203753"/>
              <a:gd name="connsiteY2228" fmla="*/ 5369183 h 6858000"/>
              <a:gd name="connsiteX2229" fmla="*/ 582167 w 12203753"/>
              <a:gd name="connsiteY2229" fmla="*/ 5369183 h 6858000"/>
              <a:gd name="connsiteX2230" fmla="*/ 588477 w 12203753"/>
              <a:gd name="connsiteY2230" fmla="*/ 5483405 h 6858000"/>
              <a:gd name="connsiteX2231" fmla="*/ 582167 w 12203753"/>
              <a:gd name="connsiteY2231" fmla="*/ 5597563 h 6858000"/>
              <a:gd name="connsiteX2232" fmla="*/ 536912 w 12203753"/>
              <a:gd name="connsiteY2232" fmla="*/ 5597563 h 6858000"/>
              <a:gd name="connsiteX2233" fmla="*/ 530665 w 12203753"/>
              <a:gd name="connsiteY2233" fmla="*/ 5483405 h 6858000"/>
              <a:gd name="connsiteX2234" fmla="*/ 536912 w 12203753"/>
              <a:gd name="connsiteY2234" fmla="*/ 5369183 h 6858000"/>
              <a:gd name="connsiteX2235" fmla="*/ 0 w 12203753"/>
              <a:gd name="connsiteY2235" fmla="*/ 5356334 h 6858000"/>
              <a:gd name="connsiteX2236" fmla="*/ 48559 w 12203753"/>
              <a:gd name="connsiteY2236" fmla="*/ 5386967 h 6858000"/>
              <a:gd name="connsiteX2237" fmla="*/ 76396 w 12203753"/>
              <a:gd name="connsiteY2237" fmla="*/ 5406663 h 6858000"/>
              <a:gd name="connsiteX2238" fmla="*/ 53769 w 12203753"/>
              <a:gd name="connsiteY2238" fmla="*/ 5445863 h 6858000"/>
              <a:gd name="connsiteX2239" fmla="*/ 22784 w 12203753"/>
              <a:gd name="connsiteY2239" fmla="*/ 5431617 h 6858000"/>
              <a:gd name="connsiteX2240" fmla="*/ 0 w 12203753"/>
              <a:gd name="connsiteY2240" fmla="*/ 5419620 h 6858000"/>
              <a:gd name="connsiteX2241" fmla="*/ 12203753 w 12203753"/>
              <a:gd name="connsiteY2241" fmla="*/ 5350648 h 6858000"/>
              <a:gd name="connsiteX2242" fmla="*/ 12203753 w 12203753"/>
              <a:gd name="connsiteY2242" fmla="*/ 5414862 h 6858000"/>
              <a:gd name="connsiteX2243" fmla="*/ 12171908 w 12203753"/>
              <a:gd name="connsiteY2243" fmla="*/ 5431617 h 6858000"/>
              <a:gd name="connsiteX2244" fmla="*/ 12140914 w 12203753"/>
              <a:gd name="connsiteY2244" fmla="*/ 5445863 h 6858000"/>
              <a:gd name="connsiteX2245" fmla="*/ 12118286 w 12203753"/>
              <a:gd name="connsiteY2245" fmla="*/ 5406663 h 6858000"/>
              <a:gd name="connsiteX2246" fmla="*/ 12146132 w 12203753"/>
              <a:gd name="connsiteY2246" fmla="*/ 5386967 h 6858000"/>
              <a:gd name="connsiteX2247" fmla="*/ 5416402 w 12203753"/>
              <a:gd name="connsiteY2247" fmla="*/ 5292527 h 6858000"/>
              <a:gd name="connsiteX2248" fmla="*/ 5424781 w 12203753"/>
              <a:gd name="connsiteY2248" fmla="*/ 5296233 h 6858000"/>
              <a:gd name="connsiteX2249" fmla="*/ 5518395 w 12203753"/>
              <a:gd name="connsiteY2249" fmla="*/ 5344134 h 6858000"/>
              <a:gd name="connsiteX2250" fmla="*/ 5614131 w 12203753"/>
              <a:gd name="connsiteY2250" fmla="*/ 5406663 h 6858000"/>
              <a:gd name="connsiteX2251" fmla="*/ 5591504 w 12203753"/>
              <a:gd name="connsiteY2251" fmla="*/ 5445863 h 6858000"/>
              <a:gd name="connsiteX2252" fmla="*/ 5489521 w 12203753"/>
              <a:gd name="connsiteY2252" fmla="*/ 5394233 h 6858000"/>
              <a:gd name="connsiteX2253" fmla="*/ 5393787 w 12203753"/>
              <a:gd name="connsiteY2253" fmla="*/ 5331704 h 6858000"/>
              <a:gd name="connsiteX2254" fmla="*/ 4625259 w 12203753"/>
              <a:gd name="connsiteY2254" fmla="*/ 5292527 h 6858000"/>
              <a:gd name="connsiteX2255" fmla="*/ 4633642 w 12203753"/>
              <a:gd name="connsiteY2255" fmla="*/ 5296233 h 6858000"/>
              <a:gd name="connsiteX2256" fmla="*/ 4727254 w 12203753"/>
              <a:gd name="connsiteY2256" fmla="*/ 5344134 h 6858000"/>
              <a:gd name="connsiteX2257" fmla="*/ 4822988 w 12203753"/>
              <a:gd name="connsiteY2257" fmla="*/ 5406663 h 6858000"/>
              <a:gd name="connsiteX2258" fmla="*/ 4800366 w 12203753"/>
              <a:gd name="connsiteY2258" fmla="*/ 5445863 h 6858000"/>
              <a:gd name="connsiteX2259" fmla="*/ 4698380 w 12203753"/>
              <a:gd name="connsiteY2259" fmla="*/ 5394233 h 6858000"/>
              <a:gd name="connsiteX2260" fmla="*/ 4602649 w 12203753"/>
              <a:gd name="connsiteY2260" fmla="*/ 5331704 h 6858000"/>
              <a:gd name="connsiteX2261" fmla="*/ 3834266 w 12203753"/>
              <a:gd name="connsiteY2261" fmla="*/ 5292527 h 6858000"/>
              <a:gd name="connsiteX2262" fmla="*/ 3842651 w 12203753"/>
              <a:gd name="connsiteY2262" fmla="*/ 5296233 h 6858000"/>
              <a:gd name="connsiteX2263" fmla="*/ 3936263 w 12203753"/>
              <a:gd name="connsiteY2263" fmla="*/ 5344134 h 6858000"/>
              <a:gd name="connsiteX2264" fmla="*/ 4031992 w 12203753"/>
              <a:gd name="connsiteY2264" fmla="*/ 5406663 h 6858000"/>
              <a:gd name="connsiteX2265" fmla="*/ 4009366 w 12203753"/>
              <a:gd name="connsiteY2265" fmla="*/ 5445863 h 6858000"/>
              <a:gd name="connsiteX2266" fmla="*/ 3907391 w 12203753"/>
              <a:gd name="connsiteY2266" fmla="*/ 5394233 h 6858000"/>
              <a:gd name="connsiteX2267" fmla="*/ 3811651 w 12203753"/>
              <a:gd name="connsiteY2267" fmla="*/ 5331704 h 6858000"/>
              <a:gd name="connsiteX2268" fmla="*/ 3043144 w 12203753"/>
              <a:gd name="connsiteY2268" fmla="*/ 5292527 h 6858000"/>
              <a:gd name="connsiteX2269" fmla="*/ 3051523 w 12203753"/>
              <a:gd name="connsiteY2269" fmla="*/ 5296233 h 6858000"/>
              <a:gd name="connsiteX2270" fmla="*/ 3145144 w 12203753"/>
              <a:gd name="connsiteY2270" fmla="*/ 5344134 h 6858000"/>
              <a:gd name="connsiteX2271" fmla="*/ 3240871 w 12203753"/>
              <a:gd name="connsiteY2271" fmla="*/ 5406663 h 6858000"/>
              <a:gd name="connsiteX2272" fmla="*/ 3218243 w 12203753"/>
              <a:gd name="connsiteY2272" fmla="*/ 5445863 h 6858000"/>
              <a:gd name="connsiteX2273" fmla="*/ 3116268 w 12203753"/>
              <a:gd name="connsiteY2273" fmla="*/ 5394233 h 6858000"/>
              <a:gd name="connsiteX2274" fmla="*/ 3020525 w 12203753"/>
              <a:gd name="connsiteY2274" fmla="*/ 5331704 h 6858000"/>
              <a:gd name="connsiteX2275" fmla="*/ 2252000 w 12203753"/>
              <a:gd name="connsiteY2275" fmla="*/ 5292527 h 6858000"/>
              <a:gd name="connsiteX2276" fmla="*/ 2260383 w 12203753"/>
              <a:gd name="connsiteY2276" fmla="*/ 5296233 h 6858000"/>
              <a:gd name="connsiteX2277" fmla="*/ 2353993 w 12203753"/>
              <a:gd name="connsiteY2277" fmla="*/ 5344134 h 6858000"/>
              <a:gd name="connsiteX2278" fmla="*/ 2449735 w 12203753"/>
              <a:gd name="connsiteY2278" fmla="*/ 5406663 h 6858000"/>
              <a:gd name="connsiteX2279" fmla="*/ 2427108 w 12203753"/>
              <a:gd name="connsiteY2279" fmla="*/ 5445863 h 6858000"/>
              <a:gd name="connsiteX2280" fmla="*/ 2325122 w 12203753"/>
              <a:gd name="connsiteY2280" fmla="*/ 5394233 h 6858000"/>
              <a:gd name="connsiteX2281" fmla="*/ 2229387 w 12203753"/>
              <a:gd name="connsiteY2281" fmla="*/ 5331704 h 6858000"/>
              <a:gd name="connsiteX2282" fmla="*/ 1460873 w 12203753"/>
              <a:gd name="connsiteY2282" fmla="*/ 5292527 h 6858000"/>
              <a:gd name="connsiteX2283" fmla="*/ 1469257 w 12203753"/>
              <a:gd name="connsiteY2283" fmla="*/ 5296233 h 6858000"/>
              <a:gd name="connsiteX2284" fmla="*/ 1562870 w 12203753"/>
              <a:gd name="connsiteY2284" fmla="*/ 5344134 h 6858000"/>
              <a:gd name="connsiteX2285" fmla="*/ 1658607 w 12203753"/>
              <a:gd name="connsiteY2285" fmla="*/ 5406663 h 6858000"/>
              <a:gd name="connsiteX2286" fmla="*/ 1635980 w 12203753"/>
              <a:gd name="connsiteY2286" fmla="*/ 5445863 h 6858000"/>
              <a:gd name="connsiteX2287" fmla="*/ 1533999 w 12203753"/>
              <a:gd name="connsiteY2287" fmla="*/ 5394233 h 6858000"/>
              <a:gd name="connsiteX2288" fmla="*/ 1438259 w 12203753"/>
              <a:gd name="connsiteY2288" fmla="*/ 5331704 h 6858000"/>
              <a:gd name="connsiteX2289" fmla="*/ 669795 w 12203753"/>
              <a:gd name="connsiteY2289" fmla="*/ 5292527 h 6858000"/>
              <a:gd name="connsiteX2290" fmla="*/ 678178 w 12203753"/>
              <a:gd name="connsiteY2290" fmla="*/ 5296233 h 6858000"/>
              <a:gd name="connsiteX2291" fmla="*/ 771792 w 12203753"/>
              <a:gd name="connsiteY2291" fmla="*/ 5344134 h 6858000"/>
              <a:gd name="connsiteX2292" fmla="*/ 867526 w 12203753"/>
              <a:gd name="connsiteY2292" fmla="*/ 5406663 h 6858000"/>
              <a:gd name="connsiteX2293" fmla="*/ 844900 w 12203753"/>
              <a:gd name="connsiteY2293" fmla="*/ 5445863 h 6858000"/>
              <a:gd name="connsiteX2294" fmla="*/ 742918 w 12203753"/>
              <a:gd name="connsiteY2294" fmla="*/ 5394233 h 6858000"/>
              <a:gd name="connsiteX2295" fmla="*/ 647181 w 12203753"/>
              <a:gd name="connsiteY2295" fmla="*/ 5331704 h 6858000"/>
              <a:gd name="connsiteX2296" fmla="*/ 11745343 w 12203753"/>
              <a:gd name="connsiteY2296" fmla="*/ 5292504 h 6858000"/>
              <a:gd name="connsiteX2297" fmla="*/ 11847390 w 12203753"/>
              <a:gd name="connsiteY2297" fmla="*/ 5344134 h 6858000"/>
              <a:gd name="connsiteX2298" fmla="*/ 11943128 w 12203753"/>
              <a:gd name="connsiteY2298" fmla="*/ 5406663 h 6858000"/>
              <a:gd name="connsiteX2299" fmla="*/ 11920501 w 12203753"/>
              <a:gd name="connsiteY2299" fmla="*/ 5445863 h 6858000"/>
              <a:gd name="connsiteX2300" fmla="*/ 11818516 w 12203753"/>
              <a:gd name="connsiteY2300" fmla="*/ 5394233 h 6858000"/>
              <a:gd name="connsiteX2301" fmla="*/ 11722715 w 12203753"/>
              <a:gd name="connsiteY2301" fmla="*/ 5331704 h 6858000"/>
              <a:gd name="connsiteX2302" fmla="*/ 11524930 w 12203753"/>
              <a:gd name="connsiteY2302" fmla="*/ 5292504 h 6858000"/>
              <a:gd name="connsiteX2303" fmla="*/ 11547558 w 12203753"/>
              <a:gd name="connsiteY2303" fmla="*/ 5331704 h 6858000"/>
              <a:gd name="connsiteX2304" fmla="*/ 11451820 w 12203753"/>
              <a:gd name="connsiteY2304" fmla="*/ 5394233 h 6858000"/>
              <a:gd name="connsiteX2305" fmla="*/ 11349836 w 12203753"/>
              <a:gd name="connsiteY2305" fmla="*/ 5445863 h 6858000"/>
              <a:gd name="connsiteX2306" fmla="*/ 11327208 w 12203753"/>
              <a:gd name="connsiteY2306" fmla="*/ 5406663 h 6858000"/>
              <a:gd name="connsiteX2307" fmla="*/ 11422946 w 12203753"/>
              <a:gd name="connsiteY2307" fmla="*/ 5344134 h 6858000"/>
              <a:gd name="connsiteX2308" fmla="*/ 11524930 w 12203753"/>
              <a:gd name="connsiteY2308" fmla="*/ 5292504 h 6858000"/>
              <a:gd name="connsiteX2309" fmla="*/ 10954265 w 12203753"/>
              <a:gd name="connsiteY2309" fmla="*/ 5292504 h 6858000"/>
              <a:gd name="connsiteX2310" fmla="*/ 11056249 w 12203753"/>
              <a:gd name="connsiteY2310" fmla="*/ 5344134 h 6858000"/>
              <a:gd name="connsiteX2311" fmla="*/ 11151987 w 12203753"/>
              <a:gd name="connsiteY2311" fmla="*/ 5406663 h 6858000"/>
              <a:gd name="connsiteX2312" fmla="*/ 11129360 w 12203753"/>
              <a:gd name="connsiteY2312" fmla="*/ 5445863 h 6858000"/>
              <a:gd name="connsiteX2313" fmla="*/ 11027376 w 12203753"/>
              <a:gd name="connsiteY2313" fmla="*/ 5394233 h 6858000"/>
              <a:gd name="connsiteX2314" fmla="*/ 10931638 w 12203753"/>
              <a:gd name="connsiteY2314" fmla="*/ 5331704 h 6858000"/>
              <a:gd name="connsiteX2315" fmla="*/ 10733788 w 12203753"/>
              <a:gd name="connsiteY2315" fmla="*/ 5292504 h 6858000"/>
              <a:gd name="connsiteX2316" fmla="*/ 10756416 w 12203753"/>
              <a:gd name="connsiteY2316" fmla="*/ 5331704 h 6858000"/>
              <a:gd name="connsiteX2317" fmla="*/ 10660678 w 12203753"/>
              <a:gd name="connsiteY2317" fmla="*/ 5394233 h 6858000"/>
              <a:gd name="connsiteX2318" fmla="*/ 10558694 w 12203753"/>
              <a:gd name="connsiteY2318" fmla="*/ 5445863 h 6858000"/>
              <a:gd name="connsiteX2319" fmla="*/ 10536066 w 12203753"/>
              <a:gd name="connsiteY2319" fmla="*/ 5406663 h 6858000"/>
              <a:gd name="connsiteX2320" fmla="*/ 10631804 w 12203753"/>
              <a:gd name="connsiteY2320" fmla="*/ 5344134 h 6858000"/>
              <a:gd name="connsiteX2321" fmla="*/ 10733788 w 12203753"/>
              <a:gd name="connsiteY2321" fmla="*/ 5292504 h 6858000"/>
              <a:gd name="connsiteX2322" fmla="*/ 10163123 w 12203753"/>
              <a:gd name="connsiteY2322" fmla="*/ 5292504 h 6858000"/>
              <a:gd name="connsiteX2323" fmla="*/ 10265107 w 12203753"/>
              <a:gd name="connsiteY2323" fmla="*/ 5344134 h 6858000"/>
              <a:gd name="connsiteX2324" fmla="*/ 10360845 w 12203753"/>
              <a:gd name="connsiteY2324" fmla="*/ 5406663 h 6858000"/>
              <a:gd name="connsiteX2325" fmla="*/ 10338218 w 12203753"/>
              <a:gd name="connsiteY2325" fmla="*/ 5445863 h 6858000"/>
              <a:gd name="connsiteX2326" fmla="*/ 10236234 w 12203753"/>
              <a:gd name="connsiteY2326" fmla="*/ 5394233 h 6858000"/>
              <a:gd name="connsiteX2327" fmla="*/ 10140496 w 12203753"/>
              <a:gd name="connsiteY2327" fmla="*/ 5331704 h 6858000"/>
              <a:gd name="connsiteX2328" fmla="*/ 9942711 w 12203753"/>
              <a:gd name="connsiteY2328" fmla="*/ 5292504 h 6858000"/>
              <a:gd name="connsiteX2329" fmla="*/ 9965339 w 12203753"/>
              <a:gd name="connsiteY2329" fmla="*/ 5331704 h 6858000"/>
              <a:gd name="connsiteX2330" fmla="*/ 9869601 w 12203753"/>
              <a:gd name="connsiteY2330" fmla="*/ 5394233 h 6858000"/>
              <a:gd name="connsiteX2331" fmla="*/ 9767553 w 12203753"/>
              <a:gd name="connsiteY2331" fmla="*/ 5445863 h 6858000"/>
              <a:gd name="connsiteX2332" fmla="*/ 9744925 w 12203753"/>
              <a:gd name="connsiteY2332" fmla="*/ 5406663 h 6858000"/>
              <a:gd name="connsiteX2333" fmla="*/ 9840663 w 12203753"/>
              <a:gd name="connsiteY2333" fmla="*/ 5344134 h 6858000"/>
              <a:gd name="connsiteX2334" fmla="*/ 9942711 w 12203753"/>
              <a:gd name="connsiteY2334" fmla="*/ 5292504 h 6858000"/>
              <a:gd name="connsiteX2335" fmla="*/ 9371982 w 12203753"/>
              <a:gd name="connsiteY2335" fmla="*/ 5292504 h 6858000"/>
              <a:gd name="connsiteX2336" fmla="*/ 9474030 w 12203753"/>
              <a:gd name="connsiteY2336" fmla="*/ 5344134 h 6858000"/>
              <a:gd name="connsiteX2337" fmla="*/ 9569768 w 12203753"/>
              <a:gd name="connsiteY2337" fmla="*/ 5406663 h 6858000"/>
              <a:gd name="connsiteX2338" fmla="*/ 9547140 w 12203753"/>
              <a:gd name="connsiteY2338" fmla="*/ 5445863 h 6858000"/>
              <a:gd name="connsiteX2339" fmla="*/ 9445093 w 12203753"/>
              <a:gd name="connsiteY2339" fmla="*/ 5394233 h 6858000"/>
              <a:gd name="connsiteX2340" fmla="*/ 9349355 w 12203753"/>
              <a:gd name="connsiteY2340" fmla="*/ 5331704 h 6858000"/>
              <a:gd name="connsiteX2341" fmla="*/ 9151570 w 12203753"/>
              <a:gd name="connsiteY2341" fmla="*/ 5292504 h 6858000"/>
              <a:gd name="connsiteX2342" fmla="*/ 9174198 w 12203753"/>
              <a:gd name="connsiteY2342" fmla="*/ 5331704 h 6858000"/>
              <a:gd name="connsiteX2343" fmla="*/ 9078460 w 12203753"/>
              <a:gd name="connsiteY2343" fmla="*/ 5394233 h 6858000"/>
              <a:gd name="connsiteX2344" fmla="*/ 8976412 w 12203753"/>
              <a:gd name="connsiteY2344" fmla="*/ 5445863 h 6858000"/>
              <a:gd name="connsiteX2345" fmla="*/ 8953784 w 12203753"/>
              <a:gd name="connsiteY2345" fmla="*/ 5406663 h 6858000"/>
              <a:gd name="connsiteX2346" fmla="*/ 9049585 w 12203753"/>
              <a:gd name="connsiteY2346" fmla="*/ 5344134 h 6858000"/>
              <a:gd name="connsiteX2347" fmla="*/ 9151570 w 12203753"/>
              <a:gd name="connsiteY2347" fmla="*/ 5292504 h 6858000"/>
              <a:gd name="connsiteX2348" fmla="*/ 8580840 w 12203753"/>
              <a:gd name="connsiteY2348" fmla="*/ 5292504 h 6858000"/>
              <a:gd name="connsiteX2349" fmla="*/ 8682888 w 12203753"/>
              <a:gd name="connsiteY2349" fmla="*/ 5344134 h 6858000"/>
              <a:gd name="connsiteX2350" fmla="*/ 8778626 w 12203753"/>
              <a:gd name="connsiteY2350" fmla="*/ 5406663 h 6858000"/>
              <a:gd name="connsiteX2351" fmla="*/ 8755998 w 12203753"/>
              <a:gd name="connsiteY2351" fmla="*/ 5445863 h 6858000"/>
              <a:gd name="connsiteX2352" fmla="*/ 8654014 w 12203753"/>
              <a:gd name="connsiteY2352" fmla="*/ 5394233 h 6858000"/>
              <a:gd name="connsiteX2353" fmla="*/ 8558213 w 12203753"/>
              <a:gd name="connsiteY2353" fmla="*/ 5331704 h 6858000"/>
              <a:gd name="connsiteX2354" fmla="*/ 8360428 w 12203753"/>
              <a:gd name="connsiteY2354" fmla="*/ 5292504 h 6858000"/>
              <a:gd name="connsiteX2355" fmla="*/ 8383056 w 12203753"/>
              <a:gd name="connsiteY2355" fmla="*/ 5331704 h 6858000"/>
              <a:gd name="connsiteX2356" fmla="*/ 8287318 w 12203753"/>
              <a:gd name="connsiteY2356" fmla="*/ 5394233 h 6858000"/>
              <a:gd name="connsiteX2357" fmla="*/ 8185270 w 12203753"/>
              <a:gd name="connsiteY2357" fmla="*/ 5445863 h 6858000"/>
              <a:gd name="connsiteX2358" fmla="*/ 8162642 w 12203753"/>
              <a:gd name="connsiteY2358" fmla="*/ 5406663 h 6858000"/>
              <a:gd name="connsiteX2359" fmla="*/ 8258443 w 12203753"/>
              <a:gd name="connsiteY2359" fmla="*/ 5344134 h 6858000"/>
              <a:gd name="connsiteX2360" fmla="*/ 8360428 w 12203753"/>
              <a:gd name="connsiteY2360" fmla="*/ 5292504 h 6858000"/>
              <a:gd name="connsiteX2361" fmla="*/ 7789699 w 12203753"/>
              <a:gd name="connsiteY2361" fmla="*/ 5292504 h 6858000"/>
              <a:gd name="connsiteX2362" fmla="*/ 7891747 w 12203753"/>
              <a:gd name="connsiteY2362" fmla="*/ 5344134 h 6858000"/>
              <a:gd name="connsiteX2363" fmla="*/ 7987485 w 12203753"/>
              <a:gd name="connsiteY2363" fmla="*/ 5406663 h 6858000"/>
              <a:gd name="connsiteX2364" fmla="*/ 7964857 w 12203753"/>
              <a:gd name="connsiteY2364" fmla="*/ 5445863 h 6858000"/>
              <a:gd name="connsiteX2365" fmla="*/ 7862873 w 12203753"/>
              <a:gd name="connsiteY2365" fmla="*/ 5394233 h 6858000"/>
              <a:gd name="connsiteX2366" fmla="*/ 7767072 w 12203753"/>
              <a:gd name="connsiteY2366" fmla="*/ 5331704 h 6858000"/>
              <a:gd name="connsiteX2367" fmla="*/ 7569286 w 12203753"/>
              <a:gd name="connsiteY2367" fmla="*/ 5292504 h 6858000"/>
              <a:gd name="connsiteX2368" fmla="*/ 7591913 w 12203753"/>
              <a:gd name="connsiteY2368" fmla="*/ 5331704 h 6858000"/>
              <a:gd name="connsiteX2369" fmla="*/ 7496176 w 12203753"/>
              <a:gd name="connsiteY2369" fmla="*/ 5394233 h 6858000"/>
              <a:gd name="connsiteX2370" fmla="*/ 7394192 w 12203753"/>
              <a:gd name="connsiteY2370" fmla="*/ 5445863 h 6858000"/>
              <a:gd name="connsiteX2371" fmla="*/ 7371564 w 12203753"/>
              <a:gd name="connsiteY2371" fmla="*/ 5406663 h 6858000"/>
              <a:gd name="connsiteX2372" fmla="*/ 7467302 w 12203753"/>
              <a:gd name="connsiteY2372" fmla="*/ 5344134 h 6858000"/>
              <a:gd name="connsiteX2373" fmla="*/ 7569286 w 12203753"/>
              <a:gd name="connsiteY2373" fmla="*/ 5292504 h 6858000"/>
              <a:gd name="connsiteX2374" fmla="*/ 6998621 w 12203753"/>
              <a:gd name="connsiteY2374" fmla="*/ 5292504 h 6858000"/>
              <a:gd name="connsiteX2375" fmla="*/ 7100606 w 12203753"/>
              <a:gd name="connsiteY2375" fmla="*/ 5344134 h 6858000"/>
              <a:gd name="connsiteX2376" fmla="*/ 7196344 w 12203753"/>
              <a:gd name="connsiteY2376" fmla="*/ 5406663 h 6858000"/>
              <a:gd name="connsiteX2377" fmla="*/ 7173716 w 12203753"/>
              <a:gd name="connsiteY2377" fmla="*/ 5445863 h 6858000"/>
              <a:gd name="connsiteX2378" fmla="*/ 7071731 w 12203753"/>
              <a:gd name="connsiteY2378" fmla="*/ 5394233 h 6858000"/>
              <a:gd name="connsiteX2379" fmla="*/ 6975995 w 12203753"/>
              <a:gd name="connsiteY2379" fmla="*/ 5331704 h 6858000"/>
              <a:gd name="connsiteX2380" fmla="*/ 6778210 w 12203753"/>
              <a:gd name="connsiteY2380" fmla="*/ 5292504 h 6858000"/>
              <a:gd name="connsiteX2381" fmla="*/ 6800837 w 12203753"/>
              <a:gd name="connsiteY2381" fmla="*/ 5331704 h 6858000"/>
              <a:gd name="connsiteX2382" fmla="*/ 6705100 w 12203753"/>
              <a:gd name="connsiteY2382" fmla="*/ 5394233 h 6858000"/>
              <a:gd name="connsiteX2383" fmla="*/ 6603052 w 12203753"/>
              <a:gd name="connsiteY2383" fmla="*/ 5445863 h 6858000"/>
              <a:gd name="connsiteX2384" fmla="*/ 6580424 w 12203753"/>
              <a:gd name="connsiteY2384" fmla="*/ 5406663 h 6858000"/>
              <a:gd name="connsiteX2385" fmla="*/ 6676161 w 12203753"/>
              <a:gd name="connsiteY2385" fmla="*/ 5344134 h 6858000"/>
              <a:gd name="connsiteX2386" fmla="*/ 6778210 w 12203753"/>
              <a:gd name="connsiteY2386" fmla="*/ 5292504 h 6858000"/>
              <a:gd name="connsiteX2387" fmla="*/ 6207480 w 12203753"/>
              <a:gd name="connsiteY2387" fmla="*/ 5292504 h 6858000"/>
              <a:gd name="connsiteX2388" fmla="*/ 6309528 w 12203753"/>
              <a:gd name="connsiteY2388" fmla="*/ 5344134 h 6858000"/>
              <a:gd name="connsiteX2389" fmla="*/ 6405266 w 12203753"/>
              <a:gd name="connsiteY2389" fmla="*/ 5406663 h 6858000"/>
              <a:gd name="connsiteX2390" fmla="*/ 6382638 w 12203753"/>
              <a:gd name="connsiteY2390" fmla="*/ 5445863 h 6858000"/>
              <a:gd name="connsiteX2391" fmla="*/ 6280590 w 12203753"/>
              <a:gd name="connsiteY2391" fmla="*/ 5394233 h 6858000"/>
              <a:gd name="connsiteX2392" fmla="*/ 6184852 w 12203753"/>
              <a:gd name="connsiteY2392" fmla="*/ 5331704 h 6858000"/>
              <a:gd name="connsiteX2393" fmla="*/ 5987067 w 12203753"/>
              <a:gd name="connsiteY2393" fmla="*/ 5292504 h 6858000"/>
              <a:gd name="connsiteX2394" fmla="*/ 6009695 w 12203753"/>
              <a:gd name="connsiteY2394" fmla="*/ 5331704 h 6858000"/>
              <a:gd name="connsiteX2395" fmla="*/ 5913960 w 12203753"/>
              <a:gd name="connsiteY2395" fmla="*/ 5394233 h 6858000"/>
              <a:gd name="connsiteX2396" fmla="*/ 5811914 w 12203753"/>
              <a:gd name="connsiteY2396" fmla="*/ 5445863 h 6858000"/>
              <a:gd name="connsiteX2397" fmla="*/ 5789285 w 12203753"/>
              <a:gd name="connsiteY2397" fmla="*/ 5406663 h 6858000"/>
              <a:gd name="connsiteX2398" fmla="*/ 5885024 w 12203753"/>
              <a:gd name="connsiteY2398" fmla="*/ 5344134 h 6858000"/>
              <a:gd name="connsiteX2399" fmla="*/ 5987067 w 12203753"/>
              <a:gd name="connsiteY2399" fmla="*/ 5292504 h 6858000"/>
              <a:gd name="connsiteX2400" fmla="*/ 5416352 w 12203753"/>
              <a:gd name="connsiteY2400" fmla="*/ 5292504 h 6858000"/>
              <a:gd name="connsiteX2401" fmla="*/ 5416414 w 12203753"/>
              <a:gd name="connsiteY2401" fmla="*/ 5292504 h 6858000"/>
              <a:gd name="connsiteX2402" fmla="*/ 5416402 w 12203753"/>
              <a:gd name="connsiteY2402" fmla="*/ 5292527 h 6858000"/>
              <a:gd name="connsiteX2403" fmla="*/ 5196000 w 12203753"/>
              <a:gd name="connsiteY2403" fmla="*/ 5292504 h 6858000"/>
              <a:gd name="connsiteX2404" fmla="*/ 5218629 w 12203753"/>
              <a:gd name="connsiteY2404" fmla="*/ 5331704 h 6858000"/>
              <a:gd name="connsiteX2405" fmla="*/ 5122891 w 12203753"/>
              <a:gd name="connsiteY2405" fmla="*/ 5394233 h 6858000"/>
              <a:gd name="connsiteX2406" fmla="*/ 5020848 w 12203753"/>
              <a:gd name="connsiteY2406" fmla="*/ 5445863 h 6858000"/>
              <a:gd name="connsiteX2407" fmla="*/ 4998215 w 12203753"/>
              <a:gd name="connsiteY2407" fmla="*/ 5406663 h 6858000"/>
              <a:gd name="connsiteX2408" fmla="*/ 5093953 w 12203753"/>
              <a:gd name="connsiteY2408" fmla="*/ 5344134 h 6858000"/>
              <a:gd name="connsiteX2409" fmla="*/ 5196000 w 12203753"/>
              <a:gd name="connsiteY2409" fmla="*/ 5292504 h 6858000"/>
              <a:gd name="connsiteX2410" fmla="*/ 4625211 w 12203753"/>
              <a:gd name="connsiteY2410" fmla="*/ 5292504 h 6858000"/>
              <a:gd name="connsiteX2411" fmla="*/ 4625271 w 12203753"/>
              <a:gd name="connsiteY2411" fmla="*/ 5292504 h 6858000"/>
              <a:gd name="connsiteX2412" fmla="*/ 4625259 w 12203753"/>
              <a:gd name="connsiteY2412" fmla="*/ 5292527 h 6858000"/>
              <a:gd name="connsiteX2413" fmla="*/ 4404792 w 12203753"/>
              <a:gd name="connsiteY2413" fmla="*/ 5292504 h 6858000"/>
              <a:gd name="connsiteX2414" fmla="*/ 4427424 w 12203753"/>
              <a:gd name="connsiteY2414" fmla="*/ 5331704 h 6858000"/>
              <a:gd name="connsiteX2415" fmla="*/ 4331686 w 12203753"/>
              <a:gd name="connsiteY2415" fmla="*/ 5394233 h 6858000"/>
              <a:gd name="connsiteX2416" fmla="*/ 4229635 w 12203753"/>
              <a:gd name="connsiteY2416" fmla="*/ 5445863 h 6858000"/>
              <a:gd name="connsiteX2417" fmla="*/ 4207009 w 12203753"/>
              <a:gd name="connsiteY2417" fmla="*/ 5406663 h 6858000"/>
              <a:gd name="connsiteX2418" fmla="*/ 4207074 w 12203753"/>
              <a:gd name="connsiteY2418" fmla="*/ 5406663 h 6858000"/>
              <a:gd name="connsiteX2419" fmla="*/ 4302809 w 12203753"/>
              <a:gd name="connsiteY2419" fmla="*/ 5344134 h 6858000"/>
              <a:gd name="connsiteX2420" fmla="*/ 4404792 w 12203753"/>
              <a:gd name="connsiteY2420" fmla="*/ 5292504 h 6858000"/>
              <a:gd name="connsiteX2421" fmla="*/ 3834218 w 12203753"/>
              <a:gd name="connsiteY2421" fmla="*/ 5292504 h 6858000"/>
              <a:gd name="connsiteX2422" fmla="*/ 3834279 w 12203753"/>
              <a:gd name="connsiteY2422" fmla="*/ 5292504 h 6858000"/>
              <a:gd name="connsiteX2423" fmla="*/ 3834266 w 12203753"/>
              <a:gd name="connsiteY2423" fmla="*/ 5292527 h 6858000"/>
              <a:gd name="connsiteX2424" fmla="*/ 3613742 w 12203753"/>
              <a:gd name="connsiteY2424" fmla="*/ 5292504 h 6858000"/>
              <a:gd name="connsiteX2425" fmla="*/ 3636372 w 12203753"/>
              <a:gd name="connsiteY2425" fmla="*/ 5331704 h 6858000"/>
              <a:gd name="connsiteX2426" fmla="*/ 3540639 w 12203753"/>
              <a:gd name="connsiteY2426" fmla="*/ 5394233 h 6858000"/>
              <a:gd name="connsiteX2427" fmla="*/ 3438588 w 12203753"/>
              <a:gd name="connsiteY2427" fmla="*/ 5445863 h 6858000"/>
              <a:gd name="connsiteX2428" fmla="*/ 3415959 w 12203753"/>
              <a:gd name="connsiteY2428" fmla="*/ 5406663 h 6858000"/>
              <a:gd name="connsiteX2429" fmla="*/ 3416027 w 12203753"/>
              <a:gd name="connsiteY2429" fmla="*/ 5406663 h 6858000"/>
              <a:gd name="connsiteX2430" fmla="*/ 3511767 w 12203753"/>
              <a:gd name="connsiteY2430" fmla="*/ 5344134 h 6858000"/>
              <a:gd name="connsiteX2431" fmla="*/ 3613742 w 12203753"/>
              <a:gd name="connsiteY2431" fmla="*/ 5292504 h 6858000"/>
              <a:gd name="connsiteX2432" fmla="*/ 3043094 w 12203753"/>
              <a:gd name="connsiteY2432" fmla="*/ 5292504 h 6858000"/>
              <a:gd name="connsiteX2433" fmla="*/ 3043156 w 12203753"/>
              <a:gd name="connsiteY2433" fmla="*/ 5292504 h 6858000"/>
              <a:gd name="connsiteX2434" fmla="*/ 3043144 w 12203753"/>
              <a:gd name="connsiteY2434" fmla="*/ 5292527 h 6858000"/>
              <a:gd name="connsiteX2435" fmla="*/ 2822615 w 12203753"/>
              <a:gd name="connsiteY2435" fmla="*/ 5292504 h 6858000"/>
              <a:gd name="connsiteX2436" fmla="*/ 2845242 w 12203753"/>
              <a:gd name="connsiteY2436" fmla="*/ 5331704 h 6858000"/>
              <a:gd name="connsiteX2437" fmla="*/ 2749503 w 12203753"/>
              <a:gd name="connsiteY2437" fmla="*/ 5394233 h 6858000"/>
              <a:gd name="connsiteX2438" fmla="*/ 2647458 w 12203753"/>
              <a:gd name="connsiteY2438" fmla="*/ 5445863 h 6858000"/>
              <a:gd name="connsiteX2439" fmla="*/ 2624830 w 12203753"/>
              <a:gd name="connsiteY2439" fmla="*/ 5406663 h 6858000"/>
              <a:gd name="connsiteX2440" fmla="*/ 2624892 w 12203753"/>
              <a:gd name="connsiteY2440" fmla="*/ 5406663 h 6858000"/>
              <a:gd name="connsiteX2441" fmla="*/ 2720633 w 12203753"/>
              <a:gd name="connsiteY2441" fmla="*/ 5344134 h 6858000"/>
              <a:gd name="connsiteX2442" fmla="*/ 2822615 w 12203753"/>
              <a:gd name="connsiteY2442" fmla="*/ 5292504 h 6858000"/>
              <a:gd name="connsiteX2443" fmla="*/ 2251951 w 12203753"/>
              <a:gd name="connsiteY2443" fmla="*/ 5292504 h 6858000"/>
              <a:gd name="connsiteX2444" fmla="*/ 2252012 w 12203753"/>
              <a:gd name="connsiteY2444" fmla="*/ 5292504 h 6858000"/>
              <a:gd name="connsiteX2445" fmla="*/ 2252000 w 12203753"/>
              <a:gd name="connsiteY2445" fmla="*/ 5292527 h 6858000"/>
              <a:gd name="connsiteX2446" fmla="*/ 2031482 w 12203753"/>
              <a:gd name="connsiteY2446" fmla="*/ 5292504 h 6858000"/>
              <a:gd name="connsiteX2447" fmla="*/ 2054113 w 12203753"/>
              <a:gd name="connsiteY2447" fmla="*/ 5331704 h 6858000"/>
              <a:gd name="connsiteX2448" fmla="*/ 1958376 w 12203753"/>
              <a:gd name="connsiteY2448" fmla="*/ 5394233 h 6858000"/>
              <a:gd name="connsiteX2449" fmla="*/ 1856328 w 12203753"/>
              <a:gd name="connsiteY2449" fmla="*/ 5445863 h 6858000"/>
              <a:gd name="connsiteX2450" fmla="*/ 1833699 w 12203753"/>
              <a:gd name="connsiteY2450" fmla="*/ 5406663 h 6858000"/>
              <a:gd name="connsiteX2451" fmla="*/ 1833765 w 12203753"/>
              <a:gd name="connsiteY2451" fmla="*/ 5406663 h 6858000"/>
              <a:gd name="connsiteX2452" fmla="*/ 1929500 w 12203753"/>
              <a:gd name="connsiteY2452" fmla="*/ 5344134 h 6858000"/>
              <a:gd name="connsiteX2453" fmla="*/ 2031482 w 12203753"/>
              <a:gd name="connsiteY2453" fmla="*/ 5292504 h 6858000"/>
              <a:gd name="connsiteX2454" fmla="*/ 1460821 w 12203753"/>
              <a:gd name="connsiteY2454" fmla="*/ 5292504 h 6858000"/>
              <a:gd name="connsiteX2455" fmla="*/ 1460890 w 12203753"/>
              <a:gd name="connsiteY2455" fmla="*/ 5292504 h 6858000"/>
              <a:gd name="connsiteX2456" fmla="*/ 1460873 w 12203753"/>
              <a:gd name="connsiteY2456" fmla="*/ 5292527 h 6858000"/>
              <a:gd name="connsiteX2457" fmla="*/ 1240411 w 12203753"/>
              <a:gd name="connsiteY2457" fmla="*/ 5292504 h 6858000"/>
              <a:gd name="connsiteX2458" fmla="*/ 1263039 w 12203753"/>
              <a:gd name="connsiteY2458" fmla="*/ 5331704 h 6858000"/>
              <a:gd name="connsiteX2459" fmla="*/ 1167301 w 12203753"/>
              <a:gd name="connsiteY2459" fmla="*/ 5394233 h 6858000"/>
              <a:gd name="connsiteX2460" fmla="*/ 1065253 w 12203753"/>
              <a:gd name="connsiteY2460" fmla="*/ 5445863 h 6858000"/>
              <a:gd name="connsiteX2461" fmla="*/ 1042617 w 12203753"/>
              <a:gd name="connsiteY2461" fmla="*/ 5406663 h 6858000"/>
              <a:gd name="connsiteX2462" fmla="*/ 1042681 w 12203753"/>
              <a:gd name="connsiteY2462" fmla="*/ 5406663 h 6858000"/>
              <a:gd name="connsiteX2463" fmla="*/ 1138424 w 12203753"/>
              <a:gd name="connsiteY2463" fmla="*/ 5344134 h 6858000"/>
              <a:gd name="connsiteX2464" fmla="*/ 1240411 w 12203753"/>
              <a:gd name="connsiteY2464" fmla="*/ 5292504 h 6858000"/>
              <a:gd name="connsiteX2465" fmla="*/ 669744 w 12203753"/>
              <a:gd name="connsiteY2465" fmla="*/ 5292504 h 6858000"/>
              <a:gd name="connsiteX2466" fmla="*/ 669808 w 12203753"/>
              <a:gd name="connsiteY2466" fmla="*/ 5292504 h 6858000"/>
              <a:gd name="connsiteX2467" fmla="*/ 669795 w 12203753"/>
              <a:gd name="connsiteY2467" fmla="*/ 5292527 h 6858000"/>
              <a:gd name="connsiteX2468" fmla="*/ 449268 w 12203753"/>
              <a:gd name="connsiteY2468" fmla="*/ 5292504 h 6858000"/>
              <a:gd name="connsiteX2469" fmla="*/ 471896 w 12203753"/>
              <a:gd name="connsiteY2469" fmla="*/ 5331704 h 6858000"/>
              <a:gd name="connsiteX2470" fmla="*/ 376162 w 12203753"/>
              <a:gd name="connsiteY2470" fmla="*/ 5394233 h 6858000"/>
              <a:gd name="connsiteX2471" fmla="*/ 274116 w 12203753"/>
              <a:gd name="connsiteY2471" fmla="*/ 5445863 h 6858000"/>
              <a:gd name="connsiteX2472" fmla="*/ 251487 w 12203753"/>
              <a:gd name="connsiteY2472" fmla="*/ 5406663 h 6858000"/>
              <a:gd name="connsiteX2473" fmla="*/ 251551 w 12203753"/>
              <a:gd name="connsiteY2473" fmla="*/ 5406663 h 6858000"/>
              <a:gd name="connsiteX2474" fmla="*/ 347288 w 12203753"/>
              <a:gd name="connsiteY2474" fmla="*/ 5344134 h 6858000"/>
              <a:gd name="connsiteX2475" fmla="*/ 449268 w 12203753"/>
              <a:gd name="connsiteY2475" fmla="*/ 5292504 h 6858000"/>
              <a:gd name="connsiteX2476" fmla="*/ 12008079 w 12203753"/>
              <a:gd name="connsiteY2476" fmla="*/ 5140802 h 6858000"/>
              <a:gd name="connsiteX2477" fmla="*/ 12053335 w 12203753"/>
              <a:gd name="connsiteY2477" fmla="*/ 5140802 h 6858000"/>
              <a:gd name="connsiteX2478" fmla="*/ 12059581 w 12203753"/>
              <a:gd name="connsiteY2478" fmla="*/ 5255024 h 6858000"/>
              <a:gd name="connsiteX2479" fmla="*/ 12053335 w 12203753"/>
              <a:gd name="connsiteY2479" fmla="*/ 5369183 h 6858000"/>
              <a:gd name="connsiteX2480" fmla="*/ 12008079 w 12203753"/>
              <a:gd name="connsiteY2480" fmla="*/ 5369183 h 6858000"/>
              <a:gd name="connsiteX2481" fmla="*/ 12001833 w 12203753"/>
              <a:gd name="connsiteY2481" fmla="*/ 5255024 h 6858000"/>
              <a:gd name="connsiteX2482" fmla="*/ 12008079 w 12203753"/>
              <a:gd name="connsiteY2482" fmla="*/ 5140802 h 6858000"/>
              <a:gd name="connsiteX2483" fmla="*/ 11216938 w 12203753"/>
              <a:gd name="connsiteY2483" fmla="*/ 5140802 h 6858000"/>
              <a:gd name="connsiteX2484" fmla="*/ 11262194 w 12203753"/>
              <a:gd name="connsiteY2484" fmla="*/ 5140802 h 6858000"/>
              <a:gd name="connsiteX2485" fmla="*/ 11268504 w 12203753"/>
              <a:gd name="connsiteY2485" fmla="*/ 5255024 h 6858000"/>
              <a:gd name="connsiteX2486" fmla="*/ 11262194 w 12203753"/>
              <a:gd name="connsiteY2486" fmla="*/ 5369183 h 6858000"/>
              <a:gd name="connsiteX2487" fmla="*/ 11216938 w 12203753"/>
              <a:gd name="connsiteY2487" fmla="*/ 5369183 h 6858000"/>
              <a:gd name="connsiteX2488" fmla="*/ 11210692 w 12203753"/>
              <a:gd name="connsiteY2488" fmla="*/ 5255024 h 6858000"/>
              <a:gd name="connsiteX2489" fmla="*/ 11216938 w 12203753"/>
              <a:gd name="connsiteY2489" fmla="*/ 5140802 h 6858000"/>
              <a:gd name="connsiteX2490" fmla="*/ 10425796 w 12203753"/>
              <a:gd name="connsiteY2490" fmla="*/ 5140802 h 6858000"/>
              <a:gd name="connsiteX2491" fmla="*/ 10471052 w 12203753"/>
              <a:gd name="connsiteY2491" fmla="*/ 5140802 h 6858000"/>
              <a:gd name="connsiteX2492" fmla="*/ 10477362 w 12203753"/>
              <a:gd name="connsiteY2492" fmla="*/ 5255024 h 6858000"/>
              <a:gd name="connsiteX2493" fmla="*/ 10471052 w 12203753"/>
              <a:gd name="connsiteY2493" fmla="*/ 5369183 h 6858000"/>
              <a:gd name="connsiteX2494" fmla="*/ 10425796 w 12203753"/>
              <a:gd name="connsiteY2494" fmla="*/ 5369183 h 6858000"/>
              <a:gd name="connsiteX2495" fmla="*/ 10419550 w 12203753"/>
              <a:gd name="connsiteY2495" fmla="*/ 5255024 h 6858000"/>
              <a:gd name="connsiteX2496" fmla="*/ 10425796 w 12203753"/>
              <a:gd name="connsiteY2496" fmla="*/ 5140802 h 6858000"/>
              <a:gd name="connsiteX2497" fmla="*/ 9634719 w 12203753"/>
              <a:gd name="connsiteY2497" fmla="*/ 5140802 h 6858000"/>
              <a:gd name="connsiteX2498" fmla="*/ 9679910 w 12203753"/>
              <a:gd name="connsiteY2498" fmla="*/ 5140802 h 6858000"/>
              <a:gd name="connsiteX2499" fmla="*/ 9686221 w 12203753"/>
              <a:gd name="connsiteY2499" fmla="*/ 5255024 h 6858000"/>
              <a:gd name="connsiteX2500" fmla="*/ 9679910 w 12203753"/>
              <a:gd name="connsiteY2500" fmla="*/ 5369183 h 6858000"/>
              <a:gd name="connsiteX2501" fmla="*/ 9634719 w 12203753"/>
              <a:gd name="connsiteY2501" fmla="*/ 5369183 h 6858000"/>
              <a:gd name="connsiteX2502" fmla="*/ 9628408 w 12203753"/>
              <a:gd name="connsiteY2502" fmla="*/ 5255024 h 6858000"/>
              <a:gd name="connsiteX2503" fmla="*/ 9634719 w 12203753"/>
              <a:gd name="connsiteY2503" fmla="*/ 5140802 h 6858000"/>
              <a:gd name="connsiteX2504" fmla="*/ 8843577 w 12203753"/>
              <a:gd name="connsiteY2504" fmla="*/ 5140802 h 6858000"/>
              <a:gd name="connsiteX2505" fmla="*/ 8888832 w 12203753"/>
              <a:gd name="connsiteY2505" fmla="*/ 5140802 h 6858000"/>
              <a:gd name="connsiteX2506" fmla="*/ 8895079 w 12203753"/>
              <a:gd name="connsiteY2506" fmla="*/ 5255024 h 6858000"/>
              <a:gd name="connsiteX2507" fmla="*/ 8888832 w 12203753"/>
              <a:gd name="connsiteY2507" fmla="*/ 5369183 h 6858000"/>
              <a:gd name="connsiteX2508" fmla="*/ 8843577 w 12203753"/>
              <a:gd name="connsiteY2508" fmla="*/ 5369183 h 6858000"/>
              <a:gd name="connsiteX2509" fmla="*/ 8837330 w 12203753"/>
              <a:gd name="connsiteY2509" fmla="*/ 5255024 h 6858000"/>
              <a:gd name="connsiteX2510" fmla="*/ 8843577 w 12203753"/>
              <a:gd name="connsiteY2510" fmla="*/ 5140802 h 6858000"/>
              <a:gd name="connsiteX2511" fmla="*/ 8052435 w 12203753"/>
              <a:gd name="connsiteY2511" fmla="*/ 5140802 h 6858000"/>
              <a:gd name="connsiteX2512" fmla="*/ 8097691 w 12203753"/>
              <a:gd name="connsiteY2512" fmla="*/ 5140802 h 6858000"/>
              <a:gd name="connsiteX2513" fmla="*/ 8103938 w 12203753"/>
              <a:gd name="connsiteY2513" fmla="*/ 5255024 h 6858000"/>
              <a:gd name="connsiteX2514" fmla="*/ 8097691 w 12203753"/>
              <a:gd name="connsiteY2514" fmla="*/ 5369183 h 6858000"/>
              <a:gd name="connsiteX2515" fmla="*/ 8052435 w 12203753"/>
              <a:gd name="connsiteY2515" fmla="*/ 5369183 h 6858000"/>
              <a:gd name="connsiteX2516" fmla="*/ 8046189 w 12203753"/>
              <a:gd name="connsiteY2516" fmla="*/ 5255024 h 6858000"/>
              <a:gd name="connsiteX2517" fmla="*/ 8052435 w 12203753"/>
              <a:gd name="connsiteY2517" fmla="*/ 5140802 h 6858000"/>
              <a:gd name="connsiteX2518" fmla="*/ 7261293 w 12203753"/>
              <a:gd name="connsiteY2518" fmla="*/ 5140802 h 6858000"/>
              <a:gd name="connsiteX2519" fmla="*/ 7306549 w 12203753"/>
              <a:gd name="connsiteY2519" fmla="*/ 5140802 h 6858000"/>
              <a:gd name="connsiteX2520" fmla="*/ 7312860 w 12203753"/>
              <a:gd name="connsiteY2520" fmla="*/ 5255024 h 6858000"/>
              <a:gd name="connsiteX2521" fmla="*/ 7306549 w 12203753"/>
              <a:gd name="connsiteY2521" fmla="*/ 5369183 h 6858000"/>
              <a:gd name="connsiteX2522" fmla="*/ 7261293 w 12203753"/>
              <a:gd name="connsiteY2522" fmla="*/ 5369183 h 6858000"/>
              <a:gd name="connsiteX2523" fmla="*/ 7255047 w 12203753"/>
              <a:gd name="connsiteY2523" fmla="*/ 5255024 h 6858000"/>
              <a:gd name="connsiteX2524" fmla="*/ 7261293 w 12203753"/>
              <a:gd name="connsiteY2524" fmla="*/ 5140802 h 6858000"/>
              <a:gd name="connsiteX2525" fmla="*/ 6470217 w 12203753"/>
              <a:gd name="connsiteY2525" fmla="*/ 5140802 h 6858000"/>
              <a:gd name="connsiteX2526" fmla="*/ 6515408 w 12203753"/>
              <a:gd name="connsiteY2526" fmla="*/ 5140802 h 6858000"/>
              <a:gd name="connsiteX2527" fmla="*/ 6521719 w 12203753"/>
              <a:gd name="connsiteY2527" fmla="*/ 5255024 h 6858000"/>
              <a:gd name="connsiteX2528" fmla="*/ 6515408 w 12203753"/>
              <a:gd name="connsiteY2528" fmla="*/ 5369183 h 6858000"/>
              <a:gd name="connsiteX2529" fmla="*/ 6470217 w 12203753"/>
              <a:gd name="connsiteY2529" fmla="*/ 5369183 h 6858000"/>
              <a:gd name="connsiteX2530" fmla="*/ 6463906 w 12203753"/>
              <a:gd name="connsiteY2530" fmla="*/ 5255024 h 6858000"/>
              <a:gd name="connsiteX2531" fmla="*/ 6470217 w 12203753"/>
              <a:gd name="connsiteY2531" fmla="*/ 5140802 h 6858000"/>
              <a:gd name="connsiteX2532" fmla="*/ 5679084 w 12203753"/>
              <a:gd name="connsiteY2532" fmla="*/ 5140802 h 6858000"/>
              <a:gd name="connsiteX2533" fmla="*/ 5724338 w 12203753"/>
              <a:gd name="connsiteY2533" fmla="*/ 5140802 h 6858000"/>
              <a:gd name="connsiteX2534" fmla="*/ 5730645 w 12203753"/>
              <a:gd name="connsiteY2534" fmla="*/ 5255024 h 6858000"/>
              <a:gd name="connsiteX2535" fmla="*/ 5724338 w 12203753"/>
              <a:gd name="connsiteY2535" fmla="*/ 5369183 h 6858000"/>
              <a:gd name="connsiteX2536" fmla="*/ 5679084 w 12203753"/>
              <a:gd name="connsiteY2536" fmla="*/ 5369183 h 6858000"/>
              <a:gd name="connsiteX2537" fmla="*/ 5672835 w 12203753"/>
              <a:gd name="connsiteY2537" fmla="*/ 5255024 h 6858000"/>
              <a:gd name="connsiteX2538" fmla="*/ 5679084 w 12203753"/>
              <a:gd name="connsiteY2538" fmla="*/ 5140802 h 6858000"/>
              <a:gd name="connsiteX2539" fmla="*/ 4887944 w 12203753"/>
              <a:gd name="connsiteY2539" fmla="*/ 5140802 h 6858000"/>
              <a:gd name="connsiteX2540" fmla="*/ 4933198 w 12203753"/>
              <a:gd name="connsiteY2540" fmla="*/ 5140802 h 6858000"/>
              <a:gd name="connsiteX2541" fmla="*/ 4939507 w 12203753"/>
              <a:gd name="connsiteY2541" fmla="*/ 5255024 h 6858000"/>
              <a:gd name="connsiteX2542" fmla="*/ 4933198 w 12203753"/>
              <a:gd name="connsiteY2542" fmla="*/ 5369183 h 6858000"/>
              <a:gd name="connsiteX2543" fmla="*/ 4887944 w 12203753"/>
              <a:gd name="connsiteY2543" fmla="*/ 5369183 h 6858000"/>
              <a:gd name="connsiteX2544" fmla="*/ 4881632 w 12203753"/>
              <a:gd name="connsiteY2544" fmla="*/ 5255024 h 6858000"/>
              <a:gd name="connsiteX2545" fmla="*/ 4887944 w 12203753"/>
              <a:gd name="connsiteY2545" fmla="*/ 5140802 h 6858000"/>
              <a:gd name="connsiteX2546" fmla="*/ 4096880 w 12203753"/>
              <a:gd name="connsiteY2546" fmla="*/ 5140802 h 6858000"/>
              <a:gd name="connsiteX2547" fmla="*/ 4142136 w 12203753"/>
              <a:gd name="connsiteY2547" fmla="*/ 5140802 h 6858000"/>
              <a:gd name="connsiteX2548" fmla="*/ 4148446 w 12203753"/>
              <a:gd name="connsiteY2548" fmla="*/ 5255024 h 6858000"/>
              <a:gd name="connsiteX2549" fmla="*/ 4142136 w 12203753"/>
              <a:gd name="connsiteY2549" fmla="*/ 5369183 h 6858000"/>
              <a:gd name="connsiteX2550" fmla="*/ 4096880 w 12203753"/>
              <a:gd name="connsiteY2550" fmla="*/ 5369183 h 6858000"/>
              <a:gd name="connsiteX2551" fmla="*/ 4090633 w 12203753"/>
              <a:gd name="connsiteY2551" fmla="*/ 5255024 h 6858000"/>
              <a:gd name="connsiteX2552" fmla="*/ 4096880 w 12203753"/>
              <a:gd name="connsiteY2552" fmla="*/ 5140802 h 6858000"/>
              <a:gd name="connsiteX2553" fmla="*/ 3305820 w 12203753"/>
              <a:gd name="connsiteY2553" fmla="*/ 5140802 h 6858000"/>
              <a:gd name="connsiteX2554" fmla="*/ 3351078 w 12203753"/>
              <a:gd name="connsiteY2554" fmla="*/ 5140802 h 6858000"/>
              <a:gd name="connsiteX2555" fmla="*/ 3357385 w 12203753"/>
              <a:gd name="connsiteY2555" fmla="*/ 5255024 h 6858000"/>
              <a:gd name="connsiteX2556" fmla="*/ 3351078 w 12203753"/>
              <a:gd name="connsiteY2556" fmla="*/ 5369183 h 6858000"/>
              <a:gd name="connsiteX2557" fmla="*/ 3305820 w 12203753"/>
              <a:gd name="connsiteY2557" fmla="*/ 5369183 h 6858000"/>
              <a:gd name="connsiteX2558" fmla="*/ 3299575 w 12203753"/>
              <a:gd name="connsiteY2558" fmla="*/ 5255024 h 6858000"/>
              <a:gd name="connsiteX2559" fmla="*/ 3305820 w 12203753"/>
              <a:gd name="connsiteY2559" fmla="*/ 5140802 h 6858000"/>
              <a:gd name="connsiteX2560" fmla="*/ 2514689 w 12203753"/>
              <a:gd name="connsiteY2560" fmla="*/ 5140802 h 6858000"/>
              <a:gd name="connsiteX2561" fmla="*/ 2559944 w 12203753"/>
              <a:gd name="connsiteY2561" fmla="*/ 5140802 h 6858000"/>
              <a:gd name="connsiteX2562" fmla="*/ 2566255 w 12203753"/>
              <a:gd name="connsiteY2562" fmla="*/ 5255024 h 6858000"/>
              <a:gd name="connsiteX2563" fmla="*/ 2559944 w 12203753"/>
              <a:gd name="connsiteY2563" fmla="*/ 5369183 h 6858000"/>
              <a:gd name="connsiteX2564" fmla="*/ 2514689 w 12203753"/>
              <a:gd name="connsiteY2564" fmla="*/ 5369183 h 6858000"/>
              <a:gd name="connsiteX2565" fmla="*/ 2508380 w 12203753"/>
              <a:gd name="connsiteY2565" fmla="*/ 5255024 h 6858000"/>
              <a:gd name="connsiteX2566" fmla="*/ 2514689 w 12203753"/>
              <a:gd name="connsiteY2566" fmla="*/ 5140802 h 6858000"/>
              <a:gd name="connsiteX2567" fmla="*/ 1723556 w 12203753"/>
              <a:gd name="connsiteY2567" fmla="*/ 5140802 h 6858000"/>
              <a:gd name="connsiteX2568" fmla="*/ 1768814 w 12203753"/>
              <a:gd name="connsiteY2568" fmla="*/ 5140802 h 6858000"/>
              <a:gd name="connsiteX2569" fmla="*/ 1775124 w 12203753"/>
              <a:gd name="connsiteY2569" fmla="*/ 5255024 h 6858000"/>
              <a:gd name="connsiteX2570" fmla="*/ 1768814 w 12203753"/>
              <a:gd name="connsiteY2570" fmla="*/ 5369183 h 6858000"/>
              <a:gd name="connsiteX2571" fmla="*/ 1723556 w 12203753"/>
              <a:gd name="connsiteY2571" fmla="*/ 5369183 h 6858000"/>
              <a:gd name="connsiteX2572" fmla="*/ 1717310 w 12203753"/>
              <a:gd name="connsiteY2572" fmla="*/ 5255024 h 6858000"/>
              <a:gd name="connsiteX2573" fmla="*/ 1723556 w 12203753"/>
              <a:gd name="connsiteY2573" fmla="*/ 5140802 h 6858000"/>
              <a:gd name="connsiteX2574" fmla="*/ 932414 w 12203753"/>
              <a:gd name="connsiteY2574" fmla="*/ 5140802 h 6858000"/>
              <a:gd name="connsiteX2575" fmla="*/ 977669 w 12203753"/>
              <a:gd name="connsiteY2575" fmla="*/ 5140802 h 6858000"/>
              <a:gd name="connsiteX2576" fmla="*/ 983979 w 12203753"/>
              <a:gd name="connsiteY2576" fmla="*/ 5255024 h 6858000"/>
              <a:gd name="connsiteX2577" fmla="*/ 977669 w 12203753"/>
              <a:gd name="connsiteY2577" fmla="*/ 5369183 h 6858000"/>
              <a:gd name="connsiteX2578" fmla="*/ 932414 w 12203753"/>
              <a:gd name="connsiteY2578" fmla="*/ 5369183 h 6858000"/>
              <a:gd name="connsiteX2579" fmla="*/ 926104 w 12203753"/>
              <a:gd name="connsiteY2579" fmla="*/ 5255024 h 6858000"/>
              <a:gd name="connsiteX2580" fmla="*/ 932414 w 12203753"/>
              <a:gd name="connsiteY2580" fmla="*/ 5140802 h 6858000"/>
              <a:gd name="connsiteX2581" fmla="*/ 141346 w 12203753"/>
              <a:gd name="connsiteY2581" fmla="*/ 5140802 h 6858000"/>
              <a:gd name="connsiteX2582" fmla="*/ 186600 w 12203753"/>
              <a:gd name="connsiteY2582" fmla="*/ 5140802 h 6858000"/>
              <a:gd name="connsiteX2583" fmla="*/ 192910 w 12203753"/>
              <a:gd name="connsiteY2583" fmla="*/ 5255024 h 6858000"/>
              <a:gd name="connsiteX2584" fmla="*/ 186600 w 12203753"/>
              <a:gd name="connsiteY2584" fmla="*/ 5369183 h 6858000"/>
              <a:gd name="connsiteX2585" fmla="*/ 141346 w 12203753"/>
              <a:gd name="connsiteY2585" fmla="*/ 5369183 h 6858000"/>
              <a:gd name="connsiteX2586" fmla="*/ 135099 w 12203753"/>
              <a:gd name="connsiteY2586" fmla="*/ 5255024 h 6858000"/>
              <a:gd name="connsiteX2587" fmla="*/ 141346 w 12203753"/>
              <a:gd name="connsiteY2587" fmla="*/ 5140802 h 6858000"/>
              <a:gd name="connsiteX2588" fmla="*/ 5811965 w 12203753"/>
              <a:gd name="connsiteY2588" fmla="*/ 5064146 h 6858000"/>
              <a:gd name="connsiteX2589" fmla="*/ 5820348 w 12203753"/>
              <a:gd name="connsiteY2589" fmla="*/ 5067852 h 6858000"/>
              <a:gd name="connsiteX2590" fmla="*/ 5913960 w 12203753"/>
              <a:gd name="connsiteY2590" fmla="*/ 5115752 h 6858000"/>
              <a:gd name="connsiteX2591" fmla="*/ 6009695 w 12203753"/>
              <a:gd name="connsiteY2591" fmla="*/ 5178281 h 6858000"/>
              <a:gd name="connsiteX2592" fmla="*/ 5987067 w 12203753"/>
              <a:gd name="connsiteY2592" fmla="*/ 5217482 h 6858000"/>
              <a:gd name="connsiteX2593" fmla="*/ 5885086 w 12203753"/>
              <a:gd name="connsiteY2593" fmla="*/ 5165852 h 6858000"/>
              <a:gd name="connsiteX2594" fmla="*/ 5789350 w 12203753"/>
              <a:gd name="connsiteY2594" fmla="*/ 5103323 h 6858000"/>
              <a:gd name="connsiteX2595" fmla="*/ 5020837 w 12203753"/>
              <a:gd name="connsiteY2595" fmla="*/ 5064146 h 6858000"/>
              <a:gd name="connsiteX2596" fmla="*/ 5029217 w 12203753"/>
              <a:gd name="connsiteY2596" fmla="*/ 5067852 h 6858000"/>
              <a:gd name="connsiteX2597" fmla="*/ 5122827 w 12203753"/>
              <a:gd name="connsiteY2597" fmla="*/ 5115752 h 6858000"/>
              <a:gd name="connsiteX2598" fmla="*/ 5218566 w 12203753"/>
              <a:gd name="connsiteY2598" fmla="*/ 5178281 h 6858000"/>
              <a:gd name="connsiteX2599" fmla="*/ 5195941 w 12203753"/>
              <a:gd name="connsiteY2599" fmla="*/ 5217482 h 6858000"/>
              <a:gd name="connsiteX2600" fmla="*/ 5093953 w 12203753"/>
              <a:gd name="connsiteY2600" fmla="*/ 5165852 h 6858000"/>
              <a:gd name="connsiteX2601" fmla="*/ 4998215 w 12203753"/>
              <a:gd name="connsiteY2601" fmla="*/ 5103323 h 6858000"/>
              <a:gd name="connsiteX2602" fmla="*/ 4229752 w 12203753"/>
              <a:gd name="connsiteY2602" fmla="*/ 5064146 h 6858000"/>
              <a:gd name="connsiteX2603" fmla="*/ 4238133 w 12203753"/>
              <a:gd name="connsiteY2603" fmla="*/ 5067852 h 6858000"/>
              <a:gd name="connsiteX2604" fmla="*/ 4331748 w 12203753"/>
              <a:gd name="connsiteY2604" fmla="*/ 5115752 h 6858000"/>
              <a:gd name="connsiteX2605" fmla="*/ 4427491 w 12203753"/>
              <a:gd name="connsiteY2605" fmla="*/ 5178281 h 6858000"/>
              <a:gd name="connsiteX2606" fmla="*/ 4404860 w 12203753"/>
              <a:gd name="connsiteY2606" fmla="*/ 5217482 h 6858000"/>
              <a:gd name="connsiteX2607" fmla="*/ 4302877 w 12203753"/>
              <a:gd name="connsiteY2607" fmla="*/ 5165852 h 6858000"/>
              <a:gd name="connsiteX2608" fmla="*/ 4207137 w 12203753"/>
              <a:gd name="connsiteY2608" fmla="*/ 5103323 h 6858000"/>
              <a:gd name="connsiteX2609" fmla="*/ 3438701 w 12203753"/>
              <a:gd name="connsiteY2609" fmla="*/ 5064146 h 6858000"/>
              <a:gd name="connsiteX2610" fmla="*/ 3447084 w 12203753"/>
              <a:gd name="connsiteY2610" fmla="*/ 5067852 h 6858000"/>
              <a:gd name="connsiteX2611" fmla="*/ 3540702 w 12203753"/>
              <a:gd name="connsiteY2611" fmla="*/ 5115752 h 6858000"/>
              <a:gd name="connsiteX2612" fmla="*/ 3636436 w 12203753"/>
              <a:gd name="connsiteY2612" fmla="*/ 5178281 h 6858000"/>
              <a:gd name="connsiteX2613" fmla="*/ 3613807 w 12203753"/>
              <a:gd name="connsiteY2613" fmla="*/ 5217482 h 6858000"/>
              <a:gd name="connsiteX2614" fmla="*/ 3511829 w 12203753"/>
              <a:gd name="connsiteY2614" fmla="*/ 5165852 h 6858000"/>
              <a:gd name="connsiteX2615" fmla="*/ 3416090 w 12203753"/>
              <a:gd name="connsiteY2615" fmla="*/ 5103323 h 6858000"/>
              <a:gd name="connsiteX2616" fmla="*/ 2647573 w 12203753"/>
              <a:gd name="connsiteY2616" fmla="*/ 5064146 h 6858000"/>
              <a:gd name="connsiteX2617" fmla="*/ 2655955 w 12203753"/>
              <a:gd name="connsiteY2617" fmla="*/ 5067852 h 6858000"/>
              <a:gd name="connsiteX2618" fmla="*/ 2749571 w 12203753"/>
              <a:gd name="connsiteY2618" fmla="*/ 5115752 h 6858000"/>
              <a:gd name="connsiteX2619" fmla="*/ 2845305 w 12203753"/>
              <a:gd name="connsiteY2619" fmla="*/ 5178281 h 6858000"/>
              <a:gd name="connsiteX2620" fmla="*/ 2822677 w 12203753"/>
              <a:gd name="connsiteY2620" fmla="*/ 5217482 h 6858000"/>
              <a:gd name="connsiteX2621" fmla="*/ 2720696 w 12203753"/>
              <a:gd name="connsiteY2621" fmla="*/ 5165852 h 6858000"/>
              <a:gd name="connsiteX2622" fmla="*/ 2624959 w 12203753"/>
              <a:gd name="connsiteY2622" fmla="*/ 5103323 h 6858000"/>
              <a:gd name="connsiteX2623" fmla="*/ 1856440 w 12203753"/>
              <a:gd name="connsiteY2623" fmla="*/ 5064146 h 6858000"/>
              <a:gd name="connsiteX2624" fmla="*/ 1864826 w 12203753"/>
              <a:gd name="connsiteY2624" fmla="*/ 5067852 h 6858000"/>
              <a:gd name="connsiteX2625" fmla="*/ 1958439 w 12203753"/>
              <a:gd name="connsiteY2625" fmla="*/ 5115752 h 6858000"/>
              <a:gd name="connsiteX2626" fmla="*/ 2054174 w 12203753"/>
              <a:gd name="connsiteY2626" fmla="*/ 5178281 h 6858000"/>
              <a:gd name="connsiteX2627" fmla="*/ 2031546 w 12203753"/>
              <a:gd name="connsiteY2627" fmla="*/ 5217482 h 6858000"/>
              <a:gd name="connsiteX2628" fmla="*/ 1929564 w 12203753"/>
              <a:gd name="connsiteY2628" fmla="*/ 5165852 h 6858000"/>
              <a:gd name="connsiteX2629" fmla="*/ 1833827 w 12203753"/>
              <a:gd name="connsiteY2629" fmla="*/ 5103323 h 6858000"/>
              <a:gd name="connsiteX2630" fmla="*/ 1065369 w 12203753"/>
              <a:gd name="connsiteY2630" fmla="*/ 5064146 h 6858000"/>
              <a:gd name="connsiteX2631" fmla="*/ 1073750 w 12203753"/>
              <a:gd name="connsiteY2631" fmla="*/ 5067852 h 6858000"/>
              <a:gd name="connsiteX2632" fmla="*/ 1167366 w 12203753"/>
              <a:gd name="connsiteY2632" fmla="*/ 5115752 h 6858000"/>
              <a:gd name="connsiteX2633" fmla="*/ 1263103 w 12203753"/>
              <a:gd name="connsiteY2633" fmla="*/ 5178281 h 6858000"/>
              <a:gd name="connsiteX2634" fmla="*/ 1240476 w 12203753"/>
              <a:gd name="connsiteY2634" fmla="*/ 5217482 h 6858000"/>
              <a:gd name="connsiteX2635" fmla="*/ 1138491 w 12203753"/>
              <a:gd name="connsiteY2635" fmla="*/ 5165852 h 6858000"/>
              <a:gd name="connsiteX2636" fmla="*/ 1042746 w 12203753"/>
              <a:gd name="connsiteY2636" fmla="*/ 5103323 h 6858000"/>
              <a:gd name="connsiteX2637" fmla="*/ 274229 w 12203753"/>
              <a:gd name="connsiteY2637" fmla="*/ 5064146 h 6858000"/>
              <a:gd name="connsiteX2638" fmla="*/ 282613 w 12203753"/>
              <a:gd name="connsiteY2638" fmla="*/ 5067852 h 6858000"/>
              <a:gd name="connsiteX2639" fmla="*/ 376224 w 12203753"/>
              <a:gd name="connsiteY2639" fmla="*/ 5115752 h 6858000"/>
              <a:gd name="connsiteX2640" fmla="*/ 471959 w 12203753"/>
              <a:gd name="connsiteY2640" fmla="*/ 5178281 h 6858000"/>
              <a:gd name="connsiteX2641" fmla="*/ 449332 w 12203753"/>
              <a:gd name="connsiteY2641" fmla="*/ 5217482 h 6858000"/>
              <a:gd name="connsiteX2642" fmla="*/ 347352 w 12203753"/>
              <a:gd name="connsiteY2642" fmla="*/ 5165852 h 6858000"/>
              <a:gd name="connsiteX2643" fmla="*/ 251614 w 12203753"/>
              <a:gd name="connsiteY2643" fmla="*/ 5103323 h 6858000"/>
              <a:gd name="connsiteX2644" fmla="*/ 12140914 w 12203753"/>
              <a:gd name="connsiteY2644" fmla="*/ 5064123 h 6858000"/>
              <a:gd name="connsiteX2645" fmla="*/ 12171908 w 12203753"/>
              <a:gd name="connsiteY2645" fmla="*/ 5078369 h 6858000"/>
              <a:gd name="connsiteX2646" fmla="*/ 12203753 w 12203753"/>
              <a:gd name="connsiteY2646" fmla="*/ 5095124 h 6858000"/>
              <a:gd name="connsiteX2647" fmla="*/ 12203753 w 12203753"/>
              <a:gd name="connsiteY2647" fmla="*/ 5159336 h 6858000"/>
              <a:gd name="connsiteX2648" fmla="*/ 12146156 w 12203753"/>
              <a:gd name="connsiteY2648" fmla="*/ 5123019 h 6858000"/>
              <a:gd name="connsiteX2649" fmla="*/ 12118286 w 12203753"/>
              <a:gd name="connsiteY2649" fmla="*/ 5103323 h 6858000"/>
              <a:gd name="connsiteX2650" fmla="*/ 11920501 w 12203753"/>
              <a:gd name="connsiteY2650" fmla="*/ 5064123 h 6858000"/>
              <a:gd name="connsiteX2651" fmla="*/ 11943128 w 12203753"/>
              <a:gd name="connsiteY2651" fmla="*/ 5103323 h 6858000"/>
              <a:gd name="connsiteX2652" fmla="*/ 11847390 w 12203753"/>
              <a:gd name="connsiteY2652" fmla="*/ 5165852 h 6858000"/>
              <a:gd name="connsiteX2653" fmla="*/ 11745343 w 12203753"/>
              <a:gd name="connsiteY2653" fmla="*/ 5217482 h 6858000"/>
              <a:gd name="connsiteX2654" fmla="*/ 11722715 w 12203753"/>
              <a:gd name="connsiteY2654" fmla="*/ 5178281 h 6858000"/>
              <a:gd name="connsiteX2655" fmla="*/ 11818516 w 12203753"/>
              <a:gd name="connsiteY2655" fmla="*/ 5115752 h 6858000"/>
              <a:gd name="connsiteX2656" fmla="*/ 11920501 w 12203753"/>
              <a:gd name="connsiteY2656" fmla="*/ 5064123 h 6858000"/>
              <a:gd name="connsiteX2657" fmla="*/ 11349836 w 12203753"/>
              <a:gd name="connsiteY2657" fmla="*/ 5064123 h 6858000"/>
              <a:gd name="connsiteX2658" fmla="*/ 11451820 w 12203753"/>
              <a:gd name="connsiteY2658" fmla="*/ 5115752 h 6858000"/>
              <a:gd name="connsiteX2659" fmla="*/ 11547558 w 12203753"/>
              <a:gd name="connsiteY2659" fmla="*/ 5178281 h 6858000"/>
              <a:gd name="connsiteX2660" fmla="*/ 11524930 w 12203753"/>
              <a:gd name="connsiteY2660" fmla="*/ 5217482 h 6858000"/>
              <a:gd name="connsiteX2661" fmla="*/ 11422946 w 12203753"/>
              <a:gd name="connsiteY2661" fmla="*/ 5165852 h 6858000"/>
              <a:gd name="connsiteX2662" fmla="*/ 11327208 w 12203753"/>
              <a:gd name="connsiteY2662" fmla="*/ 5103323 h 6858000"/>
              <a:gd name="connsiteX2663" fmla="*/ 11129360 w 12203753"/>
              <a:gd name="connsiteY2663" fmla="*/ 5064123 h 6858000"/>
              <a:gd name="connsiteX2664" fmla="*/ 11151987 w 12203753"/>
              <a:gd name="connsiteY2664" fmla="*/ 5103323 h 6858000"/>
              <a:gd name="connsiteX2665" fmla="*/ 11056249 w 12203753"/>
              <a:gd name="connsiteY2665" fmla="*/ 5165852 h 6858000"/>
              <a:gd name="connsiteX2666" fmla="*/ 10954265 w 12203753"/>
              <a:gd name="connsiteY2666" fmla="*/ 5217482 h 6858000"/>
              <a:gd name="connsiteX2667" fmla="*/ 10931638 w 12203753"/>
              <a:gd name="connsiteY2667" fmla="*/ 5178281 h 6858000"/>
              <a:gd name="connsiteX2668" fmla="*/ 11027376 w 12203753"/>
              <a:gd name="connsiteY2668" fmla="*/ 5115752 h 6858000"/>
              <a:gd name="connsiteX2669" fmla="*/ 11129360 w 12203753"/>
              <a:gd name="connsiteY2669" fmla="*/ 5064123 h 6858000"/>
              <a:gd name="connsiteX2670" fmla="*/ 10558694 w 12203753"/>
              <a:gd name="connsiteY2670" fmla="*/ 5064123 h 6858000"/>
              <a:gd name="connsiteX2671" fmla="*/ 10660678 w 12203753"/>
              <a:gd name="connsiteY2671" fmla="*/ 5115752 h 6858000"/>
              <a:gd name="connsiteX2672" fmla="*/ 10756416 w 12203753"/>
              <a:gd name="connsiteY2672" fmla="*/ 5178281 h 6858000"/>
              <a:gd name="connsiteX2673" fmla="*/ 10733788 w 12203753"/>
              <a:gd name="connsiteY2673" fmla="*/ 5217482 h 6858000"/>
              <a:gd name="connsiteX2674" fmla="*/ 10631804 w 12203753"/>
              <a:gd name="connsiteY2674" fmla="*/ 5165852 h 6858000"/>
              <a:gd name="connsiteX2675" fmla="*/ 10536066 w 12203753"/>
              <a:gd name="connsiteY2675" fmla="*/ 5103323 h 6858000"/>
              <a:gd name="connsiteX2676" fmla="*/ 10338218 w 12203753"/>
              <a:gd name="connsiteY2676" fmla="*/ 5064123 h 6858000"/>
              <a:gd name="connsiteX2677" fmla="*/ 10360845 w 12203753"/>
              <a:gd name="connsiteY2677" fmla="*/ 5103323 h 6858000"/>
              <a:gd name="connsiteX2678" fmla="*/ 10265107 w 12203753"/>
              <a:gd name="connsiteY2678" fmla="*/ 5165852 h 6858000"/>
              <a:gd name="connsiteX2679" fmla="*/ 10163123 w 12203753"/>
              <a:gd name="connsiteY2679" fmla="*/ 5217482 h 6858000"/>
              <a:gd name="connsiteX2680" fmla="*/ 10140496 w 12203753"/>
              <a:gd name="connsiteY2680" fmla="*/ 5178281 h 6858000"/>
              <a:gd name="connsiteX2681" fmla="*/ 10236234 w 12203753"/>
              <a:gd name="connsiteY2681" fmla="*/ 5115752 h 6858000"/>
              <a:gd name="connsiteX2682" fmla="*/ 10338218 w 12203753"/>
              <a:gd name="connsiteY2682" fmla="*/ 5064123 h 6858000"/>
              <a:gd name="connsiteX2683" fmla="*/ 9767553 w 12203753"/>
              <a:gd name="connsiteY2683" fmla="*/ 5064123 h 6858000"/>
              <a:gd name="connsiteX2684" fmla="*/ 9869601 w 12203753"/>
              <a:gd name="connsiteY2684" fmla="*/ 5115752 h 6858000"/>
              <a:gd name="connsiteX2685" fmla="*/ 9965339 w 12203753"/>
              <a:gd name="connsiteY2685" fmla="*/ 5178281 h 6858000"/>
              <a:gd name="connsiteX2686" fmla="*/ 9942711 w 12203753"/>
              <a:gd name="connsiteY2686" fmla="*/ 5217482 h 6858000"/>
              <a:gd name="connsiteX2687" fmla="*/ 9840663 w 12203753"/>
              <a:gd name="connsiteY2687" fmla="*/ 5165852 h 6858000"/>
              <a:gd name="connsiteX2688" fmla="*/ 9744925 w 12203753"/>
              <a:gd name="connsiteY2688" fmla="*/ 5103323 h 6858000"/>
              <a:gd name="connsiteX2689" fmla="*/ 9547140 w 12203753"/>
              <a:gd name="connsiteY2689" fmla="*/ 5064123 h 6858000"/>
              <a:gd name="connsiteX2690" fmla="*/ 9569768 w 12203753"/>
              <a:gd name="connsiteY2690" fmla="*/ 5103323 h 6858000"/>
              <a:gd name="connsiteX2691" fmla="*/ 9474030 w 12203753"/>
              <a:gd name="connsiteY2691" fmla="*/ 5165852 h 6858000"/>
              <a:gd name="connsiteX2692" fmla="*/ 9371982 w 12203753"/>
              <a:gd name="connsiteY2692" fmla="*/ 5217482 h 6858000"/>
              <a:gd name="connsiteX2693" fmla="*/ 9349355 w 12203753"/>
              <a:gd name="connsiteY2693" fmla="*/ 5178281 h 6858000"/>
              <a:gd name="connsiteX2694" fmla="*/ 9445093 w 12203753"/>
              <a:gd name="connsiteY2694" fmla="*/ 5115752 h 6858000"/>
              <a:gd name="connsiteX2695" fmla="*/ 9547140 w 12203753"/>
              <a:gd name="connsiteY2695" fmla="*/ 5064123 h 6858000"/>
              <a:gd name="connsiteX2696" fmla="*/ 8976412 w 12203753"/>
              <a:gd name="connsiteY2696" fmla="*/ 5064123 h 6858000"/>
              <a:gd name="connsiteX2697" fmla="*/ 9078460 w 12203753"/>
              <a:gd name="connsiteY2697" fmla="*/ 5115752 h 6858000"/>
              <a:gd name="connsiteX2698" fmla="*/ 9174198 w 12203753"/>
              <a:gd name="connsiteY2698" fmla="*/ 5178281 h 6858000"/>
              <a:gd name="connsiteX2699" fmla="*/ 9151570 w 12203753"/>
              <a:gd name="connsiteY2699" fmla="*/ 5217482 h 6858000"/>
              <a:gd name="connsiteX2700" fmla="*/ 9049585 w 12203753"/>
              <a:gd name="connsiteY2700" fmla="*/ 5165852 h 6858000"/>
              <a:gd name="connsiteX2701" fmla="*/ 8953784 w 12203753"/>
              <a:gd name="connsiteY2701" fmla="*/ 5103323 h 6858000"/>
              <a:gd name="connsiteX2702" fmla="*/ 8755998 w 12203753"/>
              <a:gd name="connsiteY2702" fmla="*/ 5064123 h 6858000"/>
              <a:gd name="connsiteX2703" fmla="*/ 8778626 w 12203753"/>
              <a:gd name="connsiteY2703" fmla="*/ 5103323 h 6858000"/>
              <a:gd name="connsiteX2704" fmla="*/ 8682888 w 12203753"/>
              <a:gd name="connsiteY2704" fmla="*/ 5165852 h 6858000"/>
              <a:gd name="connsiteX2705" fmla="*/ 8580840 w 12203753"/>
              <a:gd name="connsiteY2705" fmla="*/ 5217482 h 6858000"/>
              <a:gd name="connsiteX2706" fmla="*/ 8558213 w 12203753"/>
              <a:gd name="connsiteY2706" fmla="*/ 5178281 h 6858000"/>
              <a:gd name="connsiteX2707" fmla="*/ 8654014 w 12203753"/>
              <a:gd name="connsiteY2707" fmla="*/ 5115752 h 6858000"/>
              <a:gd name="connsiteX2708" fmla="*/ 8755998 w 12203753"/>
              <a:gd name="connsiteY2708" fmla="*/ 5064123 h 6858000"/>
              <a:gd name="connsiteX2709" fmla="*/ 8185270 w 12203753"/>
              <a:gd name="connsiteY2709" fmla="*/ 5064123 h 6858000"/>
              <a:gd name="connsiteX2710" fmla="*/ 8287318 w 12203753"/>
              <a:gd name="connsiteY2710" fmla="*/ 5115752 h 6858000"/>
              <a:gd name="connsiteX2711" fmla="*/ 8383056 w 12203753"/>
              <a:gd name="connsiteY2711" fmla="*/ 5178281 h 6858000"/>
              <a:gd name="connsiteX2712" fmla="*/ 8360428 w 12203753"/>
              <a:gd name="connsiteY2712" fmla="*/ 5217482 h 6858000"/>
              <a:gd name="connsiteX2713" fmla="*/ 8258443 w 12203753"/>
              <a:gd name="connsiteY2713" fmla="*/ 5165852 h 6858000"/>
              <a:gd name="connsiteX2714" fmla="*/ 8162642 w 12203753"/>
              <a:gd name="connsiteY2714" fmla="*/ 5103323 h 6858000"/>
              <a:gd name="connsiteX2715" fmla="*/ 7964857 w 12203753"/>
              <a:gd name="connsiteY2715" fmla="*/ 5064123 h 6858000"/>
              <a:gd name="connsiteX2716" fmla="*/ 7987485 w 12203753"/>
              <a:gd name="connsiteY2716" fmla="*/ 5103323 h 6858000"/>
              <a:gd name="connsiteX2717" fmla="*/ 7891747 w 12203753"/>
              <a:gd name="connsiteY2717" fmla="*/ 5165852 h 6858000"/>
              <a:gd name="connsiteX2718" fmla="*/ 7789699 w 12203753"/>
              <a:gd name="connsiteY2718" fmla="*/ 5217482 h 6858000"/>
              <a:gd name="connsiteX2719" fmla="*/ 7767072 w 12203753"/>
              <a:gd name="connsiteY2719" fmla="*/ 5178281 h 6858000"/>
              <a:gd name="connsiteX2720" fmla="*/ 7862873 w 12203753"/>
              <a:gd name="connsiteY2720" fmla="*/ 5115752 h 6858000"/>
              <a:gd name="connsiteX2721" fmla="*/ 7964857 w 12203753"/>
              <a:gd name="connsiteY2721" fmla="*/ 5064123 h 6858000"/>
              <a:gd name="connsiteX2722" fmla="*/ 7394192 w 12203753"/>
              <a:gd name="connsiteY2722" fmla="*/ 5064123 h 6858000"/>
              <a:gd name="connsiteX2723" fmla="*/ 7496176 w 12203753"/>
              <a:gd name="connsiteY2723" fmla="*/ 5115752 h 6858000"/>
              <a:gd name="connsiteX2724" fmla="*/ 7591913 w 12203753"/>
              <a:gd name="connsiteY2724" fmla="*/ 5178281 h 6858000"/>
              <a:gd name="connsiteX2725" fmla="*/ 7569286 w 12203753"/>
              <a:gd name="connsiteY2725" fmla="*/ 5217482 h 6858000"/>
              <a:gd name="connsiteX2726" fmla="*/ 7467302 w 12203753"/>
              <a:gd name="connsiteY2726" fmla="*/ 5165852 h 6858000"/>
              <a:gd name="connsiteX2727" fmla="*/ 7371564 w 12203753"/>
              <a:gd name="connsiteY2727" fmla="*/ 5103323 h 6858000"/>
              <a:gd name="connsiteX2728" fmla="*/ 7173716 w 12203753"/>
              <a:gd name="connsiteY2728" fmla="*/ 5064123 h 6858000"/>
              <a:gd name="connsiteX2729" fmla="*/ 7196344 w 12203753"/>
              <a:gd name="connsiteY2729" fmla="*/ 5103323 h 6858000"/>
              <a:gd name="connsiteX2730" fmla="*/ 7100606 w 12203753"/>
              <a:gd name="connsiteY2730" fmla="*/ 5165852 h 6858000"/>
              <a:gd name="connsiteX2731" fmla="*/ 6998621 w 12203753"/>
              <a:gd name="connsiteY2731" fmla="*/ 5217482 h 6858000"/>
              <a:gd name="connsiteX2732" fmla="*/ 6975995 w 12203753"/>
              <a:gd name="connsiteY2732" fmla="*/ 5178281 h 6858000"/>
              <a:gd name="connsiteX2733" fmla="*/ 7071731 w 12203753"/>
              <a:gd name="connsiteY2733" fmla="*/ 5115752 h 6858000"/>
              <a:gd name="connsiteX2734" fmla="*/ 7173716 w 12203753"/>
              <a:gd name="connsiteY2734" fmla="*/ 5064123 h 6858000"/>
              <a:gd name="connsiteX2735" fmla="*/ 6603052 w 12203753"/>
              <a:gd name="connsiteY2735" fmla="*/ 5064123 h 6858000"/>
              <a:gd name="connsiteX2736" fmla="*/ 6705100 w 12203753"/>
              <a:gd name="connsiteY2736" fmla="*/ 5115752 h 6858000"/>
              <a:gd name="connsiteX2737" fmla="*/ 6800837 w 12203753"/>
              <a:gd name="connsiteY2737" fmla="*/ 5178281 h 6858000"/>
              <a:gd name="connsiteX2738" fmla="*/ 6778210 w 12203753"/>
              <a:gd name="connsiteY2738" fmla="*/ 5217482 h 6858000"/>
              <a:gd name="connsiteX2739" fmla="*/ 6676161 w 12203753"/>
              <a:gd name="connsiteY2739" fmla="*/ 5165852 h 6858000"/>
              <a:gd name="connsiteX2740" fmla="*/ 6580424 w 12203753"/>
              <a:gd name="connsiteY2740" fmla="*/ 5103323 h 6858000"/>
              <a:gd name="connsiteX2741" fmla="*/ 6382638 w 12203753"/>
              <a:gd name="connsiteY2741" fmla="*/ 5064123 h 6858000"/>
              <a:gd name="connsiteX2742" fmla="*/ 6405266 w 12203753"/>
              <a:gd name="connsiteY2742" fmla="*/ 5103323 h 6858000"/>
              <a:gd name="connsiteX2743" fmla="*/ 6309528 w 12203753"/>
              <a:gd name="connsiteY2743" fmla="*/ 5165852 h 6858000"/>
              <a:gd name="connsiteX2744" fmla="*/ 6207480 w 12203753"/>
              <a:gd name="connsiteY2744" fmla="*/ 5217482 h 6858000"/>
              <a:gd name="connsiteX2745" fmla="*/ 6184852 w 12203753"/>
              <a:gd name="connsiteY2745" fmla="*/ 5178281 h 6858000"/>
              <a:gd name="connsiteX2746" fmla="*/ 6280590 w 12203753"/>
              <a:gd name="connsiteY2746" fmla="*/ 5115752 h 6858000"/>
              <a:gd name="connsiteX2747" fmla="*/ 6382638 w 12203753"/>
              <a:gd name="connsiteY2747" fmla="*/ 5064123 h 6858000"/>
              <a:gd name="connsiteX2748" fmla="*/ 5811914 w 12203753"/>
              <a:gd name="connsiteY2748" fmla="*/ 5064123 h 6858000"/>
              <a:gd name="connsiteX2749" fmla="*/ 5811979 w 12203753"/>
              <a:gd name="connsiteY2749" fmla="*/ 5064123 h 6858000"/>
              <a:gd name="connsiteX2750" fmla="*/ 5811965 w 12203753"/>
              <a:gd name="connsiteY2750" fmla="*/ 5064146 h 6858000"/>
              <a:gd name="connsiteX2751" fmla="*/ 5591444 w 12203753"/>
              <a:gd name="connsiteY2751" fmla="*/ 5064123 h 6858000"/>
              <a:gd name="connsiteX2752" fmla="*/ 5614067 w 12203753"/>
              <a:gd name="connsiteY2752" fmla="*/ 5103323 h 6858000"/>
              <a:gd name="connsiteX2753" fmla="*/ 5518332 w 12203753"/>
              <a:gd name="connsiteY2753" fmla="*/ 5165852 h 6858000"/>
              <a:gd name="connsiteX2754" fmla="*/ 5416289 w 12203753"/>
              <a:gd name="connsiteY2754" fmla="*/ 5217482 h 6858000"/>
              <a:gd name="connsiteX2755" fmla="*/ 5393662 w 12203753"/>
              <a:gd name="connsiteY2755" fmla="*/ 5178281 h 6858000"/>
              <a:gd name="connsiteX2756" fmla="*/ 5393724 w 12203753"/>
              <a:gd name="connsiteY2756" fmla="*/ 5178281 h 6858000"/>
              <a:gd name="connsiteX2757" fmla="*/ 5489459 w 12203753"/>
              <a:gd name="connsiteY2757" fmla="*/ 5115752 h 6858000"/>
              <a:gd name="connsiteX2758" fmla="*/ 5591444 w 12203753"/>
              <a:gd name="connsiteY2758" fmla="*/ 5064123 h 6858000"/>
              <a:gd name="connsiteX2759" fmla="*/ 5020783 w 12203753"/>
              <a:gd name="connsiteY2759" fmla="*/ 5064123 h 6858000"/>
              <a:gd name="connsiteX2760" fmla="*/ 5020848 w 12203753"/>
              <a:gd name="connsiteY2760" fmla="*/ 5064123 h 6858000"/>
              <a:gd name="connsiteX2761" fmla="*/ 5020837 w 12203753"/>
              <a:gd name="connsiteY2761" fmla="*/ 5064146 h 6858000"/>
              <a:gd name="connsiteX2762" fmla="*/ 4800426 w 12203753"/>
              <a:gd name="connsiteY2762" fmla="*/ 5064123 h 6858000"/>
              <a:gd name="connsiteX2763" fmla="*/ 4823054 w 12203753"/>
              <a:gd name="connsiteY2763" fmla="*/ 5103323 h 6858000"/>
              <a:gd name="connsiteX2764" fmla="*/ 4727319 w 12203753"/>
              <a:gd name="connsiteY2764" fmla="*/ 5165852 h 6858000"/>
              <a:gd name="connsiteX2765" fmla="*/ 4625271 w 12203753"/>
              <a:gd name="connsiteY2765" fmla="*/ 5217482 h 6858000"/>
              <a:gd name="connsiteX2766" fmla="*/ 4602649 w 12203753"/>
              <a:gd name="connsiteY2766" fmla="*/ 5178281 h 6858000"/>
              <a:gd name="connsiteX2767" fmla="*/ 4698380 w 12203753"/>
              <a:gd name="connsiteY2767" fmla="*/ 5115752 h 6858000"/>
              <a:gd name="connsiteX2768" fmla="*/ 4800426 w 12203753"/>
              <a:gd name="connsiteY2768" fmla="*/ 5064123 h 6858000"/>
              <a:gd name="connsiteX2769" fmla="*/ 4229702 w 12203753"/>
              <a:gd name="connsiteY2769" fmla="*/ 5064123 h 6858000"/>
              <a:gd name="connsiteX2770" fmla="*/ 4229764 w 12203753"/>
              <a:gd name="connsiteY2770" fmla="*/ 5064123 h 6858000"/>
              <a:gd name="connsiteX2771" fmla="*/ 4229752 w 12203753"/>
              <a:gd name="connsiteY2771" fmla="*/ 5064146 h 6858000"/>
              <a:gd name="connsiteX2772" fmla="*/ 4009366 w 12203753"/>
              <a:gd name="connsiteY2772" fmla="*/ 5064123 h 6858000"/>
              <a:gd name="connsiteX2773" fmla="*/ 4031992 w 12203753"/>
              <a:gd name="connsiteY2773" fmla="*/ 5103323 h 6858000"/>
              <a:gd name="connsiteX2774" fmla="*/ 3936266 w 12203753"/>
              <a:gd name="connsiteY2774" fmla="*/ 5165852 h 6858000"/>
              <a:gd name="connsiteX2775" fmla="*/ 3834218 w 12203753"/>
              <a:gd name="connsiteY2775" fmla="*/ 5217482 h 6858000"/>
              <a:gd name="connsiteX2776" fmla="*/ 3811587 w 12203753"/>
              <a:gd name="connsiteY2776" fmla="*/ 5178281 h 6858000"/>
              <a:gd name="connsiteX2777" fmla="*/ 3907323 w 12203753"/>
              <a:gd name="connsiteY2777" fmla="*/ 5115752 h 6858000"/>
              <a:gd name="connsiteX2778" fmla="*/ 4009366 w 12203753"/>
              <a:gd name="connsiteY2778" fmla="*/ 5064123 h 6858000"/>
              <a:gd name="connsiteX2779" fmla="*/ 3438650 w 12203753"/>
              <a:gd name="connsiteY2779" fmla="*/ 5064123 h 6858000"/>
              <a:gd name="connsiteX2780" fmla="*/ 3438713 w 12203753"/>
              <a:gd name="connsiteY2780" fmla="*/ 5064123 h 6858000"/>
              <a:gd name="connsiteX2781" fmla="*/ 3438701 w 12203753"/>
              <a:gd name="connsiteY2781" fmla="*/ 5064146 h 6858000"/>
              <a:gd name="connsiteX2782" fmla="*/ 3218179 w 12203753"/>
              <a:gd name="connsiteY2782" fmla="*/ 5064123 h 6858000"/>
              <a:gd name="connsiteX2783" fmla="*/ 3240807 w 12203753"/>
              <a:gd name="connsiteY2783" fmla="*/ 5103323 h 6858000"/>
              <a:gd name="connsiteX2784" fmla="*/ 3145079 w 12203753"/>
              <a:gd name="connsiteY2784" fmla="*/ 5165852 h 6858000"/>
              <a:gd name="connsiteX2785" fmla="*/ 3043026 w 12203753"/>
              <a:gd name="connsiteY2785" fmla="*/ 5217482 h 6858000"/>
              <a:gd name="connsiteX2786" fmla="*/ 3020398 w 12203753"/>
              <a:gd name="connsiteY2786" fmla="*/ 5178281 h 6858000"/>
              <a:gd name="connsiteX2787" fmla="*/ 3020464 w 12203753"/>
              <a:gd name="connsiteY2787" fmla="*/ 5178281 h 6858000"/>
              <a:gd name="connsiteX2788" fmla="*/ 3116202 w 12203753"/>
              <a:gd name="connsiteY2788" fmla="*/ 5115752 h 6858000"/>
              <a:gd name="connsiteX2789" fmla="*/ 3218179 w 12203753"/>
              <a:gd name="connsiteY2789" fmla="*/ 5064123 h 6858000"/>
              <a:gd name="connsiteX2790" fmla="*/ 2647521 w 12203753"/>
              <a:gd name="connsiteY2790" fmla="*/ 5064123 h 6858000"/>
              <a:gd name="connsiteX2791" fmla="*/ 2647585 w 12203753"/>
              <a:gd name="connsiteY2791" fmla="*/ 5064123 h 6858000"/>
              <a:gd name="connsiteX2792" fmla="*/ 2647573 w 12203753"/>
              <a:gd name="connsiteY2792" fmla="*/ 5064146 h 6858000"/>
              <a:gd name="connsiteX2793" fmla="*/ 2427043 w 12203753"/>
              <a:gd name="connsiteY2793" fmla="*/ 5064123 h 6858000"/>
              <a:gd name="connsiteX2794" fmla="*/ 2449673 w 12203753"/>
              <a:gd name="connsiteY2794" fmla="*/ 5103323 h 6858000"/>
              <a:gd name="connsiteX2795" fmla="*/ 2353932 w 12203753"/>
              <a:gd name="connsiteY2795" fmla="*/ 5165852 h 6858000"/>
              <a:gd name="connsiteX2796" fmla="*/ 2251888 w 12203753"/>
              <a:gd name="connsiteY2796" fmla="*/ 5217482 h 6858000"/>
              <a:gd name="connsiteX2797" fmla="*/ 2229258 w 12203753"/>
              <a:gd name="connsiteY2797" fmla="*/ 5178281 h 6858000"/>
              <a:gd name="connsiteX2798" fmla="*/ 2229324 w 12203753"/>
              <a:gd name="connsiteY2798" fmla="*/ 5178281 h 6858000"/>
              <a:gd name="connsiteX2799" fmla="*/ 2325057 w 12203753"/>
              <a:gd name="connsiteY2799" fmla="*/ 5115752 h 6858000"/>
              <a:gd name="connsiteX2800" fmla="*/ 2427043 w 12203753"/>
              <a:gd name="connsiteY2800" fmla="*/ 5064123 h 6858000"/>
              <a:gd name="connsiteX2801" fmla="*/ 1856390 w 12203753"/>
              <a:gd name="connsiteY2801" fmla="*/ 5064123 h 6858000"/>
              <a:gd name="connsiteX2802" fmla="*/ 1856455 w 12203753"/>
              <a:gd name="connsiteY2802" fmla="*/ 5064123 h 6858000"/>
              <a:gd name="connsiteX2803" fmla="*/ 1856440 w 12203753"/>
              <a:gd name="connsiteY2803" fmla="*/ 5064146 h 6858000"/>
              <a:gd name="connsiteX2804" fmla="*/ 1635915 w 12203753"/>
              <a:gd name="connsiteY2804" fmla="*/ 5064123 h 6858000"/>
              <a:gd name="connsiteX2805" fmla="*/ 1658544 w 12203753"/>
              <a:gd name="connsiteY2805" fmla="*/ 5103323 h 6858000"/>
              <a:gd name="connsiteX2806" fmla="*/ 1562806 w 12203753"/>
              <a:gd name="connsiteY2806" fmla="*/ 5165852 h 6858000"/>
              <a:gd name="connsiteX2807" fmla="*/ 1460759 w 12203753"/>
              <a:gd name="connsiteY2807" fmla="*/ 5217482 h 6858000"/>
              <a:gd name="connsiteX2808" fmla="*/ 1438131 w 12203753"/>
              <a:gd name="connsiteY2808" fmla="*/ 5178281 h 6858000"/>
              <a:gd name="connsiteX2809" fmla="*/ 1438196 w 12203753"/>
              <a:gd name="connsiteY2809" fmla="*/ 5178281 h 6858000"/>
              <a:gd name="connsiteX2810" fmla="*/ 1533932 w 12203753"/>
              <a:gd name="connsiteY2810" fmla="*/ 5115752 h 6858000"/>
              <a:gd name="connsiteX2811" fmla="*/ 1635915 w 12203753"/>
              <a:gd name="connsiteY2811" fmla="*/ 5064123 h 6858000"/>
              <a:gd name="connsiteX2812" fmla="*/ 1065317 w 12203753"/>
              <a:gd name="connsiteY2812" fmla="*/ 5064123 h 6858000"/>
              <a:gd name="connsiteX2813" fmla="*/ 1065382 w 12203753"/>
              <a:gd name="connsiteY2813" fmla="*/ 5064123 h 6858000"/>
              <a:gd name="connsiteX2814" fmla="*/ 1065369 w 12203753"/>
              <a:gd name="connsiteY2814" fmla="*/ 5064146 h 6858000"/>
              <a:gd name="connsiteX2815" fmla="*/ 844835 w 12203753"/>
              <a:gd name="connsiteY2815" fmla="*/ 5064123 h 6858000"/>
              <a:gd name="connsiteX2816" fmla="*/ 867464 w 12203753"/>
              <a:gd name="connsiteY2816" fmla="*/ 5103323 h 6858000"/>
              <a:gd name="connsiteX2817" fmla="*/ 771727 w 12203753"/>
              <a:gd name="connsiteY2817" fmla="*/ 5165852 h 6858000"/>
              <a:gd name="connsiteX2818" fmla="*/ 669681 w 12203753"/>
              <a:gd name="connsiteY2818" fmla="*/ 5217482 h 6858000"/>
              <a:gd name="connsiteX2819" fmla="*/ 647052 w 12203753"/>
              <a:gd name="connsiteY2819" fmla="*/ 5178281 h 6858000"/>
              <a:gd name="connsiteX2820" fmla="*/ 647116 w 12203753"/>
              <a:gd name="connsiteY2820" fmla="*/ 5178281 h 6858000"/>
              <a:gd name="connsiteX2821" fmla="*/ 742854 w 12203753"/>
              <a:gd name="connsiteY2821" fmla="*/ 5115752 h 6858000"/>
              <a:gd name="connsiteX2822" fmla="*/ 844835 w 12203753"/>
              <a:gd name="connsiteY2822" fmla="*/ 5064123 h 6858000"/>
              <a:gd name="connsiteX2823" fmla="*/ 274178 w 12203753"/>
              <a:gd name="connsiteY2823" fmla="*/ 5064123 h 6858000"/>
              <a:gd name="connsiteX2824" fmla="*/ 274242 w 12203753"/>
              <a:gd name="connsiteY2824" fmla="*/ 5064123 h 6858000"/>
              <a:gd name="connsiteX2825" fmla="*/ 274229 w 12203753"/>
              <a:gd name="connsiteY2825" fmla="*/ 5064146 h 6858000"/>
              <a:gd name="connsiteX2826" fmla="*/ 53706 w 12203753"/>
              <a:gd name="connsiteY2826" fmla="*/ 5064123 h 6858000"/>
              <a:gd name="connsiteX2827" fmla="*/ 76333 w 12203753"/>
              <a:gd name="connsiteY2827" fmla="*/ 5103323 h 6858000"/>
              <a:gd name="connsiteX2828" fmla="*/ 48496 w 12203753"/>
              <a:gd name="connsiteY2828" fmla="*/ 5123019 h 6858000"/>
              <a:gd name="connsiteX2829" fmla="*/ 0 w 12203753"/>
              <a:gd name="connsiteY2829" fmla="*/ 5153612 h 6858000"/>
              <a:gd name="connsiteX2830" fmla="*/ 0 w 12203753"/>
              <a:gd name="connsiteY2830" fmla="*/ 5090341 h 6858000"/>
              <a:gd name="connsiteX2831" fmla="*/ 22745 w 12203753"/>
              <a:gd name="connsiteY2831" fmla="*/ 5078369 h 6858000"/>
              <a:gd name="connsiteX2832" fmla="*/ 53706 w 12203753"/>
              <a:gd name="connsiteY2832" fmla="*/ 5064123 h 6858000"/>
              <a:gd name="connsiteX2833" fmla="*/ 11612508 w 12203753"/>
              <a:gd name="connsiteY2833" fmla="*/ 4912422 h 6858000"/>
              <a:gd name="connsiteX2834" fmla="*/ 11657764 w 12203753"/>
              <a:gd name="connsiteY2834" fmla="*/ 4912422 h 6858000"/>
              <a:gd name="connsiteX2835" fmla="*/ 11664075 w 12203753"/>
              <a:gd name="connsiteY2835" fmla="*/ 5026644 h 6858000"/>
              <a:gd name="connsiteX2836" fmla="*/ 11657764 w 12203753"/>
              <a:gd name="connsiteY2836" fmla="*/ 5140803 h 6858000"/>
              <a:gd name="connsiteX2837" fmla="*/ 11612508 w 12203753"/>
              <a:gd name="connsiteY2837" fmla="*/ 5140803 h 6858000"/>
              <a:gd name="connsiteX2838" fmla="*/ 11606262 w 12203753"/>
              <a:gd name="connsiteY2838" fmla="*/ 5026644 h 6858000"/>
              <a:gd name="connsiteX2839" fmla="*/ 11612508 w 12203753"/>
              <a:gd name="connsiteY2839" fmla="*/ 4912422 h 6858000"/>
              <a:gd name="connsiteX2840" fmla="*/ 10821431 w 12203753"/>
              <a:gd name="connsiteY2840" fmla="*/ 4912422 h 6858000"/>
              <a:gd name="connsiteX2841" fmla="*/ 10866623 w 12203753"/>
              <a:gd name="connsiteY2841" fmla="*/ 4912422 h 6858000"/>
              <a:gd name="connsiteX2842" fmla="*/ 10872933 w 12203753"/>
              <a:gd name="connsiteY2842" fmla="*/ 5026644 h 6858000"/>
              <a:gd name="connsiteX2843" fmla="*/ 10866623 w 12203753"/>
              <a:gd name="connsiteY2843" fmla="*/ 5140803 h 6858000"/>
              <a:gd name="connsiteX2844" fmla="*/ 10821431 w 12203753"/>
              <a:gd name="connsiteY2844" fmla="*/ 5140803 h 6858000"/>
              <a:gd name="connsiteX2845" fmla="*/ 10815121 w 12203753"/>
              <a:gd name="connsiteY2845" fmla="*/ 5026644 h 6858000"/>
              <a:gd name="connsiteX2846" fmla="*/ 10821431 w 12203753"/>
              <a:gd name="connsiteY2846" fmla="*/ 4912422 h 6858000"/>
              <a:gd name="connsiteX2847" fmla="*/ 10030289 w 12203753"/>
              <a:gd name="connsiteY2847" fmla="*/ 4912422 h 6858000"/>
              <a:gd name="connsiteX2848" fmla="*/ 10075544 w 12203753"/>
              <a:gd name="connsiteY2848" fmla="*/ 4912422 h 6858000"/>
              <a:gd name="connsiteX2849" fmla="*/ 10081791 w 12203753"/>
              <a:gd name="connsiteY2849" fmla="*/ 5026644 h 6858000"/>
              <a:gd name="connsiteX2850" fmla="*/ 10075544 w 12203753"/>
              <a:gd name="connsiteY2850" fmla="*/ 5140803 h 6858000"/>
              <a:gd name="connsiteX2851" fmla="*/ 10030289 w 12203753"/>
              <a:gd name="connsiteY2851" fmla="*/ 5140803 h 6858000"/>
              <a:gd name="connsiteX2852" fmla="*/ 10023979 w 12203753"/>
              <a:gd name="connsiteY2852" fmla="*/ 5026644 h 6858000"/>
              <a:gd name="connsiteX2853" fmla="*/ 10030289 w 12203753"/>
              <a:gd name="connsiteY2853" fmla="*/ 4912422 h 6858000"/>
              <a:gd name="connsiteX2854" fmla="*/ 9239147 w 12203753"/>
              <a:gd name="connsiteY2854" fmla="*/ 4912422 h 6858000"/>
              <a:gd name="connsiteX2855" fmla="*/ 9284403 w 12203753"/>
              <a:gd name="connsiteY2855" fmla="*/ 4912422 h 6858000"/>
              <a:gd name="connsiteX2856" fmla="*/ 9290649 w 12203753"/>
              <a:gd name="connsiteY2856" fmla="*/ 5026644 h 6858000"/>
              <a:gd name="connsiteX2857" fmla="*/ 9284403 w 12203753"/>
              <a:gd name="connsiteY2857" fmla="*/ 5140803 h 6858000"/>
              <a:gd name="connsiteX2858" fmla="*/ 9239147 w 12203753"/>
              <a:gd name="connsiteY2858" fmla="*/ 5140803 h 6858000"/>
              <a:gd name="connsiteX2859" fmla="*/ 9232901 w 12203753"/>
              <a:gd name="connsiteY2859" fmla="*/ 5026644 h 6858000"/>
              <a:gd name="connsiteX2860" fmla="*/ 9239147 w 12203753"/>
              <a:gd name="connsiteY2860" fmla="*/ 4912422 h 6858000"/>
              <a:gd name="connsiteX2861" fmla="*/ 8448006 w 12203753"/>
              <a:gd name="connsiteY2861" fmla="*/ 4912422 h 6858000"/>
              <a:gd name="connsiteX2862" fmla="*/ 8493262 w 12203753"/>
              <a:gd name="connsiteY2862" fmla="*/ 4912422 h 6858000"/>
              <a:gd name="connsiteX2863" fmla="*/ 8499508 w 12203753"/>
              <a:gd name="connsiteY2863" fmla="*/ 5026644 h 6858000"/>
              <a:gd name="connsiteX2864" fmla="*/ 8493262 w 12203753"/>
              <a:gd name="connsiteY2864" fmla="*/ 5140803 h 6858000"/>
              <a:gd name="connsiteX2865" fmla="*/ 8448006 w 12203753"/>
              <a:gd name="connsiteY2865" fmla="*/ 5140803 h 6858000"/>
              <a:gd name="connsiteX2866" fmla="*/ 8441760 w 12203753"/>
              <a:gd name="connsiteY2866" fmla="*/ 5026644 h 6858000"/>
              <a:gd name="connsiteX2867" fmla="*/ 8448006 w 12203753"/>
              <a:gd name="connsiteY2867" fmla="*/ 4912422 h 6858000"/>
              <a:gd name="connsiteX2868" fmla="*/ 7656865 w 12203753"/>
              <a:gd name="connsiteY2868" fmla="*/ 4912422 h 6858000"/>
              <a:gd name="connsiteX2869" fmla="*/ 7702121 w 12203753"/>
              <a:gd name="connsiteY2869" fmla="*/ 4912422 h 6858000"/>
              <a:gd name="connsiteX2870" fmla="*/ 7708431 w 12203753"/>
              <a:gd name="connsiteY2870" fmla="*/ 5026644 h 6858000"/>
              <a:gd name="connsiteX2871" fmla="*/ 7702121 w 12203753"/>
              <a:gd name="connsiteY2871" fmla="*/ 5140803 h 6858000"/>
              <a:gd name="connsiteX2872" fmla="*/ 7656865 w 12203753"/>
              <a:gd name="connsiteY2872" fmla="*/ 5140803 h 6858000"/>
              <a:gd name="connsiteX2873" fmla="*/ 7650619 w 12203753"/>
              <a:gd name="connsiteY2873" fmla="*/ 5026644 h 6858000"/>
              <a:gd name="connsiteX2874" fmla="*/ 7656865 w 12203753"/>
              <a:gd name="connsiteY2874" fmla="*/ 4912422 h 6858000"/>
              <a:gd name="connsiteX2875" fmla="*/ 6865787 w 12203753"/>
              <a:gd name="connsiteY2875" fmla="*/ 4912422 h 6858000"/>
              <a:gd name="connsiteX2876" fmla="*/ 6910979 w 12203753"/>
              <a:gd name="connsiteY2876" fmla="*/ 4912422 h 6858000"/>
              <a:gd name="connsiteX2877" fmla="*/ 6917290 w 12203753"/>
              <a:gd name="connsiteY2877" fmla="*/ 5026644 h 6858000"/>
              <a:gd name="connsiteX2878" fmla="*/ 6910979 w 12203753"/>
              <a:gd name="connsiteY2878" fmla="*/ 5140803 h 6858000"/>
              <a:gd name="connsiteX2879" fmla="*/ 6865787 w 12203753"/>
              <a:gd name="connsiteY2879" fmla="*/ 5140803 h 6858000"/>
              <a:gd name="connsiteX2880" fmla="*/ 6859477 w 12203753"/>
              <a:gd name="connsiteY2880" fmla="*/ 5026644 h 6858000"/>
              <a:gd name="connsiteX2881" fmla="*/ 6865787 w 12203753"/>
              <a:gd name="connsiteY2881" fmla="*/ 4912422 h 6858000"/>
              <a:gd name="connsiteX2882" fmla="*/ 6074648 w 12203753"/>
              <a:gd name="connsiteY2882" fmla="*/ 4912422 h 6858000"/>
              <a:gd name="connsiteX2883" fmla="*/ 6119901 w 12203753"/>
              <a:gd name="connsiteY2883" fmla="*/ 4912422 h 6858000"/>
              <a:gd name="connsiteX2884" fmla="*/ 6126212 w 12203753"/>
              <a:gd name="connsiteY2884" fmla="*/ 5026644 h 6858000"/>
              <a:gd name="connsiteX2885" fmla="*/ 6119901 w 12203753"/>
              <a:gd name="connsiteY2885" fmla="*/ 5140803 h 6858000"/>
              <a:gd name="connsiteX2886" fmla="*/ 6074648 w 12203753"/>
              <a:gd name="connsiteY2886" fmla="*/ 5140803 h 6858000"/>
              <a:gd name="connsiteX2887" fmla="*/ 6068337 w 12203753"/>
              <a:gd name="connsiteY2887" fmla="*/ 5026644 h 6858000"/>
              <a:gd name="connsiteX2888" fmla="*/ 6074648 w 12203753"/>
              <a:gd name="connsiteY2888" fmla="*/ 4912422 h 6858000"/>
              <a:gd name="connsiteX2889" fmla="*/ 5283517 w 12203753"/>
              <a:gd name="connsiteY2889" fmla="*/ 4912422 h 6858000"/>
              <a:gd name="connsiteX2890" fmla="*/ 5328774 w 12203753"/>
              <a:gd name="connsiteY2890" fmla="*/ 4912422 h 6858000"/>
              <a:gd name="connsiteX2891" fmla="*/ 5335084 w 12203753"/>
              <a:gd name="connsiteY2891" fmla="*/ 5026644 h 6858000"/>
              <a:gd name="connsiteX2892" fmla="*/ 5328774 w 12203753"/>
              <a:gd name="connsiteY2892" fmla="*/ 5140803 h 6858000"/>
              <a:gd name="connsiteX2893" fmla="*/ 5283517 w 12203753"/>
              <a:gd name="connsiteY2893" fmla="*/ 5140803 h 6858000"/>
              <a:gd name="connsiteX2894" fmla="*/ 5277271 w 12203753"/>
              <a:gd name="connsiteY2894" fmla="*/ 5026644 h 6858000"/>
              <a:gd name="connsiteX2895" fmla="*/ 5283517 w 12203753"/>
              <a:gd name="connsiteY2895" fmla="*/ 4912422 h 6858000"/>
              <a:gd name="connsiteX2896" fmla="*/ 4492377 w 12203753"/>
              <a:gd name="connsiteY2896" fmla="*/ 4912422 h 6858000"/>
              <a:gd name="connsiteX2897" fmla="*/ 4537632 w 12203753"/>
              <a:gd name="connsiteY2897" fmla="*/ 4912422 h 6858000"/>
              <a:gd name="connsiteX2898" fmla="*/ 4543944 w 12203753"/>
              <a:gd name="connsiteY2898" fmla="*/ 5026644 h 6858000"/>
              <a:gd name="connsiteX2899" fmla="*/ 4537632 w 12203753"/>
              <a:gd name="connsiteY2899" fmla="*/ 5140803 h 6858000"/>
              <a:gd name="connsiteX2900" fmla="*/ 4492377 w 12203753"/>
              <a:gd name="connsiteY2900" fmla="*/ 5140803 h 6858000"/>
              <a:gd name="connsiteX2901" fmla="*/ 4486066 w 12203753"/>
              <a:gd name="connsiteY2901" fmla="*/ 5026644 h 6858000"/>
              <a:gd name="connsiteX2902" fmla="*/ 4492377 w 12203753"/>
              <a:gd name="connsiteY2902" fmla="*/ 4912422 h 6858000"/>
              <a:gd name="connsiteX2903" fmla="*/ 3701387 w 12203753"/>
              <a:gd name="connsiteY2903" fmla="*/ 4912422 h 6858000"/>
              <a:gd name="connsiteX2904" fmla="*/ 3746640 w 12203753"/>
              <a:gd name="connsiteY2904" fmla="*/ 4912422 h 6858000"/>
              <a:gd name="connsiteX2905" fmla="*/ 3752950 w 12203753"/>
              <a:gd name="connsiteY2905" fmla="*/ 5026644 h 6858000"/>
              <a:gd name="connsiteX2906" fmla="*/ 3746640 w 12203753"/>
              <a:gd name="connsiteY2906" fmla="*/ 5140803 h 6858000"/>
              <a:gd name="connsiteX2907" fmla="*/ 3701387 w 12203753"/>
              <a:gd name="connsiteY2907" fmla="*/ 5140803 h 6858000"/>
              <a:gd name="connsiteX2908" fmla="*/ 3695140 w 12203753"/>
              <a:gd name="connsiteY2908" fmla="*/ 5026644 h 6858000"/>
              <a:gd name="connsiteX2909" fmla="*/ 3701387 w 12203753"/>
              <a:gd name="connsiteY2909" fmla="*/ 4912422 h 6858000"/>
              <a:gd name="connsiteX2910" fmla="*/ 2910259 w 12203753"/>
              <a:gd name="connsiteY2910" fmla="*/ 4912422 h 6858000"/>
              <a:gd name="connsiteX2911" fmla="*/ 2955512 w 12203753"/>
              <a:gd name="connsiteY2911" fmla="*/ 4912422 h 6858000"/>
              <a:gd name="connsiteX2912" fmla="*/ 2961822 w 12203753"/>
              <a:gd name="connsiteY2912" fmla="*/ 5026644 h 6858000"/>
              <a:gd name="connsiteX2913" fmla="*/ 2955512 w 12203753"/>
              <a:gd name="connsiteY2913" fmla="*/ 5140803 h 6858000"/>
              <a:gd name="connsiteX2914" fmla="*/ 2910259 w 12203753"/>
              <a:gd name="connsiteY2914" fmla="*/ 5140803 h 6858000"/>
              <a:gd name="connsiteX2915" fmla="*/ 2904013 w 12203753"/>
              <a:gd name="connsiteY2915" fmla="*/ 5026644 h 6858000"/>
              <a:gd name="connsiteX2916" fmla="*/ 2910259 w 12203753"/>
              <a:gd name="connsiteY2916" fmla="*/ 4912422 h 6858000"/>
              <a:gd name="connsiteX2917" fmla="*/ 2119119 w 12203753"/>
              <a:gd name="connsiteY2917" fmla="*/ 4912422 h 6858000"/>
              <a:gd name="connsiteX2918" fmla="*/ 2164366 w 12203753"/>
              <a:gd name="connsiteY2918" fmla="*/ 4912422 h 6858000"/>
              <a:gd name="connsiteX2919" fmla="*/ 2170679 w 12203753"/>
              <a:gd name="connsiteY2919" fmla="*/ 5026644 h 6858000"/>
              <a:gd name="connsiteX2920" fmla="*/ 2164366 w 12203753"/>
              <a:gd name="connsiteY2920" fmla="*/ 5140803 h 6858000"/>
              <a:gd name="connsiteX2921" fmla="*/ 2119119 w 12203753"/>
              <a:gd name="connsiteY2921" fmla="*/ 5140803 h 6858000"/>
              <a:gd name="connsiteX2922" fmla="*/ 2112868 w 12203753"/>
              <a:gd name="connsiteY2922" fmla="*/ 5026644 h 6858000"/>
              <a:gd name="connsiteX2923" fmla="*/ 2119119 w 12203753"/>
              <a:gd name="connsiteY2923" fmla="*/ 4912422 h 6858000"/>
              <a:gd name="connsiteX2924" fmla="*/ 1327990 w 12203753"/>
              <a:gd name="connsiteY2924" fmla="*/ 4912422 h 6858000"/>
              <a:gd name="connsiteX2925" fmla="*/ 1373245 w 12203753"/>
              <a:gd name="connsiteY2925" fmla="*/ 4912422 h 6858000"/>
              <a:gd name="connsiteX2926" fmla="*/ 1379556 w 12203753"/>
              <a:gd name="connsiteY2926" fmla="*/ 5026644 h 6858000"/>
              <a:gd name="connsiteX2927" fmla="*/ 1373245 w 12203753"/>
              <a:gd name="connsiteY2927" fmla="*/ 5140803 h 6858000"/>
              <a:gd name="connsiteX2928" fmla="*/ 1327990 w 12203753"/>
              <a:gd name="connsiteY2928" fmla="*/ 5140803 h 6858000"/>
              <a:gd name="connsiteX2929" fmla="*/ 1321744 w 12203753"/>
              <a:gd name="connsiteY2929" fmla="*/ 5026644 h 6858000"/>
              <a:gd name="connsiteX2930" fmla="*/ 1327990 w 12203753"/>
              <a:gd name="connsiteY2930" fmla="*/ 4912422 h 6858000"/>
              <a:gd name="connsiteX2931" fmla="*/ 536912 w 12203753"/>
              <a:gd name="connsiteY2931" fmla="*/ 4912422 h 6858000"/>
              <a:gd name="connsiteX2932" fmla="*/ 582167 w 12203753"/>
              <a:gd name="connsiteY2932" fmla="*/ 4912422 h 6858000"/>
              <a:gd name="connsiteX2933" fmla="*/ 588477 w 12203753"/>
              <a:gd name="connsiteY2933" fmla="*/ 5026644 h 6858000"/>
              <a:gd name="connsiteX2934" fmla="*/ 582167 w 12203753"/>
              <a:gd name="connsiteY2934" fmla="*/ 5140803 h 6858000"/>
              <a:gd name="connsiteX2935" fmla="*/ 536912 w 12203753"/>
              <a:gd name="connsiteY2935" fmla="*/ 5140803 h 6858000"/>
              <a:gd name="connsiteX2936" fmla="*/ 530665 w 12203753"/>
              <a:gd name="connsiteY2936" fmla="*/ 5026644 h 6858000"/>
              <a:gd name="connsiteX2937" fmla="*/ 536912 w 12203753"/>
              <a:gd name="connsiteY2937" fmla="*/ 4912422 h 6858000"/>
              <a:gd name="connsiteX2938" fmla="*/ 0 w 12203753"/>
              <a:gd name="connsiteY2938" fmla="*/ 4899572 h 6858000"/>
              <a:gd name="connsiteX2939" fmla="*/ 48559 w 12203753"/>
              <a:gd name="connsiteY2939" fmla="*/ 4930206 h 6858000"/>
              <a:gd name="connsiteX2940" fmla="*/ 76396 w 12203753"/>
              <a:gd name="connsiteY2940" fmla="*/ 4949901 h 6858000"/>
              <a:gd name="connsiteX2941" fmla="*/ 53769 w 12203753"/>
              <a:gd name="connsiteY2941" fmla="*/ 4989102 h 6858000"/>
              <a:gd name="connsiteX2942" fmla="*/ 22784 w 12203753"/>
              <a:gd name="connsiteY2942" fmla="*/ 4974832 h 6858000"/>
              <a:gd name="connsiteX2943" fmla="*/ 0 w 12203753"/>
              <a:gd name="connsiteY2943" fmla="*/ 4962843 h 6858000"/>
              <a:gd name="connsiteX2944" fmla="*/ 12203753 w 12203753"/>
              <a:gd name="connsiteY2944" fmla="*/ 4893886 h 6858000"/>
              <a:gd name="connsiteX2945" fmla="*/ 12203753 w 12203753"/>
              <a:gd name="connsiteY2945" fmla="*/ 4958101 h 6858000"/>
              <a:gd name="connsiteX2946" fmla="*/ 12171908 w 12203753"/>
              <a:gd name="connsiteY2946" fmla="*/ 4974856 h 6858000"/>
              <a:gd name="connsiteX2947" fmla="*/ 12140914 w 12203753"/>
              <a:gd name="connsiteY2947" fmla="*/ 4989102 h 6858000"/>
              <a:gd name="connsiteX2948" fmla="*/ 12118286 w 12203753"/>
              <a:gd name="connsiteY2948" fmla="*/ 4949901 h 6858000"/>
              <a:gd name="connsiteX2949" fmla="*/ 12146132 w 12203753"/>
              <a:gd name="connsiteY2949" fmla="*/ 4930206 h 6858000"/>
              <a:gd name="connsiteX2950" fmla="*/ 5416402 w 12203753"/>
              <a:gd name="connsiteY2950" fmla="*/ 4835766 h 6858000"/>
              <a:gd name="connsiteX2951" fmla="*/ 5424781 w 12203753"/>
              <a:gd name="connsiteY2951" fmla="*/ 4839481 h 6858000"/>
              <a:gd name="connsiteX2952" fmla="*/ 5518395 w 12203753"/>
              <a:gd name="connsiteY2952" fmla="*/ 4887372 h 6858000"/>
              <a:gd name="connsiteX2953" fmla="*/ 5614131 w 12203753"/>
              <a:gd name="connsiteY2953" fmla="*/ 4949901 h 6858000"/>
              <a:gd name="connsiteX2954" fmla="*/ 5591504 w 12203753"/>
              <a:gd name="connsiteY2954" fmla="*/ 4989102 h 6858000"/>
              <a:gd name="connsiteX2955" fmla="*/ 5489521 w 12203753"/>
              <a:gd name="connsiteY2955" fmla="*/ 4937472 h 6858000"/>
              <a:gd name="connsiteX2956" fmla="*/ 5393787 w 12203753"/>
              <a:gd name="connsiteY2956" fmla="*/ 4874943 h 6858000"/>
              <a:gd name="connsiteX2957" fmla="*/ 4625259 w 12203753"/>
              <a:gd name="connsiteY2957" fmla="*/ 4835766 h 6858000"/>
              <a:gd name="connsiteX2958" fmla="*/ 4633642 w 12203753"/>
              <a:gd name="connsiteY2958" fmla="*/ 4839481 h 6858000"/>
              <a:gd name="connsiteX2959" fmla="*/ 4727254 w 12203753"/>
              <a:gd name="connsiteY2959" fmla="*/ 4887372 h 6858000"/>
              <a:gd name="connsiteX2960" fmla="*/ 4822988 w 12203753"/>
              <a:gd name="connsiteY2960" fmla="*/ 4949901 h 6858000"/>
              <a:gd name="connsiteX2961" fmla="*/ 4800366 w 12203753"/>
              <a:gd name="connsiteY2961" fmla="*/ 4989102 h 6858000"/>
              <a:gd name="connsiteX2962" fmla="*/ 4698380 w 12203753"/>
              <a:gd name="connsiteY2962" fmla="*/ 4937472 h 6858000"/>
              <a:gd name="connsiteX2963" fmla="*/ 4602649 w 12203753"/>
              <a:gd name="connsiteY2963" fmla="*/ 4874943 h 6858000"/>
              <a:gd name="connsiteX2964" fmla="*/ 3834266 w 12203753"/>
              <a:gd name="connsiteY2964" fmla="*/ 4835766 h 6858000"/>
              <a:gd name="connsiteX2965" fmla="*/ 3842651 w 12203753"/>
              <a:gd name="connsiteY2965" fmla="*/ 4839481 h 6858000"/>
              <a:gd name="connsiteX2966" fmla="*/ 3936263 w 12203753"/>
              <a:gd name="connsiteY2966" fmla="*/ 4887372 h 6858000"/>
              <a:gd name="connsiteX2967" fmla="*/ 4031992 w 12203753"/>
              <a:gd name="connsiteY2967" fmla="*/ 4949901 h 6858000"/>
              <a:gd name="connsiteX2968" fmla="*/ 4009366 w 12203753"/>
              <a:gd name="connsiteY2968" fmla="*/ 4989102 h 6858000"/>
              <a:gd name="connsiteX2969" fmla="*/ 3907391 w 12203753"/>
              <a:gd name="connsiteY2969" fmla="*/ 4937472 h 6858000"/>
              <a:gd name="connsiteX2970" fmla="*/ 3811651 w 12203753"/>
              <a:gd name="connsiteY2970" fmla="*/ 4874943 h 6858000"/>
              <a:gd name="connsiteX2971" fmla="*/ 3043144 w 12203753"/>
              <a:gd name="connsiteY2971" fmla="*/ 4835766 h 6858000"/>
              <a:gd name="connsiteX2972" fmla="*/ 3051523 w 12203753"/>
              <a:gd name="connsiteY2972" fmla="*/ 4839481 h 6858000"/>
              <a:gd name="connsiteX2973" fmla="*/ 3145144 w 12203753"/>
              <a:gd name="connsiteY2973" fmla="*/ 4887372 h 6858000"/>
              <a:gd name="connsiteX2974" fmla="*/ 3240871 w 12203753"/>
              <a:gd name="connsiteY2974" fmla="*/ 4949901 h 6858000"/>
              <a:gd name="connsiteX2975" fmla="*/ 3218243 w 12203753"/>
              <a:gd name="connsiteY2975" fmla="*/ 4989102 h 6858000"/>
              <a:gd name="connsiteX2976" fmla="*/ 3116268 w 12203753"/>
              <a:gd name="connsiteY2976" fmla="*/ 4937472 h 6858000"/>
              <a:gd name="connsiteX2977" fmla="*/ 3020525 w 12203753"/>
              <a:gd name="connsiteY2977" fmla="*/ 4874943 h 6858000"/>
              <a:gd name="connsiteX2978" fmla="*/ 2252000 w 12203753"/>
              <a:gd name="connsiteY2978" fmla="*/ 4835766 h 6858000"/>
              <a:gd name="connsiteX2979" fmla="*/ 2260383 w 12203753"/>
              <a:gd name="connsiteY2979" fmla="*/ 4839481 h 6858000"/>
              <a:gd name="connsiteX2980" fmla="*/ 2353993 w 12203753"/>
              <a:gd name="connsiteY2980" fmla="*/ 4887372 h 6858000"/>
              <a:gd name="connsiteX2981" fmla="*/ 2449735 w 12203753"/>
              <a:gd name="connsiteY2981" fmla="*/ 4949901 h 6858000"/>
              <a:gd name="connsiteX2982" fmla="*/ 2427108 w 12203753"/>
              <a:gd name="connsiteY2982" fmla="*/ 4989102 h 6858000"/>
              <a:gd name="connsiteX2983" fmla="*/ 2325122 w 12203753"/>
              <a:gd name="connsiteY2983" fmla="*/ 4937472 h 6858000"/>
              <a:gd name="connsiteX2984" fmla="*/ 2229387 w 12203753"/>
              <a:gd name="connsiteY2984" fmla="*/ 4874943 h 6858000"/>
              <a:gd name="connsiteX2985" fmla="*/ 1460873 w 12203753"/>
              <a:gd name="connsiteY2985" fmla="*/ 4835766 h 6858000"/>
              <a:gd name="connsiteX2986" fmla="*/ 1469257 w 12203753"/>
              <a:gd name="connsiteY2986" fmla="*/ 4839481 h 6858000"/>
              <a:gd name="connsiteX2987" fmla="*/ 1562870 w 12203753"/>
              <a:gd name="connsiteY2987" fmla="*/ 4887372 h 6858000"/>
              <a:gd name="connsiteX2988" fmla="*/ 1658607 w 12203753"/>
              <a:gd name="connsiteY2988" fmla="*/ 4949901 h 6858000"/>
              <a:gd name="connsiteX2989" fmla="*/ 1635980 w 12203753"/>
              <a:gd name="connsiteY2989" fmla="*/ 4989102 h 6858000"/>
              <a:gd name="connsiteX2990" fmla="*/ 1533999 w 12203753"/>
              <a:gd name="connsiteY2990" fmla="*/ 4937472 h 6858000"/>
              <a:gd name="connsiteX2991" fmla="*/ 1438259 w 12203753"/>
              <a:gd name="connsiteY2991" fmla="*/ 4874943 h 6858000"/>
              <a:gd name="connsiteX2992" fmla="*/ 669795 w 12203753"/>
              <a:gd name="connsiteY2992" fmla="*/ 4835766 h 6858000"/>
              <a:gd name="connsiteX2993" fmla="*/ 678178 w 12203753"/>
              <a:gd name="connsiteY2993" fmla="*/ 4839481 h 6858000"/>
              <a:gd name="connsiteX2994" fmla="*/ 771792 w 12203753"/>
              <a:gd name="connsiteY2994" fmla="*/ 4887372 h 6858000"/>
              <a:gd name="connsiteX2995" fmla="*/ 867526 w 12203753"/>
              <a:gd name="connsiteY2995" fmla="*/ 4949901 h 6858000"/>
              <a:gd name="connsiteX2996" fmla="*/ 844900 w 12203753"/>
              <a:gd name="connsiteY2996" fmla="*/ 4989102 h 6858000"/>
              <a:gd name="connsiteX2997" fmla="*/ 742918 w 12203753"/>
              <a:gd name="connsiteY2997" fmla="*/ 4937472 h 6858000"/>
              <a:gd name="connsiteX2998" fmla="*/ 647181 w 12203753"/>
              <a:gd name="connsiteY2998" fmla="*/ 4874943 h 6858000"/>
              <a:gd name="connsiteX2999" fmla="*/ 11745343 w 12203753"/>
              <a:gd name="connsiteY2999" fmla="*/ 4835743 h 6858000"/>
              <a:gd name="connsiteX3000" fmla="*/ 11847390 w 12203753"/>
              <a:gd name="connsiteY3000" fmla="*/ 4887372 h 6858000"/>
              <a:gd name="connsiteX3001" fmla="*/ 11943128 w 12203753"/>
              <a:gd name="connsiteY3001" fmla="*/ 4949901 h 6858000"/>
              <a:gd name="connsiteX3002" fmla="*/ 11920501 w 12203753"/>
              <a:gd name="connsiteY3002" fmla="*/ 4989102 h 6858000"/>
              <a:gd name="connsiteX3003" fmla="*/ 11818516 w 12203753"/>
              <a:gd name="connsiteY3003" fmla="*/ 4937472 h 6858000"/>
              <a:gd name="connsiteX3004" fmla="*/ 11722715 w 12203753"/>
              <a:gd name="connsiteY3004" fmla="*/ 4874943 h 6858000"/>
              <a:gd name="connsiteX3005" fmla="*/ 11524930 w 12203753"/>
              <a:gd name="connsiteY3005" fmla="*/ 4835743 h 6858000"/>
              <a:gd name="connsiteX3006" fmla="*/ 11547558 w 12203753"/>
              <a:gd name="connsiteY3006" fmla="*/ 4874943 h 6858000"/>
              <a:gd name="connsiteX3007" fmla="*/ 11451820 w 12203753"/>
              <a:gd name="connsiteY3007" fmla="*/ 4937472 h 6858000"/>
              <a:gd name="connsiteX3008" fmla="*/ 11349836 w 12203753"/>
              <a:gd name="connsiteY3008" fmla="*/ 4989102 h 6858000"/>
              <a:gd name="connsiteX3009" fmla="*/ 11327208 w 12203753"/>
              <a:gd name="connsiteY3009" fmla="*/ 4949901 h 6858000"/>
              <a:gd name="connsiteX3010" fmla="*/ 11422946 w 12203753"/>
              <a:gd name="connsiteY3010" fmla="*/ 4887372 h 6858000"/>
              <a:gd name="connsiteX3011" fmla="*/ 11524930 w 12203753"/>
              <a:gd name="connsiteY3011" fmla="*/ 4835743 h 6858000"/>
              <a:gd name="connsiteX3012" fmla="*/ 10954265 w 12203753"/>
              <a:gd name="connsiteY3012" fmla="*/ 4835743 h 6858000"/>
              <a:gd name="connsiteX3013" fmla="*/ 11056249 w 12203753"/>
              <a:gd name="connsiteY3013" fmla="*/ 4887372 h 6858000"/>
              <a:gd name="connsiteX3014" fmla="*/ 11151987 w 12203753"/>
              <a:gd name="connsiteY3014" fmla="*/ 4949901 h 6858000"/>
              <a:gd name="connsiteX3015" fmla="*/ 11129360 w 12203753"/>
              <a:gd name="connsiteY3015" fmla="*/ 4989102 h 6858000"/>
              <a:gd name="connsiteX3016" fmla="*/ 11027376 w 12203753"/>
              <a:gd name="connsiteY3016" fmla="*/ 4937472 h 6858000"/>
              <a:gd name="connsiteX3017" fmla="*/ 10931638 w 12203753"/>
              <a:gd name="connsiteY3017" fmla="*/ 4874943 h 6858000"/>
              <a:gd name="connsiteX3018" fmla="*/ 10733788 w 12203753"/>
              <a:gd name="connsiteY3018" fmla="*/ 4835743 h 6858000"/>
              <a:gd name="connsiteX3019" fmla="*/ 10756416 w 12203753"/>
              <a:gd name="connsiteY3019" fmla="*/ 4874943 h 6858000"/>
              <a:gd name="connsiteX3020" fmla="*/ 10660678 w 12203753"/>
              <a:gd name="connsiteY3020" fmla="*/ 4937472 h 6858000"/>
              <a:gd name="connsiteX3021" fmla="*/ 10558694 w 12203753"/>
              <a:gd name="connsiteY3021" fmla="*/ 4989102 h 6858000"/>
              <a:gd name="connsiteX3022" fmla="*/ 10536066 w 12203753"/>
              <a:gd name="connsiteY3022" fmla="*/ 4949901 h 6858000"/>
              <a:gd name="connsiteX3023" fmla="*/ 10631804 w 12203753"/>
              <a:gd name="connsiteY3023" fmla="*/ 4887372 h 6858000"/>
              <a:gd name="connsiteX3024" fmla="*/ 10733788 w 12203753"/>
              <a:gd name="connsiteY3024" fmla="*/ 4835743 h 6858000"/>
              <a:gd name="connsiteX3025" fmla="*/ 10163123 w 12203753"/>
              <a:gd name="connsiteY3025" fmla="*/ 4835743 h 6858000"/>
              <a:gd name="connsiteX3026" fmla="*/ 10265107 w 12203753"/>
              <a:gd name="connsiteY3026" fmla="*/ 4887372 h 6858000"/>
              <a:gd name="connsiteX3027" fmla="*/ 10360845 w 12203753"/>
              <a:gd name="connsiteY3027" fmla="*/ 4949901 h 6858000"/>
              <a:gd name="connsiteX3028" fmla="*/ 10338218 w 12203753"/>
              <a:gd name="connsiteY3028" fmla="*/ 4989102 h 6858000"/>
              <a:gd name="connsiteX3029" fmla="*/ 10236234 w 12203753"/>
              <a:gd name="connsiteY3029" fmla="*/ 4937472 h 6858000"/>
              <a:gd name="connsiteX3030" fmla="*/ 10140496 w 12203753"/>
              <a:gd name="connsiteY3030" fmla="*/ 4874943 h 6858000"/>
              <a:gd name="connsiteX3031" fmla="*/ 9942711 w 12203753"/>
              <a:gd name="connsiteY3031" fmla="*/ 4835743 h 6858000"/>
              <a:gd name="connsiteX3032" fmla="*/ 9965339 w 12203753"/>
              <a:gd name="connsiteY3032" fmla="*/ 4874943 h 6858000"/>
              <a:gd name="connsiteX3033" fmla="*/ 9869601 w 12203753"/>
              <a:gd name="connsiteY3033" fmla="*/ 4937472 h 6858000"/>
              <a:gd name="connsiteX3034" fmla="*/ 9767553 w 12203753"/>
              <a:gd name="connsiteY3034" fmla="*/ 4989102 h 6858000"/>
              <a:gd name="connsiteX3035" fmla="*/ 9744925 w 12203753"/>
              <a:gd name="connsiteY3035" fmla="*/ 4949901 h 6858000"/>
              <a:gd name="connsiteX3036" fmla="*/ 9840663 w 12203753"/>
              <a:gd name="connsiteY3036" fmla="*/ 4887372 h 6858000"/>
              <a:gd name="connsiteX3037" fmla="*/ 9942711 w 12203753"/>
              <a:gd name="connsiteY3037" fmla="*/ 4835743 h 6858000"/>
              <a:gd name="connsiteX3038" fmla="*/ 9371982 w 12203753"/>
              <a:gd name="connsiteY3038" fmla="*/ 4835743 h 6858000"/>
              <a:gd name="connsiteX3039" fmla="*/ 9474030 w 12203753"/>
              <a:gd name="connsiteY3039" fmla="*/ 4887372 h 6858000"/>
              <a:gd name="connsiteX3040" fmla="*/ 9569768 w 12203753"/>
              <a:gd name="connsiteY3040" fmla="*/ 4949901 h 6858000"/>
              <a:gd name="connsiteX3041" fmla="*/ 9547140 w 12203753"/>
              <a:gd name="connsiteY3041" fmla="*/ 4989102 h 6858000"/>
              <a:gd name="connsiteX3042" fmla="*/ 9445093 w 12203753"/>
              <a:gd name="connsiteY3042" fmla="*/ 4937472 h 6858000"/>
              <a:gd name="connsiteX3043" fmla="*/ 9349355 w 12203753"/>
              <a:gd name="connsiteY3043" fmla="*/ 4874943 h 6858000"/>
              <a:gd name="connsiteX3044" fmla="*/ 9151570 w 12203753"/>
              <a:gd name="connsiteY3044" fmla="*/ 4835743 h 6858000"/>
              <a:gd name="connsiteX3045" fmla="*/ 9174198 w 12203753"/>
              <a:gd name="connsiteY3045" fmla="*/ 4874943 h 6858000"/>
              <a:gd name="connsiteX3046" fmla="*/ 9078460 w 12203753"/>
              <a:gd name="connsiteY3046" fmla="*/ 4937472 h 6858000"/>
              <a:gd name="connsiteX3047" fmla="*/ 8976412 w 12203753"/>
              <a:gd name="connsiteY3047" fmla="*/ 4989102 h 6858000"/>
              <a:gd name="connsiteX3048" fmla="*/ 8953784 w 12203753"/>
              <a:gd name="connsiteY3048" fmla="*/ 4949901 h 6858000"/>
              <a:gd name="connsiteX3049" fmla="*/ 9049585 w 12203753"/>
              <a:gd name="connsiteY3049" fmla="*/ 4887372 h 6858000"/>
              <a:gd name="connsiteX3050" fmla="*/ 9151570 w 12203753"/>
              <a:gd name="connsiteY3050" fmla="*/ 4835743 h 6858000"/>
              <a:gd name="connsiteX3051" fmla="*/ 8580840 w 12203753"/>
              <a:gd name="connsiteY3051" fmla="*/ 4835743 h 6858000"/>
              <a:gd name="connsiteX3052" fmla="*/ 8682888 w 12203753"/>
              <a:gd name="connsiteY3052" fmla="*/ 4887372 h 6858000"/>
              <a:gd name="connsiteX3053" fmla="*/ 8778626 w 12203753"/>
              <a:gd name="connsiteY3053" fmla="*/ 4949901 h 6858000"/>
              <a:gd name="connsiteX3054" fmla="*/ 8755998 w 12203753"/>
              <a:gd name="connsiteY3054" fmla="*/ 4989102 h 6858000"/>
              <a:gd name="connsiteX3055" fmla="*/ 8654014 w 12203753"/>
              <a:gd name="connsiteY3055" fmla="*/ 4937472 h 6858000"/>
              <a:gd name="connsiteX3056" fmla="*/ 8558213 w 12203753"/>
              <a:gd name="connsiteY3056" fmla="*/ 4874943 h 6858000"/>
              <a:gd name="connsiteX3057" fmla="*/ 8360428 w 12203753"/>
              <a:gd name="connsiteY3057" fmla="*/ 4835743 h 6858000"/>
              <a:gd name="connsiteX3058" fmla="*/ 8383056 w 12203753"/>
              <a:gd name="connsiteY3058" fmla="*/ 4874943 h 6858000"/>
              <a:gd name="connsiteX3059" fmla="*/ 8287318 w 12203753"/>
              <a:gd name="connsiteY3059" fmla="*/ 4937472 h 6858000"/>
              <a:gd name="connsiteX3060" fmla="*/ 8185270 w 12203753"/>
              <a:gd name="connsiteY3060" fmla="*/ 4989102 h 6858000"/>
              <a:gd name="connsiteX3061" fmla="*/ 8162642 w 12203753"/>
              <a:gd name="connsiteY3061" fmla="*/ 4949901 h 6858000"/>
              <a:gd name="connsiteX3062" fmla="*/ 8258443 w 12203753"/>
              <a:gd name="connsiteY3062" fmla="*/ 4887372 h 6858000"/>
              <a:gd name="connsiteX3063" fmla="*/ 8360428 w 12203753"/>
              <a:gd name="connsiteY3063" fmla="*/ 4835743 h 6858000"/>
              <a:gd name="connsiteX3064" fmla="*/ 7789699 w 12203753"/>
              <a:gd name="connsiteY3064" fmla="*/ 4835743 h 6858000"/>
              <a:gd name="connsiteX3065" fmla="*/ 7891747 w 12203753"/>
              <a:gd name="connsiteY3065" fmla="*/ 4887372 h 6858000"/>
              <a:gd name="connsiteX3066" fmla="*/ 7987485 w 12203753"/>
              <a:gd name="connsiteY3066" fmla="*/ 4949901 h 6858000"/>
              <a:gd name="connsiteX3067" fmla="*/ 7964857 w 12203753"/>
              <a:gd name="connsiteY3067" fmla="*/ 4989102 h 6858000"/>
              <a:gd name="connsiteX3068" fmla="*/ 7862873 w 12203753"/>
              <a:gd name="connsiteY3068" fmla="*/ 4937472 h 6858000"/>
              <a:gd name="connsiteX3069" fmla="*/ 7767072 w 12203753"/>
              <a:gd name="connsiteY3069" fmla="*/ 4874943 h 6858000"/>
              <a:gd name="connsiteX3070" fmla="*/ 7569286 w 12203753"/>
              <a:gd name="connsiteY3070" fmla="*/ 4835743 h 6858000"/>
              <a:gd name="connsiteX3071" fmla="*/ 7591913 w 12203753"/>
              <a:gd name="connsiteY3071" fmla="*/ 4874943 h 6858000"/>
              <a:gd name="connsiteX3072" fmla="*/ 7496176 w 12203753"/>
              <a:gd name="connsiteY3072" fmla="*/ 4937472 h 6858000"/>
              <a:gd name="connsiteX3073" fmla="*/ 7394192 w 12203753"/>
              <a:gd name="connsiteY3073" fmla="*/ 4989102 h 6858000"/>
              <a:gd name="connsiteX3074" fmla="*/ 7371564 w 12203753"/>
              <a:gd name="connsiteY3074" fmla="*/ 4949901 h 6858000"/>
              <a:gd name="connsiteX3075" fmla="*/ 7467302 w 12203753"/>
              <a:gd name="connsiteY3075" fmla="*/ 4887372 h 6858000"/>
              <a:gd name="connsiteX3076" fmla="*/ 7569286 w 12203753"/>
              <a:gd name="connsiteY3076" fmla="*/ 4835743 h 6858000"/>
              <a:gd name="connsiteX3077" fmla="*/ 6998621 w 12203753"/>
              <a:gd name="connsiteY3077" fmla="*/ 4835743 h 6858000"/>
              <a:gd name="connsiteX3078" fmla="*/ 7100606 w 12203753"/>
              <a:gd name="connsiteY3078" fmla="*/ 4887372 h 6858000"/>
              <a:gd name="connsiteX3079" fmla="*/ 7196344 w 12203753"/>
              <a:gd name="connsiteY3079" fmla="*/ 4949901 h 6858000"/>
              <a:gd name="connsiteX3080" fmla="*/ 7173716 w 12203753"/>
              <a:gd name="connsiteY3080" fmla="*/ 4989102 h 6858000"/>
              <a:gd name="connsiteX3081" fmla="*/ 7071731 w 12203753"/>
              <a:gd name="connsiteY3081" fmla="*/ 4937472 h 6858000"/>
              <a:gd name="connsiteX3082" fmla="*/ 6975995 w 12203753"/>
              <a:gd name="connsiteY3082" fmla="*/ 4874943 h 6858000"/>
              <a:gd name="connsiteX3083" fmla="*/ 6778210 w 12203753"/>
              <a:gd name="connsiteY3083" fmla="*/ 4835743 h 6858000"/>
              <a:gd name="connsiteX3084" fmla="*/ 6800837 w 12203753"/>
              <a:gd name="connsiteY3084" fmla="*/ 4874943 h 6858000"/>
              <a:gd name="connsiteX3085" fmla="*/ 6705100 w 12203753"/>
              <a:gd name="connsiteY3085" fmla="*/ 4937472 h 6858000"/>
              <a:gd name="connsiteX3086" fmla="*/ 6603052 w 12203753"/>
              <a:gd name="connsiteY3086" fmla="*/ 4989102 h 6858000"/>
              <a:gd name="connsiteX3087" fmla="*/ 6580424 w 12203753"/>
              <a:gd name="connsiteY3087" fmla="*/ 4949901 h 6858000"/>
              <a:gd name="connsiteX3088" fmla="*/ 6676161 w 12203753"/>
              <a:gd name="connsiteY3088" fmla="*/ 4887372 h 6858000"/>
              <a:gd name="connsiteX3089" fmla="*/ 6778210 w 12203753"/>
              <a:gd name="connsiteY3089" fmla="*/ 4835743 h 6858000"/>
              <a:gd name="connsiteX3090" fmla="*/ 6207480 w 12203753"/>
              <a:gd name="connsiteY3090" fmla="*/ 4835743 h 6858000"/>
              <a:gd name="connsiteX3091" fmla="*/ 6309528 w 12203753"/>
              <a:gd name="connsiteY3091" fmla="*/ 4887372 h 6858000"/>
              <a:gd name="connsiteX3092" fmla="*/ 6405266 w 12203753"/>
              <a:gd name="connsiteY3092" fmla="*/ 4949901 h 6858000"/>
              <a:gd name="connsiteX3093" fmla="*/ 6382638 w 12203753"/>
              <a:gd name="connsiteY3093" fmla="*/ 4989102 h 6858000"/>
              <a:gd name="connsiteX3094" fmla="*/ 6280590 w 12203753"/>
              <a:gd name="connsiteY3094" fmla="*/ 4937472 h 6858000"/>
              <a:gd name="connsiteX3095" fmla="*/ 6184852 w 12203753"/>
              <a:gd name="connsiteY3095" fmla="*/ 4874943 h 6858000"/>
              <a:gd name="connsiteX3096" fmla="*/ 5987067 w 12203753"/>
              <a:gd name="connsiteY3096" fmla="*/ 4835743 h 6858000"/>
              <a:gd name="connsiteX3097" fmla="*/ 6009695 w 12203753"/>
              <a:gd name="connsiteY3097" fmla="*/ 4874943 h 6858000"/>
              <a:gd name="connsiteX3098" fmla="*/ 5913960 w 12203753"/>
              <a:gd name="connsiteY3098" fmla="*/ 4937472 h 6858000"/>
              <a:gd name="connsiteX3099" fmla="*/ 5811914 w 12203753"/>
              <a:gd name="connsiteY3099" fmla="*/ 4989102 h 6858000"/>
              <a:gd name="connsiteX3100" fmla="*/ 5789285 w 12203753"/>
              <a:gd name="connsiteY3100" fmla="*/ 4949901 h 6858000"/>
              <a:gd name="connsiteX3101" fmla="*/ 5885024 w 12203753"/>
              <a:gd name="connsiteY3101" fmla="*/ 4887372 h 6858000"/>
              <a:gd name="connsiteX3102" fmla="*/ 5987067 w 12203753"/>
              <a:gd name="connsiteY3102" fmla="*/ 4835743 h 6858000"/>
              <a:gd name="connsiteX3103" fmla="*/ 5416352 w 12203753"/>
              <a:gd name="connsiteY3103" fmla="*/ 4835743 h 6858000"/>
              <a:gd name="connsiteX3104" fmla="*/ 5416414 w 12203753"/>
              <a:gd name="connsiteY3104" fmla="*/ 4835743 h 6858000"/>
              <a:gd name="connsiteX3105" fmla="*/ 5416402 w 12203753"/>
              <a:gd name="connsiteY3105" fmla="*/ 4835766 h 6858000"/>
              <a:gd name="connsiteX3106" fmla="*/ 5196000 w 12203753"/>
              <a:gd name="connsiteY3106" fmla="*/ 4835743 h 6858000"/>
              <a:gd name="connsiteX3107" fmla="*/ 5218629 w 12203753"/>
              <a:gd name="connsiteY3107" fmla="*/ 4874943 h 6858000"/>
              <a:gd name="connsiteX3108" fmla="*/ 5122891 w 12203753"/>
              <a:gd name="connsiteY3108" fmla="*/ 4937472 h 6858000"/>
              <a:gd name="connsiteX3109" fmla="*/ 5020848 w 12203753"/>
              <a:gd name="connsiteY3109" fmla="*/ 4989102 h 6858000"/>
              <a:gd name="connsiteX3110" fmla="*/ 4998215 w 12203753"/>
              <a:gd name="connsiteY3110" fmla="*/ 4949901 h 6858000"/>
              <a:gd name="connsiteX3111" fmla="*/ 5093953 w 12203753"/>
              <a:gd name="connsiteY3111" fmla="*/ 4887372 h 6858000"/>
              <a:gd name="connsiteX3112" fmla="*/ 5196000 w 12203753"/>
              <a:gd name="connsiteY3112" fmla="*/ 4835743 h 6858000"/>
              <a:gd name="connsiteX3113" fmla="*/ 4625211 w 12203753"/>
              <a:gd name="connsiteY3113" fmla="*/ 4835743 h 6858000"/>
              <a:gd name="connsiteX3114" fmla="*/ 4625271 w 12203753"/>
              <a:gd name="connsiteY3114" fmla="*/ 4835743 h 6858000"/>
              <a:gd name="connsiteX3115" fmla="*/ 4625259 w 12203753"/>
              <a:gd name="connsiteY3115" fmla="*/ 4835766 h 6858000"/>
              <a:gd name="connsiteX3116" fmla="*/ 4404792 w 12203753"/>
              <a:gd name="connsiteY3116" fmla="*/ 4835743 h 6858000"/>
              <a:gd name="connsiteX3117" fmla="*/ 4427424 w 12203753"/>
              <a:gd name="connsiteY3117" fmla="*/ 4874943 h 6858000"/>
              <a:gd name="connsiteX3118" fmla="*/ 4331686 w 12203753"/>
              <a:gd name="connsiteY3118" fmla="*/ 4937472 h 6858000"/>
              <a:gd name="connsiteX3119" fmla="*/ 4229635 w 12203753"/>
              <a:gd name="connsiteY3119" fmla="*/ 4989102 h 6858000"/>
              <a:gd name="connsiteX3120" fmla="*/ 4207009 w 12203753"/>
              <a:gd name="connsiteY3120" fmla="*/ 4949901 h 6858000"/>
              <a:gd name="connsiteX3121" fmla="*/ 4207074 w 12203753"/>
              <a:gd name="connsiteY3121" fmla="*/ 4949901 h 6858000"/>
              <a:gd name="connsiteX3122" fmla="*/ 4302809 w 12203753"/>
              <a:gd name="connsiteY3122" fmla="*/ 4887372 h 6858000"/>
              <a:gd name="connsiteX3123" fmla="*/ 4404792 w 12203753"/>
              <a:gd name="connsiteY3123" fmla="*/ 4835743 h 6858000"/>
              <a:gd name="connsiteX3124" fmla="*/ 3834218 w 12203753"/>
              <a:gd name="connsiteY3124" fmla="*/ 4835743 h 6858000"/>
              <a:gd name="connsiteX3125" fmla="*/ 3834279 w 12203753"/>
              <a:gd name="connsiteY3125" fmla="*/ 4835743 h 6858000"/>
              <a:gd name="connsiteX3126" fmla="*/ 3834266 w 12203753"/>
              <a:gd name="connsiteY3126" fmla="*/ 4835766 h 6858000"/>
              <a:gd name="connsiteX3127" fmla="*/ 3613742 w 12203753"/>
              <a:gd name="connsiteY3127" fmla="*/ 4835743 h 6858000"/>
              <a:gd name="connsiteX3128" fmla="*/ 3636372 w 12203753"/>
              <a:gd name="connsiteY3128" fmla="*/ 4874943 h 6858000"/>
              <a:gd name="connsiteX3129" fmla="*/ 3540639 w 12203753"/>
              <a:gd name="connsiteY3129" fmla="*/ 4937472 h 6858000"/>
              <a:gd name="connsiteX3130" fmla="*/ 3438588 w 12203753"/>
              <a:gd name="connsiteY3130" fmla="*/ 4989102 h 6858000"/>
              <a:gd name="connsiteX3131" fmla="*/ 3415959 w 12203753"/>
              <a:gd name="connsiteY3131" fmla="*/ 4949901 h 6858000"/>
              <a:gd name="connsiteX3132" fmla="*/ 3416027 w 12203753"/>
              <a:gd name="connsiteY3132" fmla="*/ 4949901 h 6858000"/>
              <a:gd name="connsiteX3133" fmla="*/ 3511767 w 12203753"/>
              <a:gd name="connsiteY3133" fmla="*/ 4887372 h 6858000"/>
              <a:gd name="connsiteX3134" fmla="*/ 3613742 w 12203753"/>
              <a:gd name="connsiteY3134" fmla="*/ 4835743 h 6858000"/>
              <a:gd name="connsiteX3135" fmla="*/ 3043094 w 12203753"/>
              <a:gd name="connsiteY3135" fmla="*/ 4835743 h 6858000"/>
              <a:gd name="connsiteX3136" fmla="*/ 3043156 w 12203753"/>
              <a:gd name="connsiteY3136" fmla="*/ 4835743 h 6858000"/>
              <a:gd name="connsiteX3137" fmla="*/ 3043144 w 12203753"/>
              <a:gd name="connsiteY3137" fmla="*/ 4835766 h 6858000"/>
              <a:gd name="connsiteX3138" fmla="*/ 2822615 w 12203753"/>
              <a:gd name="connsiteY3138" fmla="*/ 4835743 h 6858000"/>
              <a:gd name="connsiteX3139" fmla="*/ 2845242 w 12203753"/>
              <a:gd name="connsiteY3139" fmla="*/ 4874943 h 6858000"/>
              <a:gd name="connsiteX3140" fmla="*/ 2749503 w 12203753"/>
              <a:gd name="connsiteY3140" fmla="*/ 4937472 h 6858000"/>
              <a:gd name="connsiteX3141" fmla="*/ 2647458 w 12203753"/>
              <a:gd name="connsiteY3141" fmla="*/ 4989102 h 6858000"/>
              <a:gd name="connsiteX3142" fmla="*/ 2624830 w 12203753"/>
              <a:gd name="connsiteY3142" fmla="*/ 4949901 h 6858000"/>
              <a:gd name="connsiteX3143" fmla="*/ 2624892 w 12203753"/>
              <a:gd name="connsiteY3143" fmla="*/ 4949901 h 6858000"/>
              <a:gd name="connsiteX3144" fmla="*/ 2720633 w 12203753"/>
              <a:gd name="connsiteY3144" fmla="*/ 4887372 h 6858000"/>
              <a:gd name="connsiteX3145" fmla="*/ 2822615 w 12203753"/>
              <a:gd name="connsiteY3145" fmla="*/ 4835743 h 6858000"/>
              <a:gd name="connsiteX3146" fmla="*/ 2251951 w 12203753"/>
              <a:gd name="connsiteY3146" fmla="*/ 4835743 h 6858000"/>
              <a:gd name="connsiteX3147" fmla="*/ 2252012 w 12203753"/>
              <a:gd name="connsiteY3147" fmla="*/ 4835743 h 6858000"/>
              <a:gd name="connsiteX3148" fmla="*/ 2252000 w 12203753"/>
              <a:gd name="connsiteY3148" fmla="*/ 4835766 h 6858000"/>
              <a:gd name="connsiteX3149" fmla="*/ 2031482 w 12203753"/>
              <a:gd name="connsiteY3149" fmla="*/ 4835743 h 6858000"/>
              <a:gd name="connsiteX3150" fmla="*/ 2054113 w 12203753"/>
              <a:gd name="connsiteY3150" fmla="*/ 4874943 h 6858000"/>
              <a:gd name="connsiteX3151" fmla="*/ 1958376 w 12203753"/>
              <a:gd name="connsiteY3151" fmla="*/ 4937472 h 6858000"/>
              <a:gd name="connsiteX3152" fmla="*/ 1856328 w 12203753"/>
              <a:gd name="connsiteY3152" fmla="*/ 4989102 h 6858000"/>
              <a:gd name="connsiteX3153" fmla="*/ 1833699 w 12203753"/>
              <a:gd name="connsiteY3153" fmla="*/ 4949901 h 6858000"/>
              <a:gd name="connsiteX3154" fmla="*/ 1833765 w 12203753"/>
              <a:gd name="connsiteY3154" fmla="*/ 4949901 h 6858000"/>
              <a:gd name="connsiteX3155" fmla="*/ 1929500 w 12203753"/>
              <a:gd name="connsiteY3155" fmla="*/ 4887372 h 6858000"/>
              <a:gd name="connsiteX3156" fmla="*/ 2031482 w 12203753"/>
              <a:gd name="connsiteY3156" fmla="*/ 4835743 h 6858000"/>
              <a:gd name="connsiteX3157" fmla="*/ 1460821 w 12203753"/>
              <a:gd name="connsiteY3157" fmla="*/ 4835743 h 6858000"/>
              <a:gd name="connsiteX3158" fmla="*/ 1460890 w 12203753"/>
              <a:gd name="connsiteY3158" fmla="*/ 4835743 h 6858000"/>
              <a:gd name="connsiteX3159" fmla="*/ 1460873 w 12203753"/>
              <a:gd name="connsiteY3159" fmla="*/ 4835766 h 6858000"/>
              <a:gd name="connsiteX3160" fmla="*/ 1240411 w 12203753"/>
              <a:gd name="connsiteY3160" fmla="*/ 4835743 h 6858000"/>
              <a:gd name="connsiteX3161" fmla="*/ 1263039 w 12203753"/>
              <a:gd name="connsiteY3161" fmla="*/ 4874943 h 6858000"/>
              <a:gd name="connsiteX3162" fmla="*/ 1167301 w 12203753"/>
              <a:gd name="connsiteY3162" fmla="*/ 4937472 h 6858000"/>
              <a:gd name="connsiteX3163" fmla="*/ 1065253 w 12203753"/>
              <a:gd name="connsiteY3163" fmla="*/ 4989102 h 6858000"/>
              <a:gd name="connsiteX3164" fmla="*/ 1042617 w 12203753"/>
              <a:gd name="connsiteY3164" fmla="*/ 4949901 h 6858000"/>
              <a:gd name="connsiteX3165" fmla="*/ 1042681 w 12203753"/>
              <a:gd name="connsiteY3165" fmla="*/ 4949901 h 6858000"/>
              <a:gd name="connsiteX3166" fmla="*/ 1138424 w 12203753"/>
              <a:gd name="connsiteY3166" fmla="*/ 4887372 h 6858000"/>
              <a:gd name="connsiteX3167" fmla="*/ 1240411 w 12203753"/>
              <a:gd name="connsiteY3167" fmla="*/ 4835743 h 6858000"/>
              <a:gd name="connsiteX3168" fmla="*/ 669744 w 12203753"/>
              <a:gd name="connsiteY3168" fmla="*/ 4835743 h 6858000"/>
              <a:gd name="connsiteX3169" fmla="*/ 669808 w 12203753"/>
              <a:gd name="connsiteY3169" fmla="*/ 4835743 h 6858000"/>
              <a:gd name="connsiteX3170" fmla="*/ 669795 w 12203753"/>
              <a:gd name="connsiteY3170" fmla="*/ 4835766 h 6858000"/>
              <a:gd name="connsiteX3171" fmla="*/ 449268 w 12203753"/>
              <a:gd name="connsiteY3171" fmla="*/ 4835743 h 6858000"/>
              <a:gd name="connsiteX3172" fmla="*/ 471896 w 12203753"/>
              <a:gd name="connsiteY3172" fmla="*/ 4874943 h 6858000"/>
              <a:gd name="connsiteX3173" fmla="*/ 376162 w 12203753"/>
              <a:gd name="connsiteY3173" fmla="*/ 4937472 h 6858000"/>
              <a:gd name="connsiteX3174" fmla="*/ 274116 w 12203753"/>
              <a:gd name="connsiteY3174" fmla="*/ 4989102 h 6858000"/>
              <a:gd name="connsiteX3175" fmla="*/ 251487 w 12203753"/>
              <a:gd name="connsiteY3175" fmla="*/ 4949901 h 6858000"/>
              <a:gd name="connsiteX3176" fmla="*/ 251551 w 12203753"/>
              <a:gd name="connsiteY3176" fmla="*/ 4949901 h 6858000"/>
              <a:gd name="connsiteX3177" fmla="*/ 347288 w 12203753"/>
              <a:gd name="connsiteY3177" fmla="*/ 4887372 h 6858000"/>
              <a:gd name="connsiteX3178" fmla="*/ 449268 w 12203753"/>
              <a:gd name="connsiteY3178" fmla="*/ 4835743 h 6858000"/>
              <a:gd name="connsiteX3179" fmla="*/ 12008079 w 12203753"/>
              <a:gd name="connsiteY3179" fmla="*/ 4684041 h 6858000"/>
              <a:gd name="connsiteX3180" fmla="*/ 12053335 w 12203753"/>
              <a:gd name="connsiteY3180" fmla="*/ 4684041 h 6858000"/>
              <a:gd name="connsiteX3181" fmla="*/ 12059581 w 12203753"/>
              <a:gd name="connsiteY3181" fmla="*/ 4798263 h 6858000"/>
              <a:gd name="connsiteX3182" fmla="*/ 12053335 w 12203753"/>
              <a:gd name="connsiteY3182" fmla="*/ 4912421 h 6858000"/>
              <a:gd name="connsiteX3183" fmla="*/ 12008079 w 12203753"/>
              <a:gd name="connsiteY3183" fmla="*/ 4912421 h 6858000"/>
              <a:gd name="connsiteX3184" fmla="*/ 12001833 w 12203753"/>
              <a:gd name="connsiteY3184" fmla="*/ 4798263 h 6858000"/>
              <a:gd name="connsiteX3185" fmla="*/ 12008079 w 12203753"/>
              <a:gd name="connsiteY3185" fmla="*/ 4684041 h 6858000"/>
              <a:gd name="connsiteX3186" fmla="*/ 11216938 w 12203753"/>
              <a:gd name="connsiteY3186" fmla="*/ 4684041 h 6858000"/>
              <a:gd name="connsiteX3187" fmla="*/ 11262194 w 12203753"/>
              <a:gd name="connsiteY3187" fmla="*/ 4684041 h 6858000"/>
              <a:gd name="connsiteX3188" fmla="*/ 11268504 w 12203753"/>
              <a:gd name="connsiteY3188" fmla="*/ 4798263 h 6858000"/>
              <a:gd name="connsiteX3189" fmla="*/ 11262194 w 12203753"/>
              <a:gd name="connsiteY3189" fmla="*/ 4912421 h 6858000"/>
              <a:gd name="connsiteX3190" fmla="*/ 11216938 w 12203753"/>
              <a:gd name="connsiteY3190" fmla="*/ 4912421 h 6858000"/>
              <a:gd name="connsiteX3191" fmla="*/ 11210692 w 12203753"/>
              <a:gd name="connsiteY3191" fmla="*/ 4798263 h 6858000"/>
              <a:gd name="connsiteX3192" fmla="*/ 11216938 w 12203753"/>
              <a:gd name="connsiteY3192" fmla="*/ 4684041 h 6858000"/>
              <a:gd name="connsiteX3193" fmla="*/ 10425796 w 12203753"/>
              <a:gd name="connsiteY3193" fmla="*/ 4684041 h 6858000"/>
              <a:gd name="connsiteX3194" fmla="*/ 10471052 w 12203753"/>
              <a:gd name="connsiteY3194" fmla="*/ 4684041 h 6858000"/>
              <a:gd name="connsiteX3195" fmla="*/ 10477362 w 12203753"/>
              <a:gd name="connsiteY3195" fmla="*/ 4798263 h 6858000"/>
              <a:gd name="connsiteX3196" fmla="*/ 10471052 w 12203753"/>
              <a:gd name="connsiteY3196" fmla="*/ 4912421 h 6858000"/>
              <a:gd name="connsiteX3197" fmla="*/ 10425796 w 12203753"/>
              <a:gd name="connsiteY3197" fmla="*/ 4912421 h 6858000"/>
              <a:gd name="connsiteX3198" fmla="*/ 10419550 w 12203753"/>
              <a:gd name="connsiteY3198" fmla="*/ 4798263 h 6858000"/>
              <a:gd name="connsiteX3199" fmla="*/ 10425796 w 12203753"/>
              <a:gd name="connsiteY3199" fmla="*/ 4684041 h 6858000"/>
              <a:gd name="connsiteX3200" fmla="*/ 9634719 w 12203753"/>
              <a:gd name="connsiteY3200" fmla="*/ 4684041 h 6858000"/>
              <a:gd name="connsiteX3201" fmla="*/ 9679910 w 12203753"/>
              <a:gd name="connsiteY3201" fmla="*/ 4684041 h 6858000"/>
              <a:gd name="connsiteX3202" fmla="*/ 9686221 w 12203753"/>
              <a:gd name="connsiteY3202" fmla="*/ 4798263 h 6858000"/>
              <a:gd name="connsiteX3203" fmla="*/ 9679910 w 12203753"/>
              <a:gd name="connsiteY3203" fmla="*/ 4912421 h 6858000"/>
              <a:gd name="connsiteX3204" fmla="*/ 9634719 w 12203753"/>
              <a:gd name="connsiteY3204" fmla="*/ 4912421 h 6858000"/>
              <a:gd name="connsiteX3205" fmla="*/ 9628408 w 12203753"/>
              <a:gd name="connsiteY3205" fmla="*/ 4798263 h 6858000"/>
              <a:gd name="connsiteX3206" fmla="*/ 9634719 w 12203753"/>
              <a:gd name="connsiteY3206" fmla="*/ 4684041 h 6858000"/>
              <a:gd name="connsiteX3207" fmla="*/ 8843577 w 12203753"/>
              <a:gd name="connsiteY3207" fmla="*/ 4684041 h 6858000"/>
              <a:gd name="connsiteX3208" fmla="*/ 8888832 w 12203753"/>
              <a:gd name="connsiteY3208" fmla="*/ 4684041 h 6858000"/>
              <a:gd name="connsiteX3209" fmla="*/ 8895079 w 12203753"/>
              <a:gd name="connsiteY3209" fmla="*/ 4798263 h 6858000"/>
              <a:gd name="connsiteX3210" fmla="*/ 8888832 w 12203753"/>
              <a:gd name="connsiteY3210" fmla="*/ 4912421 h 6858000"/>
              <a:gd name="connsiteX3211" fmla="*/ 8843577 w 12203753"/>
              <a:gd name="connsiteY3211" fmla="*/ 4912421 h 6858000"/>
              <a:gd name="connsiteX3212" fmla="*/ 8837330 w 12203753"/>
              <a:gd name="connsiteY3212" fmla="*/ 4798263 h 6858000"/>
              <a:gd name="connsiteX3213" fmla="*/ 8843577 w 12203753"/>
              <a:gd name="connsiteY3213" fmla="*/ 4684041 h 6858000"/>
              <a:gd name="connsiteX3214" fmla="*/ 8052435 w 12203753"/>
              <a:gd name="connsiteY3214" fmla="*/ 4684041 h 6858000"/>
              <a:gd name="connsiteX3215" fmla="*/ 8097691 w 12203753"/>
              <a:gd name="connsiteY3215" fmla="*/ 4684041 h 6858000"/>
              <a:gd name="connsiteX3216" fmla="*/ 8103938 w 12203753"/>
              <a:gd name="connsiteY3216" fmla="*/ 4798263 h 6858000"/>
              <a:gd name="connsiteX3217" fmla="*/ 8097691 w 12203753"/>
              <a:gd name="connsiteY3217" fmla="*/ 4912421 h 6858000"/>
              <a:gd name="connsiteX3218" fmla="*/ 8052435 w 12203753"/>
              <a:gd name="connsiteY3218" fmla="*/ 4912421 h 6858000"/>
              <a:gd name="connsiteX3219" fmla="*/ 8046189 w 12203753"/>
              <a:gd name="connsiteY3219" fmla="*/ 4798263 h 6858000"/>
              <a:gd name="connsiteX3220" fmla="*/ 8052435 w 12203753"/>
              <a:gd name="connsiteY3220" fmla="*/ 4684041 h 6858000"/>
              <a:gd name="connsiteX3221" fmla="*/ 7261293 w 12203753"/>
              <a:gd name="connsiteY3221" fmla="*/ 4684041 h 6858000"/>
              <a:gd name="connsiteX3222" fmla="*/ 7306549 w 12203753"/>
              <a:gd name="connsiteY3222" fmla="*/ 4684041 h 6858000"/>
              <a:gd name="connsiteX3223" fmla="*/ 7312860 w 12203753"/>
              <a:gd name="connsiteY3223" fmla="*/ 4798263 h 6858000"/>
              <a:gd name="connsiteX3224" fmla="*/ 7306549 w 12203753"/>
              <a:gd name="connsiteY3224" fmla="*/ 4912421 h 6858000"/>
              <a:gd name="connsiteX3225" fmla="*/ 7261293 w 12203753"/>
              <a:gd name="connsiteY3225" fmla="*/ 4912421 h 6858000"/>
              <a:gd name="connsiteX3226" fmla="*/ 7255047 w 12203753"/>
              <a:gd name="connsiteY3226" fmla="*/ 4798263 h 6858000"/>
              <a:gd name="connsiteX3227" fmla="*/ 7261293 w 12203753"/>
              <a:gd name="connsiteY3227" fmla="*/ 4684041 h 6858000"/>
              <a:gd name="connsiteX3228" fmla="*/ 6470217 w 12203753"/>
              <a:gd name="connsiteY3228" fmla="*/ 4684041 h 6858000"/>
              <a:gd name="connsiteX3229" fmla="*/ 6515408 w 12203753"/>
              <a:gd name="connsiteY3229" fmla="*/ 4684041 h 6858000"/>
              <a:gd name="connsiteX3230" fmla="*/ 6521719 w 12203753"/>
              <a:gd name="connsiteY3230" fmla="*/ 4798263 h 6858000"/>
              <a:gd name="connsiteX3231" fmla="*/ 6515408 w 12203753"/>
              <a:gd name="connsiteY3231" fmla="*/ 4912421 h 6858000"/>
              <a:gd name="connsiteX3232" fmla="*/ 6470217 w 12203753"/>
              <a:gd name="connsiteY3232" fmla="*/ 4912421 h 6858000"/>
              <a:gd name="connsiteX3233" fmla="*/ 6463906 w 12203753"/>
              <a:gd name="connsiteY3233" fmla="*/ 4798263 h 6858000"/>
              <a:gd name="connsiteX3234" fmla="*/ 6470217 w 12203753"/>
              <a:gd name="connsiteY3234" fmla="*/ 4684041 h 6858000"/>
              <a:gd name="connsiteX3235" fmla="*/ 5679084 w 12203753"/>
              <a:gd name="connsiteY3235" fmla="*/ 4684041 h 6858000"/>
              <a:gd name="connsiteX3236" fmla="*/ 5724338 w 12203753"/>
              <a:gd name="connsiteY3236" fmla="*/ 4684041 h 6858000"/>
              <a:gd name="connsiteX3237" fmla="*/ 5730645 w 12203753"/>
              <a:gd name="connsiteY3237" fmla="*/ 4798263 h 6858000"/>
              <a:gd name="connsiteX3238" fmla="*/ 5724338 w 12203753"/>
              <a:gd name="connsiteY3238" fmla="*/ 4912421 h 6858000"/>
              <a:gd name="connsiteX3239" fmla="*/ 5679084 w 12203753"/>
              <a:gd name="connsiteY3239" fmla="*/ 4912421 h 6858000"/>
              <a:gd name="connsiteX3240" fmla="*/ 5672835 w 12203753"/>
              <a:gd name="connsiteY3240" fmla="*/ 4798263 h 6858000"/>
              <a:gd name="connsiteX3241" fmla="*/ 5679084 w 12203753"/>
              <a:gd name="connsiteY3241" fmla="*/ 4684041 h 6858000"/>
              <a:gd name="connsiteX3242" fmla="*/ 4887944 w 12203753"/>
              <a:gd name="connsiteY3242" fmla="*/ 4684041 h 6858000"/>
              <a:gd name="connsiteX3243" fmla="*/ 4933198 w 12203753"/>
              <a:gd name="connsiteY3243" fmla="*/ 4684041 h 6858000"/>
              <a:gd name="connsiteX3244" fmla="*/ 4939507 w 12203753"/>
              <a:gd name="connsiteY3244" fmla="*/ 4798263 h 6858000"/>
              <a:gd name="connsiteX3245" fmla="*/ 4933198 w 12203753"/>
              <a:gd name="connsiteY3245" fmla="*/ 4912421 h 6858000"/>
              <a:gd name="connsiteX3246" fmla="*/ 4887944 w 12203753"/>
              <a:gd name="connsiteY3246" fmla="*/ 4912421 h 6858000"/>
              <a:gd name="connsiteX3247" fmla="*/ 4881632 w 12203753"/>
              <a:gd name="connsiteY3247" fmla="*/ 4798263 h 6858000"/>
              <a:gd name="connsiteX3248" fmla="*/ 4887944 w 12203753"/>
              <a:gd name="connsiteY3248" fmla="*/ 4684041 h 6858000"/>
              <a:gd name="connsiteX3249" fmla="*/ 4096880 w 12203753"/>
              <a:gd name="connsiteY3249" fmla="*/ 4684041 h 6858000"/>
              <a:gd name="connsiteX3250" fmla="*/ 4142136 w 12203753"/>
              <a:gd name="connsiteY3250" fmla="*/ 4684041 h 6858000"/>
              <a:gd name="connsiteX3251" fmla="*/ 4148446 w 12203753"/>
              <a:gd name="connsiteY3251" fmla="*/ 4798263 h 6858000"/>
              <a:gd name="connsiteX3252" fmla="*/ 4142136 w 12203753"/>
              <a:gd name="connsiteY3252" fmla="*/ 4912421 h 6858000"/>
              <a:gd name="connsiteX3253" fmla="*/ 4096880 w 12203753"/>
              <a:gd name="connsiteY3253" fmla="*/ 4912421 h 6858000"/>
              <a:gd name="connsiteX3254" fmla="*/ 4090633 w 12203753"/>
              <a:gd name="connsiteY3254" fmla="*/ 4798263 h 6858000"/>
              <a:gd name="connsiteX3255" fmla="*/ 4096880 w 12203753"/>
              <a:gd name="connsiteY3255" fmla="*/ 4684041 h 6858000"/>
              <a:gd name="connsiteX3256" fmla="*/ 3305820 w 12203753"/>
              <a:gd name="connsiteY3256" fmla="*/ 4684041 h 6858000"/>
              <a:gd name="connsiteX3257" fmla="*/ 3351078 w 12203753"/>
              <a:gd name="connsiteY3257" fmla="*/ 4684041 h 6858000"/>
              <a:gd name="connsiteX3258" fmla="*/ 3357385 w 12203753"/>
              <a:gd name="connsiteY3258" fmla="*/ 4798263 h 6858000"/>
              <a:gd name="connsiteX3259" fmla="*/ 3351078 w 12203753"/>
              <a:gd name="connsiteY3259" fmla="*/ 4912421 h 6858000"/>
              <a:gd name="connsiteX3260" fmla="*/ 3305820 w 12203753"/>
              <a:gd name="connsiteY3260" fmla="*/ 4912421 h 6858000"/>
              <a:gd name="connsiteX3261" fmla="*/ 3299575 w 12203753"/>
              <a:gd name="connsiteY3261" fmla="*/ 4798263 h 6858000"/>
              <a:gd name="connsiteX3262" fmla="*/ 3305820 w 12203753"/>
              <a:gd name="connsiteY3262" fmla="*/ 4684041 h 6858000"/>
              <a:gd name="connsiteX3263" fmla="*/ 2514689 w 12203753"/>
              <a:gd name="connsiteY3263" fmla="*/ 4684041 h 6858000"/>
              <a:gd name="connsiteX3264" fmla="*/ 2559944 w 12203753"/>
              <a:gd name="connsiteY3264" fmla="*/ 4684041 h 6858000"/>
              <a:gd name="connsiteX3265" fmla="*/ 2566255 w 12203753"/>
              <a:gd name="connsiteY3265" fmla="*/ 4798263 h 6858000"/>
              <a:gd name="connsiteX3266" fmla="*/ 2559944 w 12203753"/>
              <a:gd name="connsiteY3266" fmla="*/ 4912421 h 6858000"/>
              <a:gd name="connsiteX3267" fmla="*/ 2514689 w 12203753"/>
              <a:gd name="connsiteY3267" fmla="*/ 4912421 h 6858000"/>
              <a:gd name="connsiteX3268" fmla="*/ 2508380 w 12203753"/>
              <a:gd name="connsiteY3268" fmla="*/ 4798263 h 6858000"/>
              <a:gd name="connsiteX3269" fmla="*/ 2514689 w 12203753"/>
              <a:gd name="connsiteY3269" fmla="*/ 4684041 h 6858000"/>
              <a:gd name="connsiteX3270" fmla="*/ 1723556 w 12203753"/>
              <a:gd name="connsiteY3270" fmla="*/ 4684041 h 6858000"/>
              <a:gd name="connsiteX3271" fmla="*/ 1768814 w 12203753"/>
              <a:gd name="connsiteY3271" fmla="*/ 4684041 h 6858000"/>
              <a:gd name="connsiteX3272" fmla="*/ 1775124 w 12203753"/>
              <a:gd name="connsiteY3272" fmla="*/ 4798263 h 6858000"/>
              <a:gd name="connsiteX3273" fmla="*/ 1768814 w 12203753"/>
              <a:gd name="connsiteY3273" fmla="*/ 4912421 h 6858000"/>
              <a:gd name="connsiteX3274" fmla="*/ 1723556 w 12203753"/>
              <a:gd name="connsiteY3274" fmla="*/ 4912421 h 6858000"/>
              <a:gd name="connsiteX3275" fmla="*/ 1717310 w 12203753"/>
              <a:gd name="connsiteY3275" fmla="*/ 4798263 h 6858000"/>
              <a:gd name="connsiteX3276" fmla="*/ 1723556 w 12203753"/>
              <a:gd name="connsiteY3276" fmla="*/ 4684041 h 6858000"/>
              <a:gd name="connsiteX3277" fmla="*/ 932414 w 12203753"/>
              <a:gd name="connsiteY3277" fmla="*/ 4684041 h 6858000"/>
              <a:gd name="connsiteX3278" fmla="*/ 977669 w 12203753"/>
              <a:gd name="connsiteY3278" fmla="*/ 4684041 h 6858000"/>
              <a:gd name="connsiteX3279" fmla="*/ 983979 w 12203753"/>
              <a:gd name="connsiteY3279" fmla="*/ 4798263 h 6858000"/>
              <a:gd name="connsiteX3280" fmla="*/ 977669 w 12203753"/>
              <a:gd name="connsiteY3280" fmla="*/ 4912421 h 6858000"/>
              <a:gd name="connsiteX3281" fmla="*/ 932414 w 12203753"/>
              <a:gd name="connsiteY3281" fmla="*/ 4912421 h 6858000"/>
              <a:gd name="connsiteX3282" fmla="*/ 926104 w 12203753"/>
              <a:gd name="connsiteY3282" fmla="*/ 4798263 h 6858000"/>
              <a:gd name="connsiteX3283" fmla="*/ 932414 w 12203753"/>
              <a:gd name="connsiteY3283" fmla="*/ 4684041 h 6858000"/>
              <a:gd name="connsiteX3284" fmla="*/ 141346 w 12203753"/>
              <a:gd name="connsiteY3284" fmla="*/ 4684041 h 6858000"/>
              <a:gd name="connsiteX3285" fmla="*/ 186600 w 12203753"/>
              <a:gd name="connsiteY3285" fmla="*/ 4684041 h 6858000"/>
              <a:gd name="connsiteX3286" fmla="*/ 192910 w 12203753"/>
              <a:gd name="connsiteY3286" fmla="*/ 4798263 h 6858000"/>
              <a:gd name="connsiteX3287" fmla="*/ 186600 w 12203753"/>
              <a:gd name="connsiteY3287" fmla="*/ 4912421 h 6858000"/>
              <a:gd name="connsiteX3288" fmla="*/ 141346 w 12203753"/>
              <a:gd name="connsiteY3288" fmla="*/ 4912421 h 6858000"/>
              <a:gd name="connsiteX3289" fmla="*/ 135099 w 12203753"/>
              <a:gd name="connsiteY3289" fmla="*/ 4798263 h 6858000"/>
              <a:gd name="connsiteX3290" fmla="*/ 141346 w 12203753"/>
              <a:gd name="connsiteY3290" fmla="*/ 4684041 h 6858000"/>
              <a:gd name="connsiteX3291" fmla="*/ 11920501 w 12203753"/>
              <a:gd name="connsiteY3291" fmla="*/ 4607426 h 6858000"/>
              <a:gd name="connsiteX3292" fmla="*/ 11943128 w 12203753"/>
              <a:gd name="connsiteY3292" fmla="*/ 4646626 h 6858000"/>
              <a:gd name="connsiteX3293" fmla="*/ 11847390 w 12203753"/>
              <a:gd name="connsiteY3293" fmla="*/ 4709155 h 6858000"/>
              <a:gd name="connsiteX3294" fmla="*/ 11745343 w 12203753"/>
              <a:gd name="connsiteY3294" fmla="*/ 4760848 h 6858000"/>
              <a:gd name="connsiteX3295" fmla="*/ 11722715 w 12203753"/>
              <a:gd name="connsiteY3295" fmla="*/ 4721648 h 6858000"/>
              <a:gd name="connsiteX3296" fmla="*/ 11722715 w 12203753"/>
              <a:gd name="connsiteY3296" fmla="*/ 4721584 h 6858000"/>
              <a:gd name="connsiteX3297" fmla="*/ 11818516 w 12203753"/>
              <a:gd name="connsiteY3297" fmla="*/ 4659055 h 6858000"/>
              <a:gd name="connsiteX3298" fmla="*/ 11920501 w 12203753"/>
              <a:gd name="connsiteY3298" fmla="*/ 4607426 h 6858000"/>
              <a:gd name="connsiteX3299" fmla="*/ 11129360 w 12203753"/>
              <a:gd name="connsiteY3299" fmla="*/ 4607426 h 6858000"/>
              <a:gd name="connsiteX3300" fmla="*/ 11151987 w 12203753"/>
              <a:gd name="connsiteY3300" fmla="*/ 4646626 h 6858000"/>
              <a:gd name="connsiteX3301" fmla="*/ 11056249 w 12203753"/>
              <a:gd name="connsiteY3301" fmla="*/ 4709155 h 6858000"/>
              <a:gd name="connsiteX3302" fmla="*/ 10954265 w 12203753"/>
              <a:gd name="connsiteY3302" fmla="*/ 4760848 h 6858000"/>
              <a:gd name="connsiteX3303" fmla="*/ 10931638 w 12203753"/>
              <a:gd name="connsiteY3303" fmla="*/ 4721648 h 6858000"/>
              <a:gd name="connsiteX3304" fmla="*/ 10931638 w 12203753"/>
              <a:gd name="connsiteY3304" fmla="*/ 4721584 h 6858000"/>
              <a:gd name="connsiteX3305" fmla="*/ 11027376 w 12203753"/>
              <a:gd name="connsiteY3305" fmla="*/ 4659055 h 6858000"/>
              <a:gd name="connsiteX3306" fmla="*/ 11129360 w 12203753"/>
              <a:gd name="connsiteY3306" fmla="*/ 4607426 h 6858000"/>
              <a:gd name="connsiteX3307" fmla="*/ 10338218 w 12203753"/>
              <a:gd name="connsiteY3307" fmla="*/ 4607426 h 6858000"/>
              <a:gd name="connsiteX3308" fmla="*/ 10360845 w 12203753"/>
              <a:gd name="connsiteY3308" fmla="*/ 4646626 h 6858000"/>
              <a:gd name="connsiteX3309" fmla="*/ 10265107 w 12203753"/>
              <a:gd name="connsiteY3309" fmla="*/ 4709155 h 6858000"/>
              <a:gd name="connsiteX3310" fmla="*/ 10163123 w 12203753"/>
              <a:gd name="connsiteY3310" fmla="*/ 4760848 h 6858000"/>
              <a:gd name="connsiteX3311" fmla="*/ 10140496 w 12203753"/>
              <a:gd name="connsiteY3311" fmla="*/ 4721648 h 6858000"/>
              <a:gd name="connsiteX3312" fmla="*/ 10140496 w 12203753"/>
              <a:gd name="connsiteY3312" fmla="*/ 4721584 h 6858000"/>
              <a:gd name="connsiteX3313" fmla="*/ 10236234 w 12203753"/>
              <a:gd name="connsiteY3313" fmla="*/ 4659055 h 6858000"/>
              <a:gd name="connsiteX3314" fmla="*/ 10338218 w 12203753"/>
              <a:gd name="connsiteY3314" fmla="*/ 4607426 h 6858000"/>
              <a:gd name="connsiteX3315" fmla="*/ 9547140 w 12203753"/>
              <a:gd name="connsiteY3315" fmla="*/ 4607426 h 6858000"/>
              <a:gd name="connsiteX3316" fmla="*/ 9569768 w 12203753"/>
              <a:gd name="connsiteY3316" fmla="*/ 4646626 h 6858000"/>
              <a:gd name="connsiteX3317" fmla="*/ 9474030 w 12203753"/>
              <a:gd name="connsiteY3317" fmla="*/ 4709155 h 6858000"/>
              <a:gd name="connsiteX3318" fmla="*/ 9371982 w 12203753"/>
              <a:gd name="connsiteY3318" fmla="*/ 4760848 h 6858000"/>
              <a:gd name="connsiteX3319" fmla="*/ 9349355 w 12203753"/>
              <a:gd name="connsiteY3319" fmla="*/ 4721648 h 6858000"/>
              <a:gd name="connsiteX3320" fmla="*/ 9349355 w 12203753"/>
              <a:gd name="connsiteY3320" fmla="*/ 4721584 h 6858000"/>
              <a:gd name="connsiteX3321" fmla="*/ 9445093 w 12203753"/>
              <a:gd name="connsiteY3321" fmla="*/ 4659055 h 6858000"/>
              <a:gd name="connsiteX3322" fmla="*/ 9547140 w 12203753"/>
              <a:gd name="connsiteY3322" fmla="*/ 4607426 h 6858000"/>
              <a:gd name="connsiteX3323" fmla="*/ 8755998 w 12203753"/>
              <a:gd name="connsiteY3323" fmla="*/ 4607426 h 6858000"/>
              <a:gd name="connsiteX3324" fmla="*/ 8778626 w 12203753"/>
              <a:gd name="connsiteY3324" fmla="*/ 4646626 h 6858000"/>
              <a:gd name="connsiteX3325" fmla="*/ 8682888 w 12203753"/>
              <a:gd name="connsiteY3325" fmla="*/ 4709155 h 6858000"/>
              <a:gd name="connsiteX3326" fmla="*/ 8580840 w 12203753"/>
              <a:gd name="connsiteY3326" fmla="*/ 4760848 h 6858000"/>
              <a:gd name="connsiteX3327" fmla="*/ 8558213 w 12203753"/>
              <a:gd name="connsiteY3327" fmla="*/ 4721648 h 6858000"/>
              <a:gd name="connsiteX3328" fmla="*/ 8558213 w 12203753"/>
              <a:gd name="connsiteY3328" fmla="*/ 4721584 h 6858000"/>
              <a:gd name="connsiteX3329" fmla="*/ 8654014 w 12203753"/>
              <a:gd name="connsiteY3329" fmla="*/ 4659055 h 6858000"/>
              <a:gd name="connsiteX3330" fmla="*/ 8755998 w 12203753"/>
              <a:gd name="connsiteY3330" fmla="*/ 4607426 h 6858000"/>
              <a:gd name="connsiteX3331" fmla="*/ 7964857 w 12203753"/>
              <a:gd name="connsiteY3331" fmla="*/ 4607426 h 6858000"/>
              <a:gd name="connsiteX3332" fmla="*/ 7987485 w 12203753"/>
              <a:gd name="connsiteY3332" fmla="*/ 4646626 h 6858000"/>
              <a:gd name="connsiteX3333" fmla="*/ 7891747 w 12203753"/>
              <a:gd name="connsiteY3333" fmla="*/ 4709155 h 6858000"/>
              <a:gd name="connsiteX3334" fmla="*/ 7789699 w 12203753"/>
              <a:gd name="connsiteY3334" fmla="*/ 4760848 h 6858000"/>
              <a:gd name="connsiteX3335" fmla="*/ 7767072 w 12203753"/>
              <a:gd name="connsiteY3335" fmla="*/ 4721648 h 6858000"/>
              <a:gd name="connsiteX3336" fmla="*/ 7767072 w 12203753"/>
              <a:gd name="connsiteY3336" fmla="*/ 4721584 h 6858000"/>
              <a:gd name="connsiteX3337" fmla="*/ 7862873 w 12203753"/>
              <a:gd name="connsiteY3337" fmla="*/ 4659055 h 6858000"/>
              <a:gd name="connsiteX3338" fmla="*/ 7964857 w 12203753"/>
              <a:gd name="connsiteY3338" fmla="*/ 4607426 h 6858000"/>
              <a:gd name="connsiteX3339" fmla="*/ 7173716 w 12203753"/>
              <a:gd name="connsiteY3339" fmla="*/ 4607426 h 6858000"/>
              <a:gd name="connsiteX3340" fmla="*/ 7196344 w 12203753"/>
              <a:gd name="connsiteY3340" fmla="*/ 4646626 h 6858000"/>
              <a:gd name="connsiteX3341" fmla="*/ 7100606 w 12203753"/>
              <a:gd name="connsiteY3341" fmla="*/ 4709155 h 6858000"/>
              <a:gd name="connsiteX3342" fmla="*/ 6998558 w 12203753"/>
              <a:gd name="connsiteY3342" fmla="*/ 4760848 h 6858000"/>
              <a:gd name="connsiteX3343" fmla="*/ 6975995 w 12203753"/>
              <a:gd name="connsiteY3343" fmla="*/ 4721648 h 6858000"/>
              <a:gd name="connsiteX3344" fmla="*/ 6975995 w 12203753"/>
              <a:gd name="connsiteY3344" fmla="*/ 4721584 h 6858000"/>
              <a:gd name="connsiteX3345" fmla="*/ 7071731 w 12203753"/>
              <a:gd name="connsiteY3345" fmla="*/ 4659055 h 6858000"/>
              <a:gd name="connsiteX3346" fmla="*/ 7173716 w 12203753"/>
              <a:gd name="connsiteY3346" fmla="*/ 4607426 h 6858000"/>
              <a:gd name="connsiteX3347" fmla="*/ 6382638 w 12203753"/>
              <a:gd name="connsiteY3347" fmla="*/ 4607426 h 6858000"/>
              <a:gd name="connsiteX3348" fmla="*/ 6405201 w 12203753"/>
              <a:gd name="connsiteY3348" fmla="*/ 4646626 h 6858000"/>
              <a:gd name="connsiteX3349" fmla="*/ 6309528 w 12203753"/>
              <a:gd name="connsiteY3349" fmla="*/ 4709155 h 6858000"/>
              <a:gd name="connsiteX3350" fmla="*/ 6207480 w 12203753"/>
              <a:gd name="connsiteY3350" fmla="*/ 4760848 h 6858000"/>
              <a:gd name="connsiteX3351" fmla="*/ 6184852 w 12203753"/>
              <a:gd name="connsiteY3351" fmla="*/ 4721648 h 6858000"/>
              <a:gd name="connsiteX3352" fmla="*/ 6184852 w 12203753"/>
              <a:gd name="connsiteY3352" fmla="*/ 4721584 h 6858000"/>
              <a:gd name="connsiteX3353" fmla="*/ 6280590 w 12203753"/>
              <a:gd name="connsiteY3353" fmla="*/ 4659055 h 6858000"/>
              <a:gd name="connsiteX3354" fmla="*/ 6382638 w 12203753"/>
              <a:gd name="connsiteY3354" fmla="*/ 4607426 h 6858000"/>
              <a:gd name="connsiteX3355" fmla="*/ 5591444 w 12203753"/>
              <a:gd name="connsiteY3355" fmla="*/ 4607426 h 6858000"/>
              <a:gd name="connsiteX3356" fmla="*/ 5614067 w 12203753"/>
              <a:gd name="connsiteY3356" fmla="*/ 4646626 h 6858000"/>
              <a:gd name="connsiteX3357" fmla="*/ 5518332 w 12203753"/>
              <a:gd name="connsiteY3357" fmla="*/ 4709155 h 6858000"/>
              <a:gd name="connsiteX3358" fmla="*/ 5416289 w 12203753"/>
              <a:gd name="connsiteY3358" fmla="*/ 4760848 h 6858000"/>
              <a:gd name="connsiteX3359" fmla="*/ 5393662 w 12203753"/>
              <a:gd name="connsiteY3359" fmla="*/ 4721648 h 6858000"/>
              <a:gd name="connsiteX3360" fmla="*/ 5393724 w 12203753"/>
              <a:gd name="connsiteY3360" fmla="*/ 4721584 h 6858000"/>
              <a:gd name="connsiteX3361" fmla="*/ 5489459 w 12203753"/>
              <a:gd name="connsiteY3361" fmla="*/ 4659055 h 6858000"/>
              <a:gd name="connsiteX3362" fmla="*/ 5591444 w 12203753"/>
              <a:gd name="connsiteY3362" fmla="*/ 4607426 h 6858000"/>
              <a:gd name="connsiteX3363" fmla="*/ 4800366 w 12203753"/>
              <a:gd name="connsiteY3363" fmla="*/ 4607426 h 6858000"/>
              <a:gd name="connsiteX3364" fmla="*/ 4822988 w 12203753"/>
              <a:gd name="connsiteY3364" fmla="*/ 4646626 h 6858000"/>
              <a:gd name="connsiteX3365" fmla="*/ 4727254 w 12203753"/>
              <a:gd name="connsiteY3365" fmla="*/ 4709155 h 6858000"/>
              <a:gd name="connsiteX3366" fmla="*/ 4625211 w 12203753"/>
              <a:gd name="connsiteY3366" fmla="*/ 4760848 h 6858000"/>
              <a:gd name="connsiteX3367" fmla="*/ 4602581 w 12203753"/>
              <a:gd name="connsiteY3367" fmla="*/ 4721648 h 6858000"/>
              <a:gd name="connsiteX3368" fmla="*/ 4602649 w 12203753"/>
              <a:gd name="connsiteY3368" fmla="*/ 4721584 h 6858000"/>
              <a:gd name="connsiteX3369" fmla="*/ 4698380 w 12203753"/>
              <a:gd name="connsiteY3369" fmla="*/ 4659055 h 6858000"/>
              <a:gd name="connsiteX3370" fmla="*/ 4800366 w 12203753"/>
              <a:gd name="connsiteY3370" fmla="*/ 4607426 h 6858000"/>
              <a:gd name="connsiteX3371" fmla="*/ 4009303 w 12203753"/>
              <a:gd name="connsiteY3371" fmla="*/ 4607426 h 6858000"/>
              <a:gd name="connsiteX3372" fmla="*/ 4031930 w 12203753"/>
              <a:gd name="connsiteY3372" fmla="*/ 4646626 h 6858000"/>
              <a:gd name="connsiteX3373" fmla="*/ 3936200 w 12203753"/>
              <a:gd name="connsiteY3373" fmla="*/ 4709155 h 6858000"/>
              <a:gd name="connsiteX3374" fmla="*/ 3834153 w 12203753"/>
              <a:gd name="connsiteY3374" fmla="*/ 4760848 h 6858000"/>
              <a:gd name="connsiteX3375" fmla="*/ 3811524 w 12203753"/>
              <a:gd name="connsiteY3375" fmla="*/ 4721648 h 6858000"/>
              <a:gd name="connsiteX3376" fmla="*/ 3811587 w 12203753"/>
              <a:gd name="connsiteY3376" fmla="*/ 4721584 h 6858000"/>
              <a:gd name="connsiteX3377" fmla="*/ 3907323 w 12203753"/>
              <a:gd name="connsiteY3377" fmla="*/ 4659055 h 6858000"/>
              <a:gd name="connsiteX3378" fmla="*/ 4009303 w 12203753"/>
              <a:gd name="connsiteY3378" fmla="*/ 4607426 h 6858000"/>
              <a:gd name="connsiteX3379" fmla="*/ 3218243 w 12203753"/>
              <a:gd name="connsiteY3379" fmla="*/ 4607426 h 6858000"/>
              <a:gd name="connsiteX3380" fmla="*/ 3240871 w 12203753"/>
              <a:gd name="connsiteY3380" fmla="*/ 4646626 h 6858000"/>
              <a:gd name="connsiteX3381" fmla="*/ 3145144 w 12203753"/>
              <a:gd name="connsiteY3381" fmla="*/ 4709155 h 6858000"/>
              <a:gd name="connsiteX3382" fmla="*/ 3043094 w 12203753"/>
              <a:gd name="connsiteY3382" fmla="*/ 4760848 h 6858000"/>
              <a:gd name="connsiteX3383" fmla="*/ 3020464 w 12203753"/>
              <a:gd name="connsiteY3383" fmla="*/ 4721648 h 6858000"/>
              <a:gd name="connsiteX3384" fmla="*/ 3020464 w 12203753"/>
              <a:gd name="connsiteY3384" fmla="*/ 4721584 h 6858000"/>
              <a:gd name="connsiteX3385" fmla="*/ 3116202 w 12203753"/>
              <a:gd name="connsiteY3385" fmla="*/ 4659055 h 6858000"/>
              <a:gd name="connsiteX3386" fmla="*/ 3218243 w 12203753"/>
              <a:gd name="connsiteY3386" fmla="*/ 4607426 h 6858000"/>
              <a:gd name="connsiteX3387" fmla="*/ 2427105 w 12203753"/>
              <a:gd name="connsiteY3387" fmla="*/ 4607426 h 6858000"/>
              <a:gd name="connsiteX3388" fmla="*/ 2449735 w 12203753"/>
              <a:gd name="connsiteY3388" fmla="*/ 4646626 h 6858000"/>
              <a:gd name="connsiteX3389" fmla="*/ 2353993 w 12203753"/>
              <a:gd name="connsiteY3389" fmla="*/ 4709155 h 6858000"/>
              <a:gd name="connsiteX3390" fmla="*/ 2251951 w 12203753"/>
              <a:gd name="connsiteY3390" fmla="*/ 4760848 h 6858000"/>
              <a:gd name="connsiteX3391" fmla="*/ 2229324 w 12203753"/>
              <a:gd name="connsiteY3391" fmla="*/ 4721648 h 6858000"/>
              <a:gd name="connsiteX3392" fmla="*/ 2229324 w 12203753"/>
              <a:gd name="connsiteY3392" fmla="*/ 4721584 h 6858000"/>
              <a:gd name="connsiteX3393" fmla="*/ 2325057 w 12203753"/>
              <a:gd name="connsiteY3393" fmla="*/ 4659055 h 6858000"/>
              <a:gd name="connsiteX3394" fmla="*/ 2427105 w 12203753"/>
              <a:gd name="connsiteY3394" fmla="*/ 4607426 h 6858000"/>
              <a:gd name="connsiteX3395" fmla="*/ 1635980 w 12203753"/>
              <a:gd name="connsiteY3395" fmla="*/ 4607426 h 6858000"/>
              <a:gd name="connsiteX3396" fmla="*/ 1658607 w 12203753"/>
              <a:gd name="connsiteY3396" fmla="*/ 4646626 h 6858000"/>
              <a:gd name="connsiteX3397" fmla="*/ 1562870 w 12203753"/>
              <a:gd name="connsiteY3397" fmla="*/ 4709155 h 6858000"/>
              <a:gd name="connsiteX3398" fmla="*/ 1460821 w 12203753"/>
              <a:gd name="connsiteY3398" fmla="*/ 4760848 h 6858000"/>
              <a:gd name="connsiteX3399" fmla="*/ 1438196 w 12203753"/>
              <a:gd name="connsiteY3399" fmla="*/ 4721648 h 6858000"/>
              <a:gd name="connsiteX3400" fmla="*/ 1438196 w 12203753"/>
              <a:gd name="connsiteY3400" fmla="*/ 4721584 h 6858000"/>
              <a:gd name="connsiteX3401" fmla="*/ 1533934 w 12203753"/>
              <a:gd name="connsiteY3401" fmla="*/ 4659055 h 6858000"/>
              <a:gd name="connsiteX3402" fmla="*/ 1635980 w 12203753"/>
              <a:gd name="connsiteY3402" fmla="*/ 4607426 h 6858000"/>
              <a:gd name="connsiteX3403" fmla="*/ 844900 w 12203753"/>
              <a:gd name="connsiteY3403" fmla="*/ 4607426 h 6858000"/>
              <a:gd name="connsiteX3404" fmla="*/ 867526 w 12203753"/>
              <a:gd name="connsiteY3404" fmla="*/ 4646626 h 6858000"/>
              <a:gd name="connsiteX3405" fmla="*/ 771791 w 12203753"/>
              <a:gd name="connsiteY3405" fmla="*/ 4709155 h 6858000"/>
              <a:gd name="connsiteX3406" fmla="*/ 669744 w 12203753"/>
              <a:gd name="connsiteY3406" fmla="*/ 4760848 h 6858000"/>
              <a:gd name="connsiteX3407" fmla="*/ 647116 w 12203753"/>
              <a:gd name="connsiteY3407" fmla="*/ 4721648 h 6858000"/>
              <a:gd name="connsiteX3408" fmla="*/ 647116 w 12203753"/>
              <a:gd name="connsiteY3408" fmla="*/ 4721584 h 6858000"/>
              <a:gd name="connsiteX3409" fmla="*/ 742854 w 12203753"/>
              <a:gd name="connsiteY3409" fmla="*/ 4659055 h 6858000"/>
              <a:gd name="connsiteX3410" fmla="*/ 844900 w 12203753"/>
              <a:gd name="connsiteY3410" fmla="*/ 4607426 h 6858000"/>
              <a:gd name="connsiteX3411" fmla="*/ 53706 w 12203753"/>
              <a:gd name="connsiteY3411" fmla="*/ 4607426 h 6858000"/>
              <a:gd name="connsiteX3412" fmla="*/ 76333 w 12203753"/>
              <a:gd name="connsiteY3412" fmla="*/ 4646626 h 6858000"/>
              <a:gd name="connsiteX3413" fmla="*/ 48496 w 12203753"/>
              <a:gd name="connsiteY3413" fmla="*/ 4666322 h 6858000"/>
              <a:gd name="connsiteX3414" fmla="*/ 0 w 12203753"/>
              <a:gd name="connsiteY3414" fmla="*/ 4696915 h 6858000"/>
              <a:gd name="connsiteX3415" fmla="*/ 0 w 12203753"/>
              <a:gd name="connsiteY3415" fmla="*/ 4633644 h 6858000"/>
              <a:gd name="connsiteX3416" fmla="*/ 22745 w 12203753"/>
              <a:gd name="connsiteY3416" fmla="*/ 4621672 h 6858000"/>
              <a:gd name="connsiteX3417" fmla="*/ 53706 w 12203753"/>
              <a:gd name="connsiteY3417" fmla="*/ 4607426 h 6858000"/>
              <a:gd name="connsiteX3418" fmla="*/ 5811965 w 12203753"/>
              <a:gd name="connsiteY3418" fmla="*/ 4607385 h 6858000"/>
              <a:gd name="connsiteX3419" fmla="*/ 5820348 w 12203753"/>
              <a:gd name="connsiteY3419" fmla="*/ 4611091 h 6858000"/>
              <a:gd name="connsiteX3420" fmla="*/ 5913960 w 12203753"/>
              <a:gd name="connsiteY3420" fmla="*/ 4658991 h 6858000"/>
              <a:gd name="connsiteX3421" fmla="*/ 6009695 w 12203753"/>
              <a:gd name="connsiteY3421" fmla="*/ 4721521 h 6858000"/>
              <a:gd name="connsiteX3422" fmla="*/ 5987067 w 12203753"/>
              <a:gd name="connsiteY3422" fmla="*/ 4760721 h 6858000"/>
              <a:gd name="connsiteX3423" fmla="*/ 5885086 w 12203753"/>
              <a:gd name="connsiteY3423" fmla="*/ 4709091 h 6858000"/>
              <a:gd name="connsiteX3424" fmla="*/ 5789350 w 12203753"/>
              <a:gd name="connsiteY3424" fmla="*/ 4646562 h 6858000"/>
              <a:gd name="connsiteX3425" fmla="*/ 5020837 w 12203753"/>
              <a:gd name="connsiteY3425" fmla="*/ 4607385 h 6858000"/>
              <a:gd name="connsiteX3426" fmla="*/ 5029217 w 12203753"/>
              <a:gd name="connsiteY3426" fmla="*/ 4611091 h 6858000"/>
              <a:gd name="connsiteX3427" fmla="*/ 5122827 w 12203753"/>
              <a:gd name="connsiteY3427" fmla="*/ 4658991 h 6858000"/>
              <a:gd name="connsiteX3428" fmla="*/ 5218566 w 12203753"/>
              <a:gd name="connsiteY3428" fmla="*/ 4721521 h 6858000"/>
              <a:gd name="connsiteX3429" fmla="*/ 5195941 w 12203753"/>
              <a:gd name="connsiteY3429" fmla="*/ 4760721 h 6858000"/>
              <a:gd name="connsiteX3430" fmla="*/ 5093953 w 12203753"/>
              <a:gd name="connsiteY3430" fmla="*/ 4709091 h 6858000"/>
              <a:gd name="connsiteX3431" fmla="*/ 4998215 w 12203753"/>
              <a:gd name="connsiteY3431" fmla="*/ 4646562 h 6858000"/>
              <a:gd name="connsiteX3432" fmla="*/ 4229752 w 12203753"/>
              <a:gd name="connsiteY3432" fmla="*/ 4607385 h 6858000"/>
              <a:gd name="connsiteX3433" fmla="*/ 4238133 w 12203753"/>
              <a:gd name="connsiteY3433" fmla="*/ 4611091 h 6858000"/>
              <a:gd name="connsiteX3434" fmla="*/ 4331748 w 12203753"/>
              <a:gd name="connsiteY3434" fmla="*/ 4658991 h 6858000"/>
              <a:gd name="connsiteX3435" fmla="*/ 4427491 w 12203753"/>
              <a:gd name="connsiteY3435" fmla="*/ 4721521 h 6858000"/>
              <a:gd name="connsiteX3436" fmla="*/ 4404860 w 12203753"/>
              <a:gd name="connsiteY3436" fmla="*/ 4760721 h 6858000"/>
              <a:gd name="connsiteX3437" fmla="*/ 4302877 w 12203753"/>
              <a:gd name="connsiteY3437" fmla="*/ 4709091 h 6858000"/>
              <a:gd name="connsiteX3438" fmla="*/ 4207137 w 12203753"/>
              <a:gd name="connsiteY3438" fmla="*/ 4646562 h 6858000"/>
              <a:gd name="connsiteX3439" fmla="*/ 3438701 w 12203753"/>
              <a:gd name="connsiteY3439" fmla="*/ 4607385 h 6858000"/>
              <a:gd name="connsiteX3440" fmla="*/ 3447084 w 12203753"/>
              <a:gd name="connsiteY3440" fmla="*/ 4611091 h 6858000"/>
              <a:gd name="connsiteX3441" fmla="*/ 3540702 w 12203753"/>
              <a:gd name="connsiteY3441" fmla="*/ 4658991 h 6858000"/>
              <a:gd name="connsiteX3442" fmla="*/ 3636436 w 12203753"/>
              <a:gd name="connsiteY3442" fmla="*/ 4721521 h 6858000"/>
              <a:gd name="connsiteX3443" fmla="*/ 3613807 w 12203753"/>
              <a:gd name="connsiteY3443" fmla="*/ 4760721 h 6858000"/>
              <a:gd name="connsiteX3444" fmla="*/ 3511829 w 12203753"/>
              <a:gd name="connsiteY3444" fmla="*/ 4709091 h 6858000"/>
              <a:gd name="connsiteX3445" fmla="*/ 3416090 w 12203753"/>
              <a:gd name="connsiteY3445" fmla="*/ 4646562 h 6858000"/>
              <a:gd name="connsiteX3446" fmla="*/ 2647573 w 12203753"/>
              <a:gd name="connsiteY3446" fmla="*/ 4607385 h 6858000"/>
              <a:gd name="connsiteX3447" fmla="*/ 2655955 w 12203753"/>
              <a:gd name="connsiteY3447" fmla="*/ 4611091 h 6858000"/>
              <a:gd name="connsiteX3448" fmla="*/ 2749571 w 12203753"/>
              <a:gd name="connsiteY3448" fmla="*/ 4658991 h 6858000"/>
              <a:gd name="connsiteX3449" fmla="*/ 2845305 w 12203753"/>
              <a:gd name="connsiteY3449" fmla="*/ 4721521 h 6858000"/>
              <a:gd name="connsiteX3450" fmla="*/ 2822677 w 12203753"/>
              <a:gd name="connsiteY3450" fmla="*/ 4760721 h 6858000"/>
              <a:gd name="connsiteX3451" fmla="*/ 2720696 w 12203753"/>
              <a:gd name="connsiteY3451" fmla="*/ 4709091 h 6858000"/>
              <a:gd name="connsiteX3452" fmla="*/ 2624959 w 12203753"/>
              <a:gd name="connsiteY3452" fmla="*/ 4646562 h 6858000"/>
              <a:gd name="connsiteX3453" fmla="*/ 1856440 w 12203753"/>
              <a:gd name="connsiteY3453" fmla="*/ 4607385 h 6858000"/>
              <a:gd name="connsiteX3454" fmla="*/ 1864826 w 12203753"/>
              <a:gd name="connsiteY3454" fmla="*/ 4611091 h 6858000"/>
              <a:gd name="connsiteX3455" fmla="*/ 1958439 w 12203753"/>
              <a:gd name="connsiteY3455" fmla="*/ 4658991 h 6858000"/>
              <a:gd name="connsiteX3456" fmla="*/ 2054174 w 12203753"/>
              <a:gd name="connsiteY3456" fmla="*/ 4721521 h 6858000"/>
              <a:gd name="connsiteX3457" fmla="*/ 2031546 w 12203753"/>
              <a:gd name="connsiteY3457" fmla="*/ 4760721 h 6858000"/>
              <a:gd name="connsiteX3458" fmla="*/ 1929564 w 12203753"/>
              <a:gd name="connsiteY3458" fmla="*/ 4709091 h 6858000"/>
              <a:gd name="connsiteX3459" fmla="*/ 1833827 w 12203753"/>
              <a:gd name="connsiteY3459" fmla="*/ 4646562 h 6858000"/>
              <a:gd name="connsiteX3460" fmla="*/ 1065369 w 12203753"/>
              <a:gd name="connsiteY3460" fmla="*/ 4607385 h 6858000"/>
              <a:gd name="connsiteX3461" fmla="*/ 1073750 w 12203753"/>
              <a:gd name="connsiteY3461" fmla="*/ 4611091 h 6858000"/>
              <a:gd name="connsiteX3462" fmla="*/ 1167366 w 12203753"/>
              <a:gd name="connsiteY3462" fmla="*/ 4658991 h 6858000"/>
              <a:gd name="connsiteX3463" fmla="*/ 1263103 w 12203753"/>
              <a:gd name="connsiteY3463" fmla="*/ 4721521 h 6858000"/>
              <a:gd name="connsiteX3464" fmla="*/ 1240476 w 12203753"/>
              <a:gd name="connsiteY3464" fmla="*/ 4760721 h 6858000"/>
              <a:gd name="connsiteX3465" fmla="*/ 1138491 w 12203753"/>
              <a:gd name="connsiteY3465" fmla="*/ 4709091 h 6858000"/>
              <a:gd name="connsiteX3466" fmla="*/ 1042746 w 12203753"/>
              <a:gd name="connsiteY3466" fmla="*/ 4646562 h 6858000"/>
              <a:gd name="connsiteX3467" fmla="*/ 274229 w 12203753"/>
              <a:gd name="connsiteY3467" fmla="*/ 4607385 h 6858000"/>
              <a:gd name="connsiteX3468" fmla="*/ 282613 w 12203753"/>
              <a:gd name="connsiteY3468" fmla="*/ 4611091 h 6858000"/>
              <a:gd name="connsiteX3469" fmla="*/ 376224 w 12203753"/>
              <a:gd name="connsiteY3469" fmla="*/ 4658991 h 6858000"/>
              <a:gd name="connsiteX3470" fmla="*/ 471959 w 12203753"/>
              <a:gd name="connsiteY3470" fmla="*/ 4721521 h 6858000"/>
              <a:gd name="connsiteX3471" fmla="*/ 449332 w 12203753"/>
              <a:gd name="connsiteY3471" fmla="*/ 4760721 h 6858000"/>
              <a:gd name="connsiteX3472" fmla="*/ 347352 w 12203753"/>
              <a:gd name="connsiteY3472" fmla="*/ 4709091 h 6858000"/>
              <a:gd name="connsiteX3473" fmla="*/ 251614 w 12203753"/>
              <a:gd name="connsiteY3473" fmla="*/ 4646562 h 6858000"/>
              <a:gd name="connsiteX3474" fmla="*/ 12140914 w 12203753"/>
              <a:gd name="connsiteY3474" fmla="*/ 4607362 h 6858000"/>
              <a:gd name="connsiteX3475" fmla="*/ 12171908 w 12203753"/>
              <a:gd name="connsiteY3475" fmla="*/ 4621608 h 6858000"/>
              <a:gd name="connsiteX3476" fmla="*/ 12203753 w 12203753"/>
              <a:gd name="connsiteY3476" fmla="*/ 4638363 h 6858000"/>
              <a:gd name="connsiteX3477" fmla="*/ 12203753 w 12203753"/>
              <a:gd name="connsiteY3477" fmla="*/ 4702575 h 6858000"/>
              <a:gd name="connsiteX3478" fmla="*/ 12146156 w 12203753"/>
              <a:gd name="connsiteY3478" fmla="*/ 4666258 h 6858000"/>
              <a:gd name="connsiteX3479" fmla="*/ 12118286 w 12203753"/>
              <a:gd name="connsiteY3479" fmla="*/ 4646562 h 6858000"/>
              <a:gd name="connsiteX3480" fmla="*/ 11349836 w 12203753"/>
              <a:gd name="connsiteY3480" fmla="*/ 4607362 h 6858000"/>
              <a:gd name="connsiteX3481" fmla="*/ 11451820 w 12203753"/>
              <a:gd name="connsiteY3481" fmla="*/ 4658991 h 6858000"/>
              <a:gd name="connsiteX3482" fmla="*/ 11547558 w 12203753"/>
              <a:gd name="connsiteY3482" fmla="*/ 4721521 h 6858000"/>
              <a:gd name="connsiteX3483" fmla="*/ 11524930 w 12203753"/>
              <a:gd name="connsiteY3483" fmla="*/ 4760721 h 6858000"/>
              <a:gd name="connsiteX3484" fmla="*/ 11422946 w 12203753"/>
              <a:gd name="connsiteY3484" fmla="*/ 4709091 h 6858000"/>
              <a:gd name="connsiteX3485" fmla="*/ 11327208 w 12203753"/>
              <a:gd name="connsiteY3485" fmla="*/ 4646562 h 6858000"/>
              <a:gd name="connsiteX3486" fmla="*/ 10558694 w 12203753"/>
              <a:gd name="connsiteY3486" fmla="*/ 4607362 h 6858000"/>
              <a:gd name="connsiteX3487" fmla="*/ 10660678 w 12203753"/>
              <a:gd name="connsiteY3487" fmla="*/ 4658991 h 6858000"/>
              <a:gd name="connsiteX3488" fmla="*/ 10756416 w 12203753"/>
              <a:gd name="connsiteY3488" fmla="*/ 4721521 h 6858000"/>
              <a:gd name="connsiteX3489" fmla="*/ 10733788 w 12203753"/>
              <a:gd name="connsiteY3489" fmla="*/ 4760721 h 6858000"/>
              <a:gd name="connsiteX3490" fmla="*/ 10631804 w 12203753"/>
              <a:gd name="connsiteY3490" fmla="*/ 4709091 h 6858000"/>
              <a:gd name="connsiteX3491" fmla="*/ 10536066 w 12203753"/>
              <a:gd name="connsiteY3491" fmla="*/ 4646562 h 6858000"/>
              <a:gd name="connsiteX3492" fmla="*/ 9767553 w 12203753"/>
              <a:gd name="connsiteY3492" fmla="*/ 4607362 h 6858000"/>
              <a:gd name="connsiteX3493" fmla="*/ 9869601 w 12203753"/>
              <a:gd name="connsiteY3493" fmla="*/ 4658991 h 6858000"/>
              <a:gd name="connsiteX3494" fmla="*/ 9965339 w 12203753"/>
              <a:gd name="connsiteY3494" fmla="*/ 4721521 h 6858000"/>
              <a:gd name="connsiteX3495" fmla="*/ 9942711 w 12203753"/>
              <a:gd name="connsiteY3495" fmla="*/ 4760721 h 6858000"/>
              <a:gd name="connsiteX3496" fmla="*/ 9840663 w 12203753"/>
              <a:gd name="connsiteY3496" fmla="*/ 4709091 h 6858000"/>
              <a:gd name="connsiteX3497" fmla="*/ 9744925 w 12203753"/>
              <a:gd name="connsiteY3497" fmla="*/ 4646562 h 6858000"/>
              <a:gd name="connsiteX3498" fmla="*/ 8976412 w 12203753"/>
              <a:gd name="connsiteY3498" fmla="*/ 4607362 h 6858000"/>
              <a:gd name="connsiteX3499" fmla="*/ 9078460 w 12203753"/>
              <a:gd name="connsiteY3499" fmla="*/ 4658991 h 6858000"/>
              <a:gd name="connsiteX3500" fmla="*/ 9174198 w 12203753"/>
              <a:gd name="connsiteY3500" fmla="*/ 4721521 h 6858000"/>
              <a:gd name="connsiteX3501" fmla="*/ 9151570 w 12203753"/>
              <a:gd name="connsiteY3501" fmla="*/ 4760721 h 6858000"/>
              <a:gd name="connsiteX3502" fmla="*/ 9049585 w 12203753"/>
              <a:gd name="connsiteY3502" fmla="*/ 4709091 h 6858000"/>
              <a:gd name="connsiteX3503" fmla="*/ 8953784 w 12203753"/>
              <a:gd name="connsiteY3503" fmla="*/ 4646562 h 6858000"/>
              <a:gd name="connsiteX3504" fmla="*/ 8185270 w 12203753"/>
              <a:gd name="connsiteY3504" fmla="*/ 4607362 h 6858000"/>
              <a:gd name="connsiteX3505" fmla="*/ 8287318 w 12203753"/>
              <a:gd name="connsiteY3505" fmla="*/ 4658991 h 6858000"/>
              <a:gd name="connsiteX3506" fmla="*/ 8383056 w 12203753"/>
              <a:gd name="connsiteY3506" fmla="*/ 4721521 h 6858000"/>
              <a:gd name="connsiteX3507" fmla="*/ 8360428 w 12203753"/>
              <a:gd name="connsiteY3507" fmla="*/ 4760721 h 6858000"/>
              <a:gd name="connsiteX3508" fmla="*/ 8258443 w 12203753"/>
              <a:gd name="connsiteY3508" fmla="*/ 4709091 h 6858000"/>
              <a:gd name="connsiteX3509" fmla="*/ 8162642 w 12203753"/>
              <a:gd name="connsiteY3509" fmla="*/ 4646562 h 6858000"/>
              <a:gd name="connsiteX3510" fmla="*/ 7394192 w 12203753"/>
              <a:gd name="connsiteY3510" fmla="*/ 4607362 h 6858000"/>
              <a:gd name="connsiteX3511" fmla="*/ 7496176 w 12203753"/>
              <a:gd name="connsiteY3511" fmla="*/ 4658991 h 6858000"/>
              <a:gd name="connsiteX3512" fmla="*/ 7591913 w 12203753"/>
              <a:gd name="connsiteY3512" fmla="*/ 4721521 h 6858000"/>
              <a:gd name="connsiteX3513" fmla="*/ 7569286 w 12203753"/>
              <a:gd name="connsiteY3513" fmla="*/ 4760721 h 6858000"/>
              <a:gd name="connsiteX3514" fmla="*/ 7467302 w 12203753"/>
              <a:gd name="connsiteY3514" fmla="*/ 4709091 h 6858000"/>
              <a:gd name="connsiteX3515" fmla="*/ 7371564 w 12203753"/>
              <a:gd name="connsiteY3515" fmla="*/ 4646562 h 6858000"/>
              <a:gd name="connsiteX3516" fmla="*/ 6603052 w 12203753"/>
              <a:gd name="connsiteY3516" fmla="*/ 4607362 h 6858000"/>
              <a:gd name="connsiteX3517" fmla="*/ 6705100 w 12203753"/>
              <a:gd name="connsiteY3517" fmla="*/ 4658991 h 6858000"/>
              <a:gd name="connsiteX3518" fmla="*/ 6800837 w 12203753"/>
              <a:gd name="connsiteY3518" fmla="*/ 4721521 h 6858000"/>
              <a:gd name="connsiteX3519" fmla="*/ 6778210 w 12203753"/>
              <a:gd name="connsiteY3519" fmla="*/ 4760721 h 6858000"/>
              <a:gd name="connsiteX3520" fmla="*/ 6676161 w 12203753"/>
              <a:gd name="connsiteY3520" fmla="*/ 4709091 h 6858000"/>
              <a:gd name="connsiteX3521" fmla="*/ 6580424 w 12203753"/>
              <a:gd name="connsiteY3521" fmla="*/ 4646562 h 6858000"/>
              <a:gd name="connsiteX3522" fmla="*/ 5811914 w 12203753"/>
              <a:gd name="connsiteY3522" fmla="*/ 4607362 h 6858000"/>
              <a:gd name="connsiteX3523" fmla="*/ 5811979 w 12203753"/>
              <a:gd name="connsiteY3523" fmla="*/ 4607362 h 6858000"/>
              <a:gd name="connsiteX3524" fmla="*/ 5811965 w 12203753"/>
              <a:gd name="connsiteY3524" fmla="*/ 4607385 h 6858000"/>
              <a:gd name="connsiteX3525" fmla="*/ 5020783 w 12203753"/>
              <a:gd name="connsiteY3525" fmla="*/ 4607362 h 6858000"/>
              <a:gd name="connsiteX3526" fmla="*/ 5020848 w 12203753"/>
              <a:gd name="connsiteY3526" fmla="*/ 4607362 h 6858000"/>
              <a:gd name="connsiteX3527" fmla="*/ 5020837 w 12203753"/>
              <a:gd name="connsiteY3527" fmla="*/ 4607385 h 6858000"/>
              <a:gd name="connsiteX3528" fmla="*/ 4229702 w 12203753"/>
              <a:gd name="connsiteY3528" fmla="*/ 4607362 h 6858000"/>
              <a:gd name="connsiteX3529" fmla="*/ 4229764 w 12203753"/>
              <a:gd name="connsiteY3529" fmla="*/ 4607362 h 6858000"/>
              <a:gd name="connsiteX3530" fmla="*/ 4229752 w 12203753"/>
              <a:gd name="connsiteY3530" fmla="*/ 4607385 h 6858000"/>
              <a:gd name="connsiteX3531" fmla="*/ 3438650 w 12203753"/>
              <a:gd name="connsiteY3531" fmla="*/ 4607362 h 6858000"/>
              <a:gd name="connsiteX3532" fmla="*/ 3438713 w 12203753"/>
              <a:gd name="connsiteY3532" fmla="*/ 4607362 h 6858000"/>
              <a:gd name="connsiteX3533" fmla="*/ 3438701 w 12203753"/>
              <a:gd name="connsiteY3533" fmla="*/ 4607385 h 6858000"/>
              <a:gd name="connsiteX3534" fmla="*/ 2647521 w 12203753"/>
              <a:gd name="connsiteY3534" fmla="*/ 4607362 h 6858000"/>
              <a:gd name="connsiteX3535" fmla="*/ 2647585 w 12203753"/>
              <a:gd name="connsiteY3535" fmla="*/ 4607362 h 6858000"/>
              <a:gd name="connsiteX3536" fmla="*/ 2647573 w 12203753"/>
              <a:gd name="connsiteY3536" fmla="*/ 4607385 h 6858000"/>
              <a:gd name="connsiteX3537" fmla="*/ 1856390 w 12203753"/>
              <a:gd name="connsiteY3537" fmla="*/ 4607362 h 6858000"/>
              <a:gd name="connsiteX3538" fmla="*/ 1856455 w 12203753"/>
              <a:gd name="connsiteY3538" fmla="*/ 4607362 h 6858000"/>
              <a:gd name="connsiteX3539" fmla="*/ 1856440 w 12203753"/>
              <a:gd name="connsiteY3539" fmla="*/ 4607385 h 6858000"/>
              <a:gd name="connsiteX3540" fmla="*/ 1065317 w 12203753"/>
              <a:gd name="connsiteY3540" fmla="*/ 4607362 h 6858000"/>
              <a:gd name="connsiteX3541" fmla="*/ 1065382 w 12203753"/>
              <a:gd name="connsiteY3541" fmla="*/ 4607362 h 6858000"/>
              <a:gd name="connsiteX3542" fmla="*/ 1065369 w 12203753"/>
              <a:gd name="connsiteY3542" fmla="*/ 4607385 h 6858000"/>
              <a:gd name="connsiteX3543" fmla="*/ 274178 w 12203753"/>
              <a:gd name="connsiteY3543" fmla="*/ 4607362 h 6858000"/>
              <a:gd name="connsiteX3544" fmla="*/ 274242 w 12203753"/>
              <a:gd name="connsiteY3544" fmla="*/ 4607362 h 6858000"/>
              <a:gd name="connsiteX3545" fmla="*/ 274229 w 12203753"/>
              <a:gd name="connsiteY3545" fmla="*/ 4607385 h 6858000"/>
              <a:gd name="connsiteX3546" fmla="*/ 11612508 w 12203753"/>
              <a:gd name="connsiteY3546" fmla="*/ 4455661 h 6858000"/>
              <a:gd name="connsiteX3547" fmla="*/ 11657764 w 12203753"/>
              <a:gd name="connsiteY3547" fmla="*/ 4455661 h 6858000"/>
              <a:gd name="connsiteX3548" fmla="*/ 11664075 w 12203753"/>
              <a:gd name="connsiteY3548" fmla="*/ 4569883 h 6858000"/>
              <a:gd name="connsiteX3549" fmla="*/ 11657764 w 12203753"/>
              <a:gd name="connsiteY3549" fmla="*/ 4684042 h 6858000"/>
              <a:gd name="connsiteX3550" fmla="*/ 11612508 w 12203753"/>
              <a:gd name="connsiteY3550" fmla="*/ 4684042 h 6858000"/>
              <a:gd name="connsiteX3551" fmla="*/ 11606262 w 12203753"/>
              <a:gd name="connsiteY3551" fmla="*/ 4569883 h 6858000"/>
              <a:gd name="connsiteX3552" fmla="*/ 11612508 w 12203753"/>
              <a:gd name="connsiteY3552" fmla="*/ 4455661 h 6858000"/>
              <a:gd name="connsiteX3553" fmla="*/ 10821431 w 12203753"/>
              <a:gd name="connsiteY3553" fmla="*/ 4455661 h 6858000"/>
              <a:gd name="connsiteX3554" fmla="*/ 10866623 w 12203753"/>
              <a:gd name="connsiteY3554" fmla="*/ 4455661 h 6858000"/>
              <a:gd name="connsiteX3555" fmla="*/ 10872933 w 12203753"/>
              <a:gd name="connsiteY3555" fmla="*/ 4569883 h 6858000"/>
              <a:gd name="connsiteX3556" fmla="*/ 10866623 w 12203753"/>
              <a:gd name="connsiteY3556" fmla="*/ 4684042 h 6858000"/>
              <a:gd name="connsiteX3557" fmla="*/ 10821431 w 12203753"/>
              <a:gd name="connsiteY3557" fmla="*/ 4684042 h 6858000"/>
              <a:gd name="connsiteX3558" fmla="*/ 10815121 w 12203753"/>
              <a:gd name="connsiteY3558" fmla="*/ 4569883 h 6858000"/>
              <a:gd name="connsiteX3559" fmla="*/ 10821431 w 12203753"/>
              <a:gd name="connsiteY3559" fmla="*/ 4455661 h 6858000"/>
              <a:gd name="connsiteX3560" fmla="*/ 10030289 w 12203753"/>
              <a:gd name="connsiteY3560" fmla="*/ 4455661 h 6858000"/>
              <a:gd name="connsiteX3561" fmla="*/ 10075544 w 12203753"/>
              <a:gd name="connsiteY3561" fmla="*/ 4455661 h 6858000"/>
              <a:gd name="connsiteX3562" fmla="*/ 10081791 w 12203753"/>
              <a:gd name="connsiteY3562" fmla="*/ 4569883 h 6858000"/>
              <a:gd name="connsiteX3563" fmla="*/ 10075544 w 12203753"/>
              <a:gd name="connsiteY3563" fmla="*/ 4684042 h 6858000"/>
              <a:gd name="connsiteX3564" fmla="*/ 10030289 w 12203753"/>
              <a:gd name="connsiteY3564" fmla="*/ 4684042 h 6858000"/>
              <a:gd name="connsiteX3565" fmla="*/ 10023979 w 12203753"/>
              <a:gd name="connsiteY3565" fmla="*/ 4569883 h 6858000"/>
              <a:gd name="connsiteX3566" fmla="*/ 10030289 w 12203753"/>
              <a:gd name="connsiteY3566" fmla="*/ 4455661 h 6858000"/>
              <a:gd name="connsiteX3567" fmla="*/ 9239147 w 12203753"/>
              <a:gd name="connsiteY3567" fmla="*/ 4455661 h 6858000"/>
              <a:gd name="connsiteX3568" fmla="*/ 9284403 w 12203753"/>
              <a:gd name="connsiteY3568" fmla="*/ 4455661 h 6858000"/>
              <a:gd name="connsiteX3569" fmla="*/ 9290649 w 12203753"/>
              <a:gd name="connsiteY3569" fmla="*/ 4569883 h 6858000"/>
              <a:gd name="connsiteX3570" fmla="*/ 9284403 w 12203753"/>
              <a:gd name="connsiteY3570" fmla="*/ 4684042 h 6858000"/>
              <a:gd name="connsiteX3571" fmla="*/ 9239147 w 12203753"/>
              <a:gd name="connsiteY3571" fmla="*/ 4684042 h 6858000"/>
              <a:gd name="connsiteX3572" fmla="*/ 9232901 w 12203753"/>
              <a:gd name="connsiteY3572" fmla="*/ 4569883 h 6858000"/>
              <a:gd name="connsiteX3573" fmla="*/ 9239147 w 12203753"/>
              <a:gd name="connsiteY3573" fmla="*/ 4455661 h 6858000"/>
              <a:gd name="connsiteX3574" fmla="*/ 8448006 w 12203753"/>
              <a:gd name="connsiteY3574" fmla="*/ 4455661 h 6858000"/>
              <a:gd name="connsiteX3575" fmla="*/ 8493262 w 12203753"/>
              <a:gd name="connsiteY3575" fmla="*/ 4455661 h 6858000"/>
              <a:gd name="connsiteX3576" fmla="*/ 8499508 w 12203753"/>
              <a:gd name="connsiteY3576" fmla="*/ 4569883 h 6858000"/>
              <a:gd name="connsiteX3577" fmla="*/ 8493262 w 12203753"/>
              <a:gd name="connsiteY3577" fmla="*/ 4684042 h 6858000"/>
              <a:gd name="connsiteX3578" fmla="*/ 8448006 w 12203753"/>
              <a:gd name="connsiteY3578" fmla="*/ 4684042 h 6858000"/>
              <a:gd name="connsiteX3579" fmla="*/ 8441760 w 12203753"/>
              <a:gd name="connsiteY3579" fmla="*/ 4569883 h 6858000"/>
              <a:gd name="connsiteX3580" fmla="*/ 8448006 w 12203753"/>
              <a:gd name="connsiteY3580" fmla="*/ 4455661 h 6858000"/>
              <a:gd name="connsiteX3581" fmla="*/ 7656865 w 12203753"/>
              <a:gd name="connsiteY3581" fmla="*/ 4455661 h 6858000"/>
              <a:gd name="connsiteX3582" fmla="*/ 7702121 w 12203753"/>
              <a:gd name="connsiteY3582" fmla="*/ 4455661 h 6858000"/>
              <a:gd name="connsiteX3583" fmla="*/ 7708431 w 12203753"/>
              <a:gd name="connsiteY3583" fmla="*/ 4569883 h 6858000"/>
              <a:gd name="connsiteX3584" fmla="*/ 7702121 w 12203753"/>
              <a:gd name="connsiteY3584" fmla="*/ 4684042 h 6858000"/>
              <a:gd name="connsiteX3585" fmla="*/ 7656865 w 12203753"/>
              <a:gd name="connsiteY3585" fmla="*/ 4684042 h 6858000"/>
              <a:gd name="connsiteX3586" fmla="*/ 7650619 w 12203753"/>
              <a:gd name="connsiteY3586" fmla="*/ 4569883 h 6858000"/>
              <a:gd name="connsiteX3587" fmla="*/ 7656865 w 12203753"/>
              <a:gd name="connsiteY3587" fmla="*/ 4455661 h 6858000"/>
              <a:gd name="connsiteX3588" fmla="*/ 6865787 w 12203753"/>
              <a:gd name="connsiteY3588" fmla="*/ 4455661 h 6858000"/>
              <a:gd name="connsiteX3589" fmla="*/ 6910979 w 12203753"/>
              <a:gd name="connsiteY3589" fmla="*/ 4455661 h 6858000"/>
              <a:gd name="connsiteX3590" fmla="*/ 6917290 w 12203753"/>
              <a:gd name="connsiteY3590" fmla="*/ 4569883 h 6858000"/>
              <a:gd name="connsiteX3591" fmla="*/ 6910979 w 12203753"/>
              <a:gd name="connsiteY3591" fmla="*/ 4684042 h 6858000"/>
              <a:gd name="connsiteX3592" fmla="*/ 6865787 w 12203753"/>
              <a:gd name="connsiteY3592" fmla="*/ 4684042 h 6858000"/>
              <a:gd name="connsiteX3593" fmla="*/ 6859477 w 12203753"/>
              <a:gd name="connsiteY3593" fmla="*/ 4569883 h 6858000"/>
              <a:gd name="connsiteX3594" fmla="*/ 6865787 w 12203753"/>
              <a:gd name="connsiteY3594" fmla="*/ 4455661 h 6858000"/>
              <a:gd name="connsiteX3595" fmla="*/ 6074648 w 12203753"/>
              <a:gd name="connsiteY3595" fmla="*/ 4455661 h 6858000"/>
              <a:gd name="connsiteX3596" fmla="*/ 6119901 w 12203753"/>
              <a:gd name="connsiteY3596" fmla="*/ 4455661 h 6858000"/>
              <a:gd name="connsiteX3597" fmla="*/ 6126212 w 12203753"/>
              <a:gd name="connsiteY3597" fmla="*/ 4569883 h 6858000"/>
              <a:gd name="connsiteX3598" fmla="*/ 6119901 w 12203753"/>
              <a:gd name="connsiteY3598" fmla="*/ 4684042 h 6858000"/>
              <a:gd name="connsiteX3599" fmla="*/ 6074648 w 12203753"/>
              <a:gd name="connsiteY3599" fmla="*/ 4684042 h 6858000"/>
              <a:gd name="connsiteX3600" fmla="*/ 6068337 w 12203753"/>
              <a:gd name="connsiteY3600" fmla="*/ 4569883 h 6858000"/>
              <a:gd name="connsiteX3601" fmla="*/ 6074648 w 12203753"/>
              <a:gd name="connsiteY3601" fmla="*/ 4455661 h 6858000"/>
              <a:gd name="connsiteX3602" fmla="*/ 5283517 w 12203753"/>
              <a:gd name="connsiteY3602" fmla="*/ 4455661 h 6858000"/>
              <a:gd name="connsiteX3603" fmla="*/ 5328774 w 12203753"/>
              <a:gd name="connsiteY3603" fmla="*/ 4455661 h 6858000"/>
              <a:gd name="connsiteX3604" fmla="*/ 5335084 w 12203753"/>
              <a:gd name="connsiteY3604" fmla="*/ 4569883 h 6858000"/>
              <a:gd name="connsiteX3605" fmla="*/ 5328774 w 12203753"/>
              <a:gd name="connsiteY3605" fmla="*/ 4684042 h 6858000"/>
              <a:gd name="connsiteX3606" fmla="*/ 5283517 w 12203753"/>
              <a:gd name="connsiteY3606" fmla="*/ 4684042 h 6858000"/>
              <a:gd name="connsiteX3607" fmla="*/ 5277271 w 12203753"/>
              <a:gd name="connsiteY3607" fmla="*/ 4569883 h 6858000"/>
              <a:gd name="connsiteX3608" fmla="*/ 5283517 w 12203753"/>
              <a:gd name="connsiteY3608" fmla="*/ 4455661 h 6858000"/>
              <a:gd name="connsiteX3609" fmla="*/ 4492377 w 12203753"/>
              <a:gd name="connsiteY3609" fmla="*/ 4455661 h 6858000"/>
              <a:gd name="connsiteX3610" fmla="*/ 4537632 w 12203753"/>
              <a:gd name="connsiteY3610" fmla="*/ 4455661 h 6858000"/>
              <a:gd name="connsiteX3611" fmla="*/ 4543944 w 12203753"/>
              <a:gd name="connsiteY3611" fmla="*/ 4569883 h 6858000"/>
              <a:gd name="connsiteX3612" fmla="*/ 4537632 w 12203753"/>
              <a:gd name="connsiteY3612" fmla="*/ 4684042 h 6858000"/>
              <a:gd name="connsiteX3613" fmla="*/ 4492377 w 12203753"/>
              <a:gd name="connsiteY3613" fmla="*/ 4684042 h 6858000"/>
              <a:gd name="connsiteX3614" fmla="*/ 4486066 w 12203753"/>
              <a:gd name="connsiteY3614" fmla="*/ 4569883 h 6858000"/>
              <a:gd name="connsiteX3615" fmla="*/ 4492377 w 12203753"/>
              <a:gd name="connsiteY3615" fmla="*/ 4455661 h 6858000"/>
              <a:gd name="connsiteX3616" fmla="*/ 3701387 w 12203753"/>
              <a:gd name="connsiteY3616" fmla="*/ 4455661 h 6858000"/>
              <a:gd name="connsiteX3617" fmla="*/ 3746640 w 12203753"/>
              <a:gd name="connsiteY3617" fmla="*/ 4455661 h 6858000"/>
              <a:gd name="connsiteX3618" fmla="*/ 3752950 w 12203753"/>
              <a:gd name="connsiteY3618" fmla="*/ 4569883 h 6858000"/>
              <a:gd name="connsiteX3619" fmla="*/ 3746640 w 12203753"/>
              <a:gd name="connsiteY3619" fmla="*/ 4684042 h 6858000"/>
              <a:gd name="connsiteX3620" fmla="*/ 3701387 w 12203753"/>
              <a:gd name="connsiteY3620" fmla="*/ 4684042 h 6858000"/>
              <a:gd name="connsiteX3621" fmla="*/ 3695140 w 12203753"/>
              <a:gd name="connsiteY3621" fmla="*/ 4569883 h 6858000"/>
              <a:gd name="connsiteX3622" fmla="*/ 3701387 w 12203753"/>
              <a:gd name="connsiteY3622" fmla="*/ 4455661 h 6858000"/>
              <a:gd name="connsiteX3623" fmla="*/ 2910259 w 12203753"/>
              <a:gd name="connsiteY3623" fmla="*/ 4455661 h 6858000"/>
              <a:gd name="connsiteX3624" fmla="*/ 2955512 w 12203753"/>
              <a:gd name="connsiteY3624" fmla="*/ 4455661 h 6858000"/>
              <a:gd name="connsiteX3625" fmla="*/ 2961822 w 12203753"/>
              <a:gd name="connsiteY3625" fmla="*/ 4569883 h 6858000"/>
              <a:gd name="connsiteX3626" fmla="*/ 2955512 w 12203753"/>
              <a:gd name="connsiteY3626" fmla="*/ 4684042 h 6858000"/>
              <a:gd name="connsiteX3627" fmla="*/ 2910259 w 12203753"/>
              <a:gd name="connsiteY3627" fmla="*/ 4684042 h 6858000"/>
              <a:gd name="connsiteX3628" fmla="*/ 2904013 w 12203753"/>
              <a:gd name="connsiteY3628" fmla="*/ 4569883 h 6858000"/>
              <a:gd name="connsiteX3629" fmla="*/ 2910259 w 12203753"/>
              <a:gd name="connsiteY3629" fmla="*/ 4455661 h 6858000"/>
              <a:gd name="connsiteX3630" fmla="*/ 2119119 w 12203753"/>
              <a:gd name="connsiteY3630" fmla="*/ 4455661 h 6858000"/>
              <a:gd name="connsiteX3631" fmla="*/ 2164366 w 12203753"/>
              <a:gd name="connsiteY3631" fmla="*/ 4455661 h 6858000"/>
              <a:gd name="connsiteX3632" fmla="*/ 2170679 w 12203753"/>
              <a:gd name="connsiteY3632" fmla="*/ 4569883 h 6858000"/>
              <a:gd name="connsiteX3633" fmla="*/ 2164366 w 12203753"/>
              <a:gd name="connsiteY3633" fmla="*/ 4684042 h 6858000"/>
              <a:gd name="connsiteX3634" fmla="*/ 2119119 w 12203753"/>
              <a:gd name="connsiteY3634" fmla="*/ 4684042 h 6858000"/>
              <a:gd name="connsiteX3635" fmla="*/ 2112868 w 12203753"/>
              <a:gd name="connsiteY3635" fmla="*/ 4569883 h 6858000"/>
              <a:gd name="connsiteX3636" fmla="*/ 2119119 w 12203753"/>
              <a:gd name="connsiteY3636" fmla="*/ 4455661 h 6858000"/>
              <a:gd name="connsiteX3637" fmla="*/ 1327990 w 12203753"/>
              <a:gd name="connsiteY3637" fmla="*/ 4455661 h 6858000"/>
              <a:gd name="connsiteX3638" fmla="*/ 1373245 w 12203753"/>
              <a:gd name="connsiteY3638" fmla="*/ 4455661 h 6858000"/>
              <a:gd name="connsiteX3639" fmla="*/ 1379556 w 12203753"/>
              <a:gd name="connsiteY3639" fmla="*/ 4569883 h 6858000"/>
              <a:gd name="connsiteX3640" fmla="*/ 1373245 w 12203753"/>
              <a:gd name="connsiteY3640" fmla="*/ 4684042 h 6858000"/>
              <a:gd name="connsiteX3641" fmla="*/ 1327990 w 12203753"/>
              <a:gd name="connsiteY3641" fmla="*/ 4684042 h 6858000"/>
              <a:gd name="connsiteX3642" fmla="*/ 1321744 w 12203753"/>
              <a:gd name="connsiteY3642" fmla="*/ 4569883 h 6858000"/>
              <a:gd name="connsiteX3643" fmla="*/ 1327990 w 12203753"/>
              <a:gd name="connsiteY3643" fmla="*/ 4455661 h 6858000"/>
              <a:gd name="connsiteX3644" fmla="*/ 536912 w 12203753"/>
              <a:gd name="connsiteY3644" fmla="*/ 4455661 h 6858000"/>
              <a:gd name="connsiteX3645" fmla="*/ 582167 w 12203753"/>
              <a:gd name="connsiteY3645" fmla="*/ 4455661 h 6858000"/>
              <a:gd name="connsiteX3646" fmla="*/ 588477 w 12203753"/>
              <a:gd name="connsiteY3646" fmla="*/ 4569883 h 6858000"/>
              <a:gd name="connsiteX3647" fmla="*/ 582167 w 12203753"/>
              <a:gd name="connsiteY3647" fmla="*/ 4684042 h 6858000"/>
              <a:gd name="connsiteX3648" fmla="*/ 536912 w 12203753"/>
              <a:gd name="connsiteY3648" fmla="*/ 4684042 h 6858000"/>
              <a:gd name="connsiteX3649" fmla="*/ 530665 w 12203753"/>
              <a:gd name="connsiteY3649" fmla="*/ 4569883 h 6858000"/>
              <a:gd name="connsiteX3650" fmla="*/ 536912 w 12203753"/>
              <a:gd name="connsiteY3650" fmla="*/ 4455661 h 6858000"/>
              <a:gd name="connsiteX3651" fmla="*/ 0 w 12203753"/>
              <a:gd name="connsiteY3651" fmla="*/ 4442811 h 6858000"/>
              <a:gd name="connsiteX3652" fmla="*/ 48559 w 12203753"/>
              <a:gd name="connsiteY3652" fmla="*/ 4473445 h 6858000"/>
              <a:gd name="connsiteX3653" fmla="*/ 76396 w 12203753"/>
              <a:gd name="connsiteY3653" fmla="*/ 4493140 h 6858000"/>
              <a:gd name="connsiteX3654" fmla="*/ 53769 w 12203753"/>
              <a:gd name="connsiteY3654" fmla="*/ 4532340 h 6858000"/>
              <a:gd name="connsiteX3655" fmla="*/ 22784 w 12203753"/>
              <a:gd name="connsiteY3655" fmla="*/ 4518094 h 6858000"/>
              <a:gd name="connsiteX3656" fmla="*/ 0 w 12203753"/>
              <a:gd name="connsiteY3656" fmla="*/ 4506097 h 6858000"/>
              <a:gd name="connsiteX3657" fmla="*/ 12203753 w 12203753"/>
              <a:gd name="connsiteY3657" fmla="*/ 4437189 h 6858000"/>
              <a:gd name="connsiteX3658" fmla="*/ 12203753 w 12203753"/>
              <a:gd name="connsiteY3658" fmla="*/ 4501403 h 6858000"/>
              <a:gd name="connsiteX3659" fmla="*/ 12171908 w 12203753"/>
              <a:gd name="connsiteY3659" fmla="*/ 4518158 h 6858000"/>
              <a:gd name="connsiteX3660" fmla="*/ 12140914 w 12203753"/>
              <a:gd name="connsiteY3660" fmla="*/ 4532404 h 6858000"/>
              <a:gd name="connsiteX3661" fmla="*/ 12118286 w 12203753"/>
              <a:gd name="connsiteY3661" fmla="*/ 4493204 h 6858000"/>
              <a:gd name="connsiteX3662" fmla="*/ 12146132 w 12203753"/>
              <a:gd name="connsiteY3662" fmla="*/ 4473508 h 6858000"/>
              <a:gd name="connsiteX3663" fmla="*/ 11524930 w 12203753"/>
              <a:gd name="connsiteY3663" fmla="*/ 4379045 h 6858000"/>
              <a:gd name="connsiteX3664" fmla="*/ 11547558 w 12203753"/>
              <a:gd name="connsiteY3664" fmla="*/ 4418245 h 6858000"/>
              <a:gd name="connsiteX3665" fmla="*/ 11451820 w 12203753"/>
              <a:gd name="connsiteY3665" fmla="*/ 4480774 h 6858000"/>
              <a:gd name="connsiteX3666" fmla="*/ 11349836 w 12203753"/>
              <a:gd name="connsiteY3666" fmla="*/ 4532404 h 6858000"/>
              <a:gd name="connsiteX3667" fmla="*/ 11327208 w 12203753"/>
              <a:gd name="connsiteY3667" fmla="*/ 4493204 h 6858000"/>
              <a:gd name="connsiteX3668" fmla="*/ 11422946 w 12203753"/>
              <a:gd name="connsiteY3668" fmla="*/ 4430675 h 6858000"/>
              <a:gd name="connsiteX3669" fmla="*/ 11524930 w 12203753"/>
              <a:gd name="connsiteY3669" fmla="*/ 4379045 h 6858000"/>
              <a:gd name="connsiteX3670" fmla="*/ 10733788 w 12203753"/>
              <a:gd name="connsiteY3670" fmla="*/ 4379045 h 6858000"/>
              <a:gd name="connsiteX3671" fmla="*/ 10756416 w 12203753"/>
              <a:gd name="connsiteY3671" fmla="*/ 4418245 h 6858000"/>
              <a:gd name="connsiteX3672" fmla="*/ 10660678 w 12203753"/>
              <a:gd name="connsiteY3672" fmla="*/ 4480774 h 6858000"/>
              <a:gd name="connsiteX3673" fmla="*/ 10558694 w 12203753"/>
              <a:gd name="connsiteY3673" fmla="*/ 4532404 h 6858000"/>
              <a:gd name="connsiteX3674" fmla="*/ 10536066 w 12203753"/>
              <a:gd name="connsiteY3674" fmla="*/ 4493204 h 6858000"/>
              <a:gd name="connsiteX3675" fmla="*/ 10631804 w 12203753"/>
              <a:gd name="connsiteY3675" fmla="*/ 4430675 h 6858000"/>
              <a:gd name="connsiteX3676" fmla="*/ 10733788 w 12203753"/>
              <a:gd name="connsiteY3676" fmla="*/ 4379045 h 6858000"/>
              <a:gd name="connsiteX3677" fmla="*/ 9942711 w 12203753"/>
              <a:gd name="connsiteY3677" fmla="*/ 4379045 h 6858000"/>
              <a:gd name="connsiteX3678" fmla="*/ 9965339 w 12203753"/>
              <a:gd name="connsiteY3678" fmla="*/ 4418245 h 6858000"/>
              <a:gd name="connsiteX3679" fmla="*/ 9869601 w 12203753"/>
              <a:gd name="connsiteY3679" fmla="*/ 4480774 h 6858000"/>
              <a:gd name="connsiteX3680" fmla="*/ 9767553 w 12203753"/>
              <a:gd name="connsiteY3680" fmla="*/ 4532404 h 6858000"/>
              <a:gd name="connsiteX3681" fmla="*/ 9744925 w 12203753"/>
              <a:gd name="connsiteY3681" fmla="*/ 4493204 h 6858000"/>
              <a:gd name="connsiteX3682" fmla="*/ 9840663 w 12203753"/>
              <a:gd name="connsiteY3682" fmla="*/ 4430675 h 6858000"/>
              <a:gd name="connsiteX3683" fmla="*/ 9942711 w 12203753"/>
              <a:gd name="connsiteY3683" fmla="*/ 4379045 h 6858000"/>
              <a:gd name="connsiteX3684" fmla="*/ 9151570 w 12203753"/>
              <a:gd name="connsiteY3684" fmla="*/ 4379045 h 6858000"/>
              <a:gd name="connsiteX3685" fmla="*/ 9174198 w 12203753"/>
              <a:gd name="connsiteY3685" fmla="*/ 4418245 h 6858000"/>
              <a:gd name="connsiteX3686" fmla="*/ 9078460 w 12203753"/>
              <a:gd name="connsiteY3686" fmla="*/ 4480774 h 6858000"/>
              <a:gd name="connsiteX3687" fmla="*/ 8976412 w 12203753"/>
              <a:gd name="connsiteY3687" fmla="*/ 4532404 h 6858000"/>
              <a:gd name="connsiteX3688" fmla="*/ 8953784 w 12203753"/>
              <a:gd name="connsiteY3688" fmla="*/ 4493204 h 6858000"/>
              <a:gd name="connsiteX3689" fmla="*/ 9049585 w 12203753"/>
              <a:gd name="connsiteY3689" fmla="*/ 4430675 h 6858000"/>
              <a:gd name="connsiteX3690" fmla="*/ 9151570 w 12203753"/>
              <a:gd name="connsiteY3690" fmla="*/ 4379045 h 6858000"/>
              <a:gd name="connsiteX3691" fmla="*/ 8360428 w 12203753"/>
              <a:gd name="connsiteY3691" fmla="*/ 4379045 h 6858000"/>
              <a:gd name="connsiteX3692" fmla="*/ 8383056 w 12203753"/>
              <a:gd name="connsiteY3692" fmla="*/ 4418245 h 6858000"/>
              <a:gd name="connsiteX3693" fmla="*/ 8287318 w 12203753"/>
              <a:gd name="connsiteY3693" fmla="*/ 4480774 h 6858000"/>
              <a:gd name="connsiteX3694" fmla="*/ 8185270 w 12203753"/>
              <a:gd name="connsiteY3694" fmla="*/ 4532404 h 6858000"/>
              <a:gd name="connsiteX3695" fmla="*/ 8162642 w 12203753"/>
              <a:gd name="connsiteY3695" fmla="*/ 4493204 h 6858000"/>
              <a:gd name="connsiteX3696" fmla="*/ 8258443 w 12203753"/>
              <a:gd name="connsiteY3696" fmla="*/ 4430675 h 6858000"/>
              <a:gd name="connsiteX3697" fmla="*/ 8360428 w 12203753"/>
              <a:gd name="connsiteY3697" fmla="*/ 4379045 h 6858000"/>
              <a:gd name="connsiteX3698" fmla="*/ 7569286 w 12203753"/>
              <a:gd name="connsiteY3698" fmla="*/ 4379045 h 6858000"/>
              <a:gd name="connsiteX3699" fmla="*/ 7591913 w 12203753"/>
              <a:gd name="connsiteY3699" fmla="*/ 4418245 h 6858000"/>
              <a:gd name="connsiteX3700" fmla="*/ 7496176 w 12203753"/>
              <a:gd name="connsiteY3700" fmla="*/ 4480774 h 6858000"/>
              <a:gd name="connsiteX3701" fmla="*/ 7394128 w 12203753"/>
              <a:gd name="connsiteY3701" fmla="*/ 4532404 h 6858000"/>
              <a:gd name="connsiteX3702" fmla="*/ 7371564 w 12203753"/>
              <a:gd name="connsiteY3702" fmla="*/ 4493204 h 6858000"/>
              <a:gd name="connsiteX3703" fmla="*/ 7467302 w 12203753"/>
              <a:gd name="connsiteY3703" fmla="*/ 4430675 h 6858000"/>
              <a:gd name="connsiteX3704" fmla="*/ 7569286 w 12203753"/>
              <a:gd name="connsiteY3704" fmla="*/ 4379045 h 6858000"/>
              <a:gd name="connsiteX3705" fmla="*/ 6778210 w 12203753"/>
              <a:gd name="connsiteY3705" fmla="*/ 4379045 h 6858000"/>
              <a:gd name="connsiteX3706" fmla="*/ 6800772 w 12203753"/>
              <a:gd name="connsiteY3706" fmla="*/ 4418245 h 6858000"/>
              <a:gd name="connsiteX3707" fmla="*/ 6705100 w 12203753"/>
              <a:gd name="connsiteY3707" fmla="*/ 4480774 h 6858000"/>
              <a:gd name="connsiteX3708" fmla="*/ 6603052 w 12203753"/>
              <a:gd name="connsiteY3708" fmla="*/ 4532404 h 6858000"/>
              <a:gd name="connsiteX3709" fmla="*/ 6580424 w 12203753"/>
              <a:gd name="connsiteY3709" fmla="*/ 4493204 h 6858000"/>
              <a:gd name="connsiteX3710" fmla="*/ 6676161 w 12203753"/>
              <a:gd name="connsiteY3710" fmla="*/ 4430675 h 6858000"/>
              <a:gd name="connsiteX3711" fmla="*/ 6778210 w 12203753"/>
              <a:gd name="connsiteY3711" fmla="*/ 4379045 h 6858000"/>
              <a:gd name="connsiteX3712" fmla="*/ 5987007 w 12203753"/>
              <a:gd name="connsiteY3712" fmla="*/ 4379045 h 6858000"/>
              <a:gd name="connsiteX3713" fmla="*/ 6009633 w 12203753"/>
              <a:gd name="connsiteY3713" fmla="*/ 4418245 h 6858000"/>
              <a:gd name="connsiteX3714" fmla="*/ 5913898 w 12203753"/>
              <a:gd name="connsiteY3714" fmla="*/ 4480774 h 6858000"/>
              <a:gd name="connsiteX3715" fmla="*/ 5811850 w 12203753"/>
              <a:gd name="connsiteY3715" fmla="*/ 4532404 h 6858000"/>
              <a:gd name="connsiteX3716" fmla="*/ 5789224 w 12203753"/>
              <a:gd name="connsiteY3716" fmla="*/ 4493204 h 6858000"/>
              <a:gd name="connsiteX3717" fmla="*/ 5789287 w 12203753"/>
              <a:gd name="connsiteY3717" fmla="*/ 4493204 h 6858000"/>
              <a:gd name="connsiteX3718" fmla="*/ 5885024 w 12203753"/>
              <a:gd name="connsiteY3718" fmla="*/ 4430675 h 6858000"/>
              <a:gd name="connsiteX3719" fmla="*/ 5987007 w 12203753"/>
              <a:gd name="connsiteY3719" fmla="*/ 4379045 h 6858000"/>
              <a:gd name="connsiteX3720" fmla="*/ 5195941 w 12203753"/>
              <a:gd name="connsiteY3720" fmla="*/ 4379045 h 6858000"/>
              <a:gd name="connsiteX3721" fmla="*/ 5218566 w 12203753"/>
              <a:gd name="connsiteY3721" fmla="*/ 4418245 h 6858000"/>
              <a:gd name="connsiteX3722" fmla="*/ 5122827 w 12203753"/>
              <a:gd name="connsiteY3722" fmla="*/ 4480774 h 6858000"/>
              <a:gd name="connsiteX3723" fmla="*/ 5020783 w 12203753"/>
              <a:gd name="connsiteY3723" fmla="*/ 4532404 h 6858000"/>
              <a:gd name="connsiteX3724" fmla="*/ 4998155 w 12203753"/>
              <a:gd name="connsiteY3724" fmla="*/ 4493204 h 6858000"/>
              <a:gd name="connsiteX3725" fmla="*/ 4998215 w 12203753"/>
              <a:gd name="connsiteY3725" fmla="*/ 4493204 h 6858000"/>
              <a:gd name="connsiteX3726" fmla="*/ 5093953 w 12203753"/>
              <a:gd name="connsiteY3726" fmla="*/ 4430675 h 6858000"/>
              <a:gd name="connsiteX3727" fmla="*/ 5195941 w 12203753"/>
              <a:gd name="connsiteY3727" fmla="*/ 4379045 h 6858000"/>
              <a:gd name="connsiteX3728" fmla="*/ 4404792 w 12203753"/>
              <a:gd name="connsiteY3728" fmla="*/ 4379045 h 6858000"/>
              <a:gd name="connsiteX3729" fmla="*/ 4427424 w 12203753"/>
              <a:gd name="connsiteY3729" fmla="*/ 4418245 h 6858000"/>
              <a:gd name="connsiteX3730" fmla="*/ 4331686 w 12203753"/>
              <a:gd name="connsiteY3730" fmla="*/ 4480774 h 6858000"/>
              <a:gd name="connsiteX3731" fmla="*/ 4229635 w 12203753"/>
              <a:gd name="connsiteY3731" fmla="*/ 4532404 h 6858000"/>
              <a:gd name="connsiteX3732" fmla="*/ 4207009 w 12203753"/>
              <a:gd name="connsiteY3732" fmla="*/ 4493204 h 6858000"/>
              <a:gd name="connsiteX3733" fmla="*/ 4207074 w 12203753"/>
              <a:gd name="connsiteY3733" fmla="*/ 4493204 h 6858000"/>
              <a:gd name="connsiteX3734" fmla="*/ 4302809 w 12203753"/>
              <a:gd name="connsiteY3734" fmla="*/ 4430675 h 6858000"/>
              <a:gd name="connsiteX3735" fmla="*/ 4404792 w 12203753"/>
              <a:gd name="connsiteY3735" fmla="*/ 4379045 h 6858000"/>
              <a:gd name="connsiteX3736" fmla="*/ 3613742 w 12203753"/>
              <a:gd name="connsiteY3736" fmla="*/ 4379045 h 6858000"/>
              <a:gd name="connsiteX3737" fmla="*/ 3636372 w 12203753"/>
              <a:gd name="connsiteY3737" fmla="*/ 4418245 h 6858000"/>
              <a:gd name="connsiteX3738" fmla="*/ 3540639 w 12203753"/>
              <a:gd name="connsiteY3738" fmla="*/ 4480774 h 6858000"/>
              <a:gd name="connsiteX3739" fmla="*/ 3438588 w 12203753"/>
              <a:gd name="connsiteY3739" fmla="*/ 4532404 h 6858000"/>
              <a:gd name="connsiteX3740" fmla="*/ 3415959 w 12203753"/>
              <a:gd name="connsiteY3740" fmla="*/ 4493204 h 6858000"/>
              <a:gd name="connsiteX3741" fmla="*/ 3416027 w 12203753"/>
              <a:gd name="connsiteY3741" fmla="*/ 4493204 h 6858000"/>
              <a:gd name="connsiteX3742" fmla="*/ 3511767 w 12203753"/>
              <a:gd name="connsiteY3742" fmla="*/ 4430675 h 6858000"/>
              <a:gd name="connsiteX3743" fmla="*/ 3613742 w 12203753"/>
              <a:gd name="connsiteY3743" fmla="*/ 4379045 h 6858000"/>
              <a:gd name="connsiteX3744" fmla="*/ 2822677 w 12203753"/>
              <a:gd name="connsiteY3744" fmla="*/ 4379045 h 6858000"/>
              <a:gd name="connsiteX3745" fmla="*/ 2845305 w 12203753"/>
              <a:gd name="connsiteY3745" fmla="*/ 4418245 h 6858000"/>
              <a:gd name="connsiteX3746" fmla="*/ 2749571 w 12203753"/>
              <a:gd name="connsiteY3746" fmla="*/ 4480774 h 6858000"/>
              <a:gd name="connsiteX3747" fmla="*/ 2647521 w 12203753"/>
              <a:gd name="connsiteY3747" fmla="*/ 4532404 h 6858000"/>
              <a:gd name="connsiteX3748" fmla="*/ 2624892 w 12203753"/>
              <a:gd name="connsiteY3748" fmla="*/ 4493204 h 6858000"/>
              <a:gd name="connsiteX3749" fmla="*/ 2720633 w 12203753"/>
              <a:gd name="connsiteY3749" fmla="*/ 4430675 h 6858000"/>
              <a:gd name="connsiteX3750" fmla="*/ 2822677 w 12203753"/>
              <a:gd name="connsiteY3750" fmla="*/ 4379045 h 6858000"/>
              <a:gd name="connsiteX3751" fmla="*/ 2031546 w 12203753"/>
              <a:gd name="connsiteY3751" fmla="*/ 4379045 h 6858000"/>
              <a:gd name="connsiteX3752" fmla="*/ 2054176 w 12203753"/>
              <a:gd name="connsiteY3752" fmla="*/ 4418245 h 6858000"/>
              <a:gd name="connsiteX3753" fmla="*/ 1958440 w 12203753"/>
              <a:gd name="connsiteY3753" fmla="*/ 4480774 h 6858000"/>
              <a:gd name="connsiteX3754" fmla="*/ 1856390 w 12203753"/>
              <a:gd name="connsiteY3754" fmla="*/ 4532404 h 6858000"/>
              <a:gd name="connsiteX3755" fmla="*/ 1833765 w 12203753"/>
              <a:gd name="connsiteY3755" fmla="*/ 4493204 h 6858000"/>
              <a:gd name="connsiteX3756" fmla="*/ 1929500 w 12203753"/>
              <a:gd name="connsiteY3756" fmla="*/ 4430675 h 6858000"/>
              <a:gd name="connsiteX3757" fmla="*/ 2031546 w 12203753"/>
              <a:gd name="connsiteY3757" fmla="*/ 4379045 h 6858000"/>
              <a:gd name="connsiteX3758" fmla="*/ 1240476 w 12203753"/>
              <a:gd name="connsiteY3758" fmla="*/ 4379045 h 6858000"/>
              <a:gd name="connsiteX3759" fmla="*/ 1263103 w 12203753"/>
              <a:gd name="connsiteY3759" fmla="*/ 4418245 h 6858000"/>
              <a:gd name="connsiteX3760" fmla="*/ 1167366 w 12203753"/>
              <a:gd name="connsiteY3760" fmla="*/ 4480774 h 6858000"/>
              <a:gd name="connsiteX3761" fmla="*/ 1065317 w 12203753"/>
              <a:gd name="connsiteY3761" fmla="*/ 4532404 h 6858000"/>
              <a:gd name="connsiteX3762" fmla="*/ 1042681 w 12203753"/>
              <a:gd name="connsiteY3762" fmla="*/ 4493204 h 6858000"/>
              <a:gd name="connsiteX3763" fmla="*/ 1138427 w 12203753"/>
              <a:gd name="connsiteY3763" fmla="*/ 4430675 h 6858000"/>
              <a:gd name="connsiteX3764" fmla="*/ 1240476 w 12203753"/>
              <a:gd name="connsiteY3764" fmla="*/ 4379045 h 6858000"/>
              <a:gd name="connsiteX3765" fmla="*/ 449268 w 12203753"/>
              <a:gd name="connsiteY3765" fmla="*/ 4379045 h 6858000"/>
              <a:gd name="connsiteX3766" fmla="*/ 471896 w 12203753"/>
              <a:gd name="connsiteY3766" fmla="*/ 4418245 h 6858000"/>
              <a:gd name="connsiteX3767" fmla="*/ 376162 w 12203753"/>
              <a:gd name="connsiteY3767" fmla="*/ 4480774 h 6858000"/>
              <a:gd name="connsiteX3768" fmla="*/ 274116 w 12203753"/>
              <a:gd name="connsiteY3768" fmla="*/ 4532404 h 6858000"/>
              <a:gd name="connsiteX3769" fmla="*/ 251487 w 12203753"/>
              <a:gd name="connsiteY3769" fmla="*/ 4493204 h 6858000"/>
              <a:gd name="connsiteX3770" fmla="*/ 251551 w 12203753"/>
              <a:gd name="connsiteY3770" fmla="*/ 4493204 h 6858000"/>
              <a:gd name="connsiteX3771" fmla="*/ 347288 w 12203753"/>
              <a:gd name="connsiteY3771" fmla="*/ 4430675 h 6858000"/>
              <a:gd name="connsiteX3772" fmla="*/ 449268 w 12203753"/>
              <a:gd name="connsiteY3772" fmla="*/ 4379045 h 6858000"/>
              <a:gd name="connsiteX3773" fmla="*/ 5416402 w 12203753"/>
              <a:gd name="connsiteY3773" fmla="*/ 4379004 h 6858000"/>
              <a:gd name="connsiteX3774" fmla="*/ 5424781 w 12203753"/>
              <a:gd name="connsiteY3774" fmla="*/ 4382710 h 6858000"/>
              <a:gd name="connsiteX3775" fmla="*/ 5518395 w 12203753"/>
              <a:gd name="connsiteY3775" fmla="*/ 4430611 h 6858000"/>
              <a:gd name="connsiteX3776" fmla="*/ 5614131 w 12203753"/>
              <a:gd name="connsiteY3776" fmla="*/ 4493140 h 6858000"/>
              <a:gd name="connsiteX3777" fmla="*/ 5591504 w 12203753"/>
              <a:gd name="connsiteY3777" fmla="*/ 4532340 h 6858000"/>
              <a:gd name="connsiteX3778" fmla="*/ 5489521 w 12203753"/>
              <a:gd name="connsiteY3778" fmla="*/ 4480710 h 6858000"/>
              <a:gd name="connsiteX3779" fmla="*/ 5393787 w 12203753"/>
              <a:gd name="connsiteY3779" fmla="*/ 4418181 h 6858000"/>
              <a:gd name="connsiteX3780" fmla="*/ 4625259 w 12203753"/>
              <a:gd name="connsiteY3780" fmla="*/ 4379004 h 6858000"/>
              <a:gd name="connsiteX3781" fmla="*/ 4633642 w 12203753"/>
              <a:gd name="connsiteY3781" fmla="*/ 4382710 h 6858000"/>
              <a:gd name="connsiteX3782" fmla="*/ 4727254 w 12203753"/>
              <a:gd name="connsiteY3782" fmla="*/ 4430611 h 6858000"/>
              <a:gd name="connsiteX3783" fmla="*/ 4822988 w 12203753"/>
              <a:gd name="connsiteY3783" fmla="*/ 4493140 h 6858000"/>
              <a:gd name="connsiteX3784" fmla="*/ 4800366 w 12203753"/>
              <a:gd name="connsiteY3784" fmla="*/ 4532340 h 6858000"/>
              <a:gd name="connsiteX3785" fmla="*/ 4698380 w 12203753"/>
              <a:gd name="connsiteY3785" fmla="*/ 4480710 h 6858000"/>
              <a:gd name="connsiteX3786" fmla="*/ 4602649 w 12203753"/>
              <a:gd name="connsiteY3786" fmla="*/ 4418181 h 6858000"/>
              <a:gd name="connsiteX3787" fmla="*/ 3834266 w 12203753"/>
              <a:gd name="connsiteY3787" fmla="*/ 4379004 h 6858000"/>
              <a:gd name="connsiteX3788" fmla="*/ 3842651 w 12203753"/>
              <a:gd name="connsiteY3788" fmla="*/ 4382710 h 6858000"/>
              <a:gd name="connsiteX3789" fmla="*/ 3936263 w 12203753"/>
              <a:gd name="connsiteY3789" fmla="*/ 4430611 h 6858000"/>
              <a:gd name="connsiteX3790" fmla="*/ 4031992 w 12203753"/>
              <a:gd name="connsiteY3790" fmla="*/ 4493140 h 6858000"/>
              <a:gd name="connsiteX3791" fmla="*/ 4009366 w 12203753"/>
              <a:gd name="connsiteY3791" fmla="*/ 4532340 h 6858000"/>
              <a:gd name="connsiteX3792" fmla="*/ 3907391 w 12203753"/>
              <a:gd name="connsiteY3792" fmla="*/ 4480710 h 6858000"/>
              <a:gd name="connsiteX3793" fmla="*/ 3811651 w 12203753"/>
              <a:gd name="connsiteY3793" fmla="*/ 4418181 h 6858000"/>
              <a:gd name="connsiteX3794" fmla="*/ 3043144 w 12203753"/>
              <a:gd name="connsiteY3794" fmla="*/ 4379004 h 6858000"/>
              <a:gd name="connsiteX3795" fmla="*/ 3051523 w 12203753"/>
              <a:gd name="connsiteY3795" fmla="*/ 4382710 h 6858000"/>
              <a:gd name="connsiteX3796" fmla="*/ 3145144 w 12203753"/>
              <a:gd name="connsiteY3796" fmla="*/ 4430611 h 6858000"/>
              <a:gd name="connsiteX3797" fmla="*/ 3240871 w 12203753"/>
              <a:gd name="connsiteY3797" fmla="*/ 4493140 h 6858000"/>
              <a:gd name="connsiteX3798" fmla="*/ 3218243 w 12203753"/>
              <a:gd name="connsiteY3798" fmla="*/ 4532340 h 6858000"/>
              <a:gd name="connsiteX3799" fmla="*/ 3116268 w 12203753"/>
              <a:gd name="connsiteY3799" fmla="*/ 4480710 h 6858000"/>
              <a:gd name="connsiteX3800" fmla="*/ 3020525 w 12203753"/>
              <a:gd name="connsiteY3800" fmla="*/ 4418181 h 6858000"/>
              <a:gd name="connsiteX3801" fmla="*/ 2252000 w 12203753"/>
              <a:gd name="connsiteY3801" fmla="*/ 4379004 h 6858000"/>
              <a:gd name="connsiteX3802" fmla="*/ 2260383 w 12203753"/>
              <a:gd name="connsiteY3802" fmla="*/ 4382710 h 6858000"/>
              <a:gd name="connsiteX3803" fmla="*/ 2353993 w 12203753"/>
              <a:gd name="connsiteY3803" fmla="*/ 4430611 h 6858000"/>
              <a:gd name="connsiteX3804" fmla="*/ 2449735 w 12203753"/>
              <a:gd name="connsiteY3804" fmla="*/ 4493140 h 6858000"/>
              <a:gd name="connsiteX3805" fmla="*/ 2427108 w 12203753"/>
              <a:gd name="connsiteY3805" fmla="*/ 4532340 h 6858000"/>
              <a:gd name="connsiteX3806" fmla="*/ 2325122 w 12203753"/>
              <a:gd name="connsiteY3806" fmla="*/ 4480710 h 6858000"/>
              <a:gd name="connsiteX3807" fmla="*/ 2229387 w 12203753"/>
              <a:gd name="connsiteY3807" fmla="*/ 4418181 h 6858000"/>
              <a:gd name="connsiteX3808" fmla="*/ 1460873 w 12203753"/>
              <a:gd name="connsiteY3808" fmla="*/ 4379004 h 6858000"/>
              <a:gd name="connsiteX3809" fmla="*/ 1469257 w 12203753"/>
              <a:gd name="connsiteY3809" fmla="*/ 4382710 h 6858000"/>
              <a:gd name="connsiteX3810" fmla="*/ 1562870 w 12203753"/>
              <a:gd name="connsiteY3810" fmla="*/ 4430611 h 6858000"/>
              <a:gd name="connsiteX3811" fmla="*/ 1658607 w 12203753"/>
              <a:gd name="connsiteY3811" fmla="*/ 4493140 h 6858000"/>
              <a:gd name="connsiteX3812" fmla="*/ 1635980 w 12203753"/>
              <a:gd name="connsiteY3812" fmla="*/ 4532340 h 6858000"/>
              <a:gd name="connsiteX3813" fmla="*/ 1533999 w 12203753"/>
              <a:gd name="connsiteY3813" fmla="*/ 4480710 h 6858000"/>
              <a:gd name="connsiteX3814" fmla="*/ 1438259 w 12203753"/>
              <a:gd name="connsiteY3814" fmla="*/ 4418181 h 6858000"/>
              <a:gd name="connsiteX3815" fmla="*/ 669795 w 12203753"/>
              <a:gd name="connsiteY3815" fmla="*/ 4379004 h 6858000"/>
              <a:gd name="connsiteX3816" fmla="*/ 678178 w 12203753"/>
              <a:gd name="connsiteY3816" fmla="*/ 4382710 h 6858000"/>
              <a:gd name="connsiteX3817" fmla="*/ 771792 w 12203753"/>
              <a:gd name="connsiteY3817" fmla="*/ 4430611 h 6858000"/>
              <a:gd name="connsiteX3818" fmla="*/ 867526 w 12203753"/>
              <a:gd name="connsiteY3818" fmla="*/ 4493140 h 6858000"/>
              <a:gd name="connsiteX3819" fmla="*/ 844900 w 12203753"/>
              <a:gd name="connsiteY3819" fmla="*/ 4532340 h 6858000"/>
              <a:gd name="connsiteX3820" fmla="*/ 742918 w 12203753"/>
              <a:gd name="connsiteY3820" fmla="*/ 4480710 h 6858000"/>
              <a:gd name="connsiteX3821" fmla="*/ 647181 w 12203753"/>
              <a:gd name="connsiteY3821" fmla="*/ 4418181 h 6858000"/>
              <a:gd name="connsiteX3822" fmla="*/ 11745343 w 12203753"/>
              <a:gd name="connsiteY3822" fmla="*/ 4378981 h 6858000"/>
              <a:gd name="connsiteX3823" fmla="*/ 11847390 w 12203753"/>
              <a:gd name="connsiteY3823" fmla="*/ 4430611 h 6858000"/>
              <a:gd name="connsiteX3824" fmla="*/ 11943128 w 12203753"/>
              <a:gd name="connsiteY3824" fmla="*/ 4493140 h 6858000"/>
              <a:gd name="connsiteX3825" fmla="*/ 11920501 w 12203753"/>
              <a:gd name="connsiteY3825" fmla="*/ 4532340 h 6858000"/>
              <a:gd name="connsiteX3826" fmla="*/ 11818516 w 12203753"/>
              <a:gd name="connsiteY3826" fmla="*/ 4480710 h 6858000"/>
              <a:gd name="connsiteX3827" fmla="*/ 11722715 w 12203753"/>
              <a:gd name="connsiteY3827" fmla="*/ 4418181 h 6858000"/>
              <a:gd name="connsiteX3828" fmla="*/ 10954265 w 12203753"/>
              <a:gd name="connsiteY3828" fmla="*/ 4378981 h 6858000"/>
              <a:gd name="connsiteX3829" fmla="*/ 11056249 w 12203753"/>
              <a:gd name="connsiteY3829" fmla="*/ 4430611 h 6858000"/>
              <a:gd name="connsiteX3830" fmla="*/ 11151987 w 12203753"/>
              <a:gd name="connsiteY3830" fmla="*/ 4493140 h 6858000"/>
              <a:gd name="connsiteX3831" fmla="*/ 11129360 w 12203753"/>
              <a:gd name="connsiteY3831" fmla="*/ 4532340 h 6858000"/>
              <a:gd name="connsiteX3832" fmla="*/ 11027376 w 12203753"/>
              <a:gd name="connsiteY3832" fmla="*/ 4480710 h 6858000"/>
              <a:gd name="connsiteX3833" fmla="*/ 10931638 w 12203753"/>
              <a:gd name="connsiteY3833" fmla="*/ 4418181 h 6858000"/>
              <a:gd name="connsiteX3834" fmla="*/ 10163123 w 12203753"/>
              <a:gd name="connsiteY3834" fmla="*/ 4378981 h 6858000"/>
              <a:gd name="connsiteX3835" fmla="*/ 10265107 w 12203753"/>
              <a:gd name="connsiteY3835" fmla="*/ 4430611 h 6858000"/>
              <a:gd name="connsiteX3836" fmla="*/ 10360845 w 12203753"/>
              <a:gd name="connsiteY3836" fmla="*/ 4493140 h 6858000"/>
              <a:gd name="connsiteX3837" fmla="*/ 10338218 w 12203753"/>
              <a:gd name="connsiteY3837" fmla="*/ 4532340 h 6858000"/>
              <a:gd name="connsiteX3838" fmla="*/ 10236234 w 12203753"/>
              <a:gd name="connsiteY3838" fmla="*/ 4480710 h 6858000"/>
              <a:gd name="connsiteX3839" fmla="*/ 10140496 w 12203753"/>
              <a:gd name="connsiteY3839" fmla="*/ 4418181 h 6858000"/>
              <a:gd name="connsiteX3840" fmla="*/ 9371982 w 12203753"/>
              <a:gd name="connsiteY3840" fmla="*/ 4378981 h 6858000"/>
              <a:gd name="connsiteX3841" fmla="*/ 9474030 w 12203753"/>
              <a:gd name="connsiteY3841" fmla="*/ 4430611 h 6858000"/>
              <a:gd name="connsiteX3842" fmla="*/ 9569768 w 12203753"/>
              <a:gd name="connsiteY3842" fmla="*/ 4493140 h 6858000"/>
              <a:gd name="connsiteX3843" fmla="*/ 9547140 w 12203753"/>
              <a:gd name="connsiteY3843" fmla="*/ 4532340 h 6858000"/>
              <a:gd name="connsiteX3844" fmla="*/ 9445093 w 12203753"/>
              <a:gd name="connsiteY3844" fmla="*/ 4480710 h 6858000"/>
              <a:gd name="connsiteX3845" fmla="*/ 9349355 w 12203753"/>
              <a:gd name="connsiteY3845" fmla="*/ 4418181 h 6858000"/>
              <a:gd name="connsiteX3846" fmla="*/ 8580840 w 12203753"/>
              <a:gd name="connsiteY3846" fmla="*/ 4378981 h 6858000"/>
              <a:gd name="connsiteX3847" fmla="*/ 8682888 w 12203753"/>
              <a:gd name="connsiteY3847" fmla="*/ 4430611 h 6858000"/>
              <a:gd name="connsiteX3848" fmla="*/ 8778626 w 12203753"/>
              <a:gd name="connsiteY3848" fmla="*/ 4493140 h 6858000"/>
              <a:gd name="connsiteX3849" fmla="*/ 8755998 w 12203753"/>
              <a:gd name="connsiteY3849" fmla="*/ 4532340 h 6858000"/>
              <a:gd name="connsiteX3850" fmla="*/ 8654014 w 12203753"/>
              <a:gd name="connsiteY3850" fmla="*/ 4480710 h 6858000"/>
              <a:gd name="connsiteX3851" fmla="*/ 8558213 w 12203753"/>
              <a:gd name="connsiteY3851" fmla="*/ 4418181 h 6858000"/>
              <a:gd name="connsiteX3852" fmla="*/ 7789699 w 12203753"/>
              <a:gd name="connsiteY3852" fmla="*/ 4378981 h 6858000"/>
              <a:gd name="connsiteX3853" fmla="*/ 7891747 w 12203753"/>
              <a:gd name="connsiteY3853" fmla="*/ 4430611 h 6858000"/>
              <a:gd name="connsiteX3854" fmla="*/ 7987485 w 12203753"/>
              <a:gd name="connsiteY3854" fmla="*/ 4493140 h 6858000"/>
              <a:gd name="connsiteX3855" fmla="*/ 7964857 w 12203753"/>
              <a:gd name="connsiteY3855" fmla="*/ 4532340 h 6858000"/>
              <a:gd name="connsiteX3856" fmla="*/ 7862873 w 12203753"/>
              <a:gd name="connsiteY3856" fmla="*/ 4480710 h 6858000"/>
              <a:gd name="connsiteX3857" fmla="*/ 7767072 w 12203753"/>
              <a:gd name="connsiteY3857" fmla="*/ 4418181 h 6858000"/>
              <a:gd name="connsiteX3858" fmla="*/ 6998558 w 12203753"/>
              <a:gd name="connsiteY3858" fmla="*/ 4378981 h 6858000"/>
              <a:gd name="connsiteX3859" fmla="*/ 7100606 w 12203753"/>
              <a:gd name="connsiteY3859" fmla="*/ 4430611 h 6858000"/>
              <a:gd name="connsiteX3860" fmla="*/ 7196344 w 12203753"/>
              <a:gd name="connsiteY3860" fmla="*/ 4493140 h 6858000"/>
              <a:gd name="connsiteX3861" fmla="*/ 7173716 w 12203753"/>
              <a:gd name="connsiteY3861" fmla="*/ 4532340 h 6858000"/>
              <a:gd name="connsiteX3862" fmla="*/ 7071731 w 12203753"/>
              <a:gd name="connsiteY3862" fmla="*/ 4480710 h 6858000"/>
              <a:gd name="connsiteX3863" fmla="*/ 6975995 w 12203753"/>
              <a:gd name="connsiteY3863" fmla="*/ 4418181 h 6858000"/>
              <a:gd name="connsiteX3864" fmla="*/ 6207480 w 12203753"/>
              <a:gd name="connsiteY3864" fmla="*/ 4378981 h 6858000"/>
              <a:gd name="connsiteX3865" fmla="*/ 6309528 w 12203753"/>
              <a:gd name="connsiteY3865" fmla="*/ 4430611 h 6858000"/>
              <a:gd name="connsiteX3866" fmla="*/ 6405201 w 12203753"/>
              <a:gd name="connsiteY3866" fmla="*/ 4493140 h 6858000"/>
              <a:gd name="connsiteX3867" fmla="*/ 6382638 w 12203753"/>
              <a:gd name="connsiteY3867" fmla="*/ 4532340 h 6858000"/>
              <a:gd name="connsiteX3868" fmla="*/ 6280590 w 12203753"/>
              <a:gd name="connsiteY3868" fmla="*/ 4480710 h 6858000"/>
              <a:gd name="connsiteX3869" fmla="*/ 6184852 w 12203753"/>
              <a:gd name="connsiteY3869" fmla="*/ 4418181 h 6858000"/>
              <a:gd name="connsiteX3870" fmla="*/ 5416352 w 12203753"/>
              <a:gd name="connsiteY3870" fmla="*/ 4378981 h 6858000"/>
              <a:gd name="connsiteX3871" fmla="*/ 5416414 w 12203753"/>
              <a:gd name="connsiteY3871" fmla="*/ 4378981 h 6858000"/>
              <a:gd name="connsiteX3872" fmla="*/ 5416402 w 12203753"/>
              <a:gd name="connsiteY3872" fmla="*/ 4379004 h 6858000"/>
              <a:gd name="connsiteX3873" fmla="*/ 4625211 w 12203753"/>
              <a:gd name="connsiteY3873" fmla="*/ 4378981 h 6858000"/>
              <a:gd name="connsiteX3874" fmla="*/ 4625271 w 12203753"/>
              <a:gd name="connsiteY3874" fmla="*/ 4378981 h 6858000"/>
              <a:gd name="connsiteX3875" fmla="*/ 4625259 w 12203753"/>
              <a:gd name="connsiteY3875" fmla="*/ 4379004 h 6858000"/>
              <a:gd name="connsiteX3876" fmla="*/ 3834218 w 12203753"/>
              <a:gd name="connsiteY3876" fmla="*/ 4378981 h 6858000"/>
              <a:gd name="connsiteX3877" fmla="*/ 3834279 w 12203753"/>
              <a:gd name="connsiteY3877" fmla="*/ 4378981 h 6858000"/>
              <a:gd name="connsiteX3878" fmla="*/ 3834266 w 12203753"/>
              <a:gd name="connsiteY3878" fmla="*/ 4379004 h 6858000"/>
              <a:gd name="connsiteX3879" fmla="*/ 3043094 w 12203753"/>
              <a:gd name="connsiteY3879" fmla="*/ 4378981 h 6858000"/>
              <a:gd name="connsiteX3880" fmla="*/ 3043156 w 12203753"/>
              <a:gd name="connsiteY3880" fmla="*/ 4378981 h 6858000"/>
              <a:gd name="connsiteX3881" fmla="*/ 3043144 w 12203753"/>
              <a:gd name="connsiteY3881" fmla="*/ 4379004 h 6858000"/>
              <a:gd name="connsiteX3882" fmla="*/ 2251951 w 12203753"/>
              <a:gd name="connsiteY3882" fmla="*/ 4378981 h 6858000"/>
              <a:gd name="connsiteX3883" fmla="*/ 2252012 w 12203753"/>
              <a:gd name="connsiteY3883" fmla="*/ 4378981 h 6858000"/>
              <a:gd name="connsiteX3884" fmla="*/ 2252000 w 12203753"/>
              <a:gd name="connsiteY3884" fmla="*/ 4379004 h 6858000"/>
              <a:gd name="connsiteX3885" fmla="*/ 1460821 w 12203753"/>
              <a:gd name="connsiteY3885" fmla="*/ 4378981 h 6858000"/>
              <a:gd name="connsiteX3886" fmla="*/ 1460890 w 12203753"/>
              <a:gd name="connsiteY3886" fmla="*/ 4378981 h 6858000"/>
              <a:gd name="connsiteX3887" fmla="*/ 1460873 w 12203753"/>
              <a:gd name="connsiteY3887" fmla="*/ 4379004 h 6858000"/>
              <a:gd name="connsiteX3888" fmla="*/ 669744 w 12203753"/>
              <a:gd name="connsiteY3888" fmla="*/ 4378981 h 6858000"/>
              <a:gd name="connsiteX3889" fmla="*/ 669808 w 12203753"/>
              <a:gd name="connsiteY3889" fmla="*/ 4378981 h 6858000"/>
              <a:gd name="connsiteX3890" fmla="*/ 669795 w 12203753"/>
              <a:gd name="connsiteY3890" fmla="*/ 4379004 h 6858000"/>
              <a:gd name="connsiteX3891" fmla="*/ 12008079 w 12203753"/>
              <a:gd name="connsiteY3891" fmla="*/ 4227344 h 6858000"/>
              <a:gd name="connsiteX3892" fmla="*/ 12053335 w 12203753"/>
              <a:gd name="connsiteY3892" fmla="*/ 4227344 h 6858000"/>
              <a:gd name="connsiteX3893" fmla="*/ 12059581 w 12203753"/>
              <a:gd name="connsiteY3893" fmla="*/ 4341566 h 6858000"/>
              <a:gd name="connsiteX3894" fmla="*/ 12053335 w 12203753"/>
              <a:gd name="connsiteY3894" fmla="*/ 4455725 h 6858000"/>
              <a:gd name="connsiteX3895" fmla="*/ 12008079 w 12203753"/>
              <a:gd name="connsiteY3895" fmla="*/ 4455725 h 6858000"/>
              <a:gd name="connsiteX3896" fmla="*/ 12001833 w 12203753"/>
              <a:gd name="connsiteY3896" fmla="*/ 4341566 h 6858000"/>
              <a:gd name="connsiteX3897" fmla="*/ 12008079 w 12203753"/>
              <a:gd name="connsiteY3897" fmla="*/ 4227344 h 6858000"/>
              <a:gd name="connsiteX3898" fmla="*/ 11216938 w 12203753"/>
              <a:gd name="connsiteY3898" fmla="*/ 4227344 h 6858000"/>
              <a:gd name="connsiteX3899" fmla="*/ 11262194 w 12203753"/>
              <a:gd name="connsiteY3899" fmla="*/ 4227344 h 6858000"/>
              <a:gd name="connsiteX3900" fmla="*/ 11268504 w 12203753"/>
              <a:gd name="connsiteY3900" fmla="*/ 4341566 h 6858000"/>
              <a:gd name="connsiteX3901" fmla="*/ 11262194 w 12203753"/>
              <a:gd name="connsiteY3901" fmla="*/ 4455725 h 6858000"/>
              <a:gd name="connsiteX3902" fmla="*/ 11216938 w 12203753"/>
              <a:gd name="connsiteY3902" fmla="*/ 4455725 h 6858000"/>
              <a:gd name="connsiteX3903" fmla="*/ 11210692 w 12203753"/>
              <a:gd name="connsiteY3903" fmla="*/ 4341566 h 6858000"/>
              <a:gd name="connsiteX3904" fmla="*/ 11216938 w 12203753"/>
              <a:gd name="connsiteY3904" fmla="*/ 4227344 h 6858000"/>
              <a:gd name="connsiteX3905" fmla="*/ 10425796 w 12203753"/>
              <a:gd name="connsiteY3905" fmla="*/ 4227344 h 6858000"/>
              <a:gd name="connsiteX3906" fmla="*/ 10471052 w 12203753"/>
              <a:gd name="connsiteY3906" fmla="*/ 4227344 h 6858000"/>
              <a:gd name="connsiteX3907" fmla="*/ 10477362 w 12203753"/>
              <a:gd name="connsiteY3907" fmla="*/ 4341566 h 6858000"/>
              <a:gd name="connsiteX3908" fmla="*/ 10471052 w 12203753"/>
              <a:gd name="connsiteY3908" fmla="*/ 4455725 h 6858000"/>
              <a:gd name="connsiteX3909" fmla="*/ 10425796 w 12203753"/>
              <a:gd name="connsiteY3909" fmla="*/ 4455725 h 6858000"/>
              <a:gd name="connsiteX3910" fmla="*/ 10419550 w 12203753"/>
              <a:gd name="connsiteY3910" fmla="*/ 4341566 h 6858000"/>
              <a:gd name="connsiteX3911" fmla="*/ 10425796 w 12203753"/>
              <a:gd name="connsiteY3911" fmla="*/ 4227344 h 6858000"/>
              <a:gd name="connsiteX3912" fmla="*/ 9634719 w 12203753"/>
              <a:gd name="connsiteY3912" fmla="*/ 4227344 h 6858000"/>
              <a:gd name="connsiteX3913" fmla="*/ 9679910 w 12203753"/>
              <a:gd name="connsiteY3913" fmla="*/ 4227344 h 6858000"/>
              <a:gd name="connsiteX3914" fmla="*/ 9686221 w 12203753"/>
              <a:gd name="connsiteY3914" fmla="*/ 4341566 h 6858000"/>
              <a:gd name="connsiteX3915" fmla="*/ 9679910 w 12203753"/>
              <a:gd name="connsiteY3915" fmla="*/ 4455725 h 6858000"/>
              <a:gd name="connsiteX3916" fmla="*/ 9634719 w 12203753"/>
              <a:gd name="connsiteY3916" fmla="*/ 4455725 h 6858000"/>
              <a:gd name="connsiteX3917" fmla="*/ 9628408 w 12203753"/>
              <a:gd name="connsiteY3917" fmla="*/ 4341566 h 6858000"/>
              <a:gd name="connsiteX3918" fmla="*/ 9634719 w 12203753"/>
              <a:gd name="connsiteY3918" fmla="*/ 4227344 h 6858000"/>
              <a:gd name="connsiteX3919" fmla="*/ 8843577 w 12203753"/>
              <a:gd name="connsiteY3919" fmla="*/ 4227344 h 6858000"/>
              <a:gd name="connsiteX3920" fmla="*/ 8888832 w 12203753"/>
              <a:gd name="connsiteY3920" fmla="*/ 4227344 h 6858000"/>
              <a:gd name="connsiteX3921" fmla="*/ 8895079 w 12203753"/>
              <a:gd name="connsiteY3921" fmla="*/ 4341566 h 6858000"/>
              <a:gd name="connsiteX3922" fmla="*/ 8888832 w 12203753"/>
              <a:gd name="connsiteY3922" fmla="*/ 4455725 h 6858000"/>
              <a:gd name="connsiteX3923" fmla="*/ 8843577 w 12203753"/>
              <a:gd name="connsiteY3923" fmla="*/ 4455725 h 6858000"/>
              <a:gd name="connsiteX3924" fmla="*/ 8837330 w 12203753"/>
              <a:gd name="connsiteY3924" fmla="*/ 4341566 h 6858000"/>
              <a:gd name="connsiteX3925" fmla="*/ 8843577 w 12203753"/>
              <a:gd name="connsiteY3925" fmla="*/ 4227344 h 6858000"/>
              <a:gd name="connsiteX3926" fmla="*/ 8052435 w 12203753"/>
              <a:gd name="connsiteY3926" fmla="*/ 4227344 h 6858000"/>
              <a:gd name="connsiteX3927" fmla="*/ 8097691 w 12203753"/>
              <a:gd name="connsiteY3927" fmla="*/ 4227344 h 6858000"/>
              <a:gd name="connsiteX3928" fmla="*/ 8103938 w 12203753"/>
              <a:gd name="connsiteY3928" fmla="*/ 4341566 h 6858000"/>
              <a:gd name="connsiteX3929" fmla="*/ 8097691 w 12203753"/>
              <a:gd name="connsiteY3929" fmla="*/ 4455725 h 6858000"/>
              <a:gd name="connsiteX3930" fmla="*/ 8052435 w 12203753"/>
              <a:gd name="connsiteY3930" fmla="*/ 4455725 h 6858000"/>
              <a:gd name="connsiteX3931" fmla="*/ 8046189 w 12203753"/>
              <a:gd name="connsiteY3931" fmla="*/ 4341566 h 6858000"/>
              <a:gd name="connsiteX3932" fmla="*/ 8052435 w 12203753"/>
              <a:gd name="connsiteY3932" fmla="*/ 4227344 h 6858000"/>
              <a:gd name="connsiteX3933" fmla="*/ 7261293 w 12203753"/>
              <a:gd name="connsiteY3933" fmla="*/ 4227344 h 6858000"/>
              <a:gd name="connsiteX3934" fmla="*/ 7306549 w 12203753"/>
              <a:gd name="connsiteY3934" fmla="*/ 4227344 h 6858000"/>
              <a:gd name="connsiteX3935" fmla="*/ 7312860 w 12203753"/>
              <a:gd name="connsiteY3935" fmla="*/ 4341566 h 6858000"/>
              <a:gd name="connsiteX3936" fmla="*/ 7306549 w 12203753"/>
              <a:gd name="connsiteY3936" fmla="*/ 4455725 h 6858000"/>
              <a:gd name="connsiteX3937" fmla="*/ 7261293 w 12203753"/>
              <a:gd name="connsiteY3937" fmla="*/ 4455725 h 6858000"/>
              <a:gd name="connsiteX3938" fmla="*/ 7255047 w 12203753"/>
              <a:gd name="connsiteY3938" fmla="*/ 4341566 h 6858000"/>
              <a:gd name="connsiteX3939" fmla="*/ 7261293 w 12203753"/>
              <a:gd name="connsiteY3939" fmla="*/ 4227344 h 6858000"/>
              <a:gd name="connsiteX3940" fmla="*/ 6470217 w 12203753"/>
              <a:gd name="connsiteY3940" fmla="*/ 4227344 h 6858000"/>
              <a:gd name="connsiteX3941" fmla="*/ 6515408 w 12203753"/>
              <a:gd name="connsiteY3941" fmla="*/ 4227344 h 6858000"/>
              <a:gd name="connsiteX3942" fmla="*/ 6521719 w 12203753"/>
              <a:gd name="connsiteY3942" fmla="*/ 4341566 h 6858000"/>
              <a:gd name="connsiteX3943" fmla="*/ 6515408 w 12203753"/>
              <a:gd name="connsiteY3943" fmla="*/ 4455725 h 6858000"/>
              <a:gd name="connsiteX3944" fmla="*/ 6470217 w 12203753"/>
              <a:gd name="connsiteY3944" fmla="*/ 4455725 h 6858000"/>
              <a:gd name="connsiteX3945" fmla="*/ 6463906 w 12203753"/>
              <a:gd name="connsiteY3945" fmla="*/ 4341566 h 6858000"/>
              <a:gd name="connsiteX3946" fmla="*/ 6470217 w 12203753"/>
              <a:gd name="connsiteY3946" fmla="*/ 4227344 h 6858000"/>
              <a:gd name="connsiteX3947" fmla="*/ 5679084 w 12203753"/>
              <a:gd name="connsiteY3947" fmla="*/ 4227344 h 6858000"/>
              <a:gd name="connsiteX3948" fmla="*/ 5724338 w 12203753"/>
              <a:gd name="connsiteY3948" fmla="*/ 4227344 h 6858000"/>
              <a:gd name="connsiteX3949" fmla="*/ 5730645 w 12203753"/>
              <a:gd name="connsiteY3949" fmla="*/ 4341566 h 6858000"/>
              <a:gd name="connsiteX3950" fmla="*/ 5724338 w 12203753"/>
              <a:gd name="connsiteY3950" fmla="*/ 4455725 h 6858000"/>
              <a:gd name="connsiteX3951" fmla="*/ 5679084 w 12203753"/>
              <a:gd name="connsiteY3951" fmla="*/ 4455725 h 6858000"/>
              <a:gd name="connsiteX3952" fmla="*/ 5672769 w 12203753"/>
              <a:gd name="connsiteY3952" fmla="*/ 4341566 h 6858000"/>
              <a:gd name="connsiteX3953" fmla="*/ 5679084 w 12203753"/>
              <a:gd name="connsiteY3953" fmla="*/ 4227344 h 6858000"/>
              <a:gd name="connsiteX3954" fmla="*/ 4887944 w 12203753"/>
              <a:gd name="connsiteY3954" fmla="*/ 4227344 h 6858000"/>
              <a:gd name="connsiteX3955" fmla="*/ 4933198 w 12203753"/>
              <a:gd name="connsiteY3955" fmla="*/ 4227344 h 6858000"/>
              <a:gd name="connsiteX3956" fmla="*/ 4939507 w 12203753"/>
              <a:gd name="connsiteY3956" fmla="*/ 4341566 h 6858000"/>
              <a:gd name="connsiteX3957" fmla="*/ 4933198 w 12203753"/>
              <a:gd name="connsiteY3957" fmla="*/ 4455725 h 6858000"/>
              <a:gd name="connsiteX3958" fmla="*/ 4887944 w 12203753"/>
              <a:gd name="connsiteY3958" fmla="*/ 4455725 h 6858000"/>
              <a:gd name="connsiteX3959" fmla="*/ 4881696 w 12203753"/>
              <a:gd name="connsiteY3959" fmla="*/ 4341566 h 6858000"/>
              <a:gd name="connsiteX3960" fmla="*/ 4887944 w 12203753"/>
              <a:gd name="connsiteY3960" fmla="*/ 4227344 h 6858000"/>
              <a:gd name="connsiteX3961" fmla="*/ 4096880 w 12203753"/>
              <a:gd name="connsiteY3961" fmla="*/ 4227344 h 6858000"/>
              <a:gd name="connsiteX3962" fmla="*/ 4142136 w 12203753"/>
              <a:gd name="connsiteY3962" fmla="*/ 4227344 h 6858000"/>
              <a:gd name="connsiteX3963" fmla="*/ 4148446 w 12203753"/>
              <a:gd name="connsiteY3963" fmla="*/ 4341566 h 6858000"/>
              <a:gd name="connsiteX3964" fmla="*/ 4142136 w 12203753"/>
              <a:gd name="connsiteY3964" fmla="*/ 4455725 h 6858000"/>
              <a:gd name="connsiteX3965" fmla="*/ 4096880 w 12203753"/>
              <a:gd name="connsiteY3965" fmla="*/ 4455725 h 6858000"/>
              <a:gd name="connsiteX3966" fmla="*/ 4090633 w 12203753"/>
              <a:gd name="connsiteY3966" fmla="*/ 4341566 h 6858000"/>
              <a:gd name="connsiteX3967" fmla="*/ 4096880 w 12203753"/>
              <a:gd name="connsiteY3967" fmla="*/ 4227344 h 6858000"/>
              <a:gd name="connsiteX3968" fmla="*/ 3305820 w 12203753"/>
              <a:gd name="connsiteY3968" fmla="*/ 4227344 h 6858000"/>
              <a:gd name="connsiteX3969" fmla="*/ 3351078 w 12203753"/>
              <a:gd name="connsiteY3969" fmla="*/ 4227344 h 6858000"/>
              <a:gd name="connsiteX3970" fmla="*/ 3357385 w 12203753"/>
              <a:gd name="connsiteY3970" fmla="*/ 4341566 h 6858000"/>
              <a:gd name="connsiteX3971" fmla="*/ 3351078 w 12203753"/>
              <a:gd name="connsiteY3971" fmla="*/ 4455725 h 6858000"/>
              <a:gd name="connsiteX3972" fmla="*/ 3305820 w 12203753"/>
              <a:gd name="connsiteY3972" fmla="*/ 4455725 h 6858000"/>
              <a:gd name="connsiteX3973" fmla="*/ 3299575 w 12203753"/>
              <a:gd name="connsiteY3973" fmla="*/ 4341566 h 6858000"/>
              <a:gd name="connsiteX3974" fmla="*/ 3305820 w 12203753"/>
              <a:gd name="connsiteY3974" fmla="*/ 4227344 h 6858000"/>
              <a:gd name="connsiteX3975" fmla="*/ 2514689 w 12203753"/>
              <a:gd name="connsiteY3975" fmla="*/ 4227344 h 6858000"/>
              <a:gd name="connsiteX3976" fmla="*/ 2559944 w 12203753"/>
              <a:gd name="connsiteY3976" fmla="*/ 4227344 h 6858000"/>
              <a:gd name="connsiteX3977" fmla="*/ 2566255 w 12203753"/>
              <a:gd name="connsiteY3977" fmla="*/ 4341566 h 6858000"/>
              <a:gd name="connsiteX3978" fmla="*/ 2559944 w 12203753"/>
              <a:gd name="connsiteY3978" fmla="*/ 4455725 h 6858000"/>
              <a:gd name="connsiteX3979" fmla="*/ 2514689 w 12203753"/>
              <a:gd name="connsiteY3979" fmla="*/ 4455725 h 6858000"/>
              <a:gd name="connsiteX3980" fmla="*/ 2508444 w 12203753"/>
              <a:gd name="connsiteY3980" fmla="*/ 4341566 h 6858000"/>
              <a:gd name="connsiteX3981" fmla="*/ 2514689 w 12203753"/>
              <a:gd name="connsiteY3981" fmla="*/ 4227344 h 6858000"/>
              <a:gd name="connsiteX3982" fmla="*/ 1723556 w 12203753"/>
              <a:gd name="connsiteY3982" fmla="*/ 4227344 h 6858000"/>
              <a:gd name="connsiteX3983" fmla="*/ 1768814 w 12203753"/>
              <a:gd name="connsiteY3983" fmla="*/ 4227344 h 6858000"/>
              <a:gd name="connsiteX3984" fmla="*/ 1775124 w 12203753"/>
              <a:gd name="connsiteY3984" fmla="*/ 4341566 h 6858000"/>
              <a:gd name="connsiteX3985" fmla="*/ 1768814 w 12203753"/>
              <a:gd name="connsiteY3985" fmla="*/ 4455725 h 6858000"/>
              <a:gd name="connsiteX3986" fmla="*/ 1723556 w 12203753"/>
              <a:gd name="connsiteY3986" fmla="*/ 4455725 h 6858000"/>
              <a:gd name="connsiteX3987" fmla="*/ 1717310 w 12203753"/>
              <a:gd name="connsiteY3987" fmla="*/ 4341566 h 6858000"/>
              <a:gd name="connsiteX3988" fmla="*/ 1723556 w 12203753"/>
              <a:gd name="connsiteY3988" fmla="*/ 4227344 h 6858000"/>
              <a:gd name="connsiteX3989" fmla="*/ 932414 w 12203753"/>
              <a:gd name="connsiteY3989" fmla="*/ 4227344 h 6858000"/>
              <a:gd name="connsiteX3990" fmla="*/ 977669 w 12203753"/>
              <a:gd name="connsiteY3990" fmla="*/ 4227344 h 6858000"/>
              <a:gd name="connsiteX3991" fmla="*/ 983979 w 12203753"/>
              <a:gd name="connsiteY3991" fmla="*/ 4341566 h 6858000"/>
              <a:gd name="connsiteX3992" fmla="*/ 977669 w 12203753"/>
              <a:gd name="connsiteY3992" fmla="*/ 4455725 h 6858000"/>
              <a:gd name="connsiteX3993" fmla="*/ 932414 w 12203753"/>
              <a:gd name="connsiteY3993" fmla="*/ 4455725 h 6858000"/>
              <a:gd name="connsiteX3994" fmla="*/ 926104 w 12203753"/>
              <a:gd name="connsiteY3994" fmla="*/ 4341566 h 6858000"/>
              <a:gd name="connsiteX3995" fmla="*/ 932414 w 12203753"/>
              <a:gd name="connsiteY3995" fmla="*/ 4227344 h 6858000"/>
              <a:gd name="connsiteX3996" fmla="*/ 141346 w 12203753"/>
              <a:gd name="connsiteY3996" fmla="*/ 4227344 h 6858000"/>
              <a:gd name="connsiteX3997" fmla="*/ 186600 w 12203753"/>
              <a:gd name="connsiteY3997" fmla="*/ 4227344 h 6858000"/>
              <a:gd name="connsiteX3998" fmla="*/ 192910 w 12203753"/>
              <a:gd name="connsiteY3998" fmla="*/ 4341566 h 6858000"/>
              <a:gd name="connsiteX3999" fmla="*/ 186600 w 12203753"/>
              <a:gd name="connsiteY3999" fmla="*/ 4455725 h 6858000"/>
              <a:gd name="connsiteX4000" fmla="*/ 141346 w 12203753"/>
              <a:gd name="connsiteY4000" fmla="*/ 4455725 h 6858000"/>
              <a:gd name="connsiteX4001" fmla="*/ 135099 w 12203753"/>
              <a:gd name="connsiteY4001" fmla="*/ 4341566 h 6858000"/>
              <a:gd name="connsiteX4002" fmla="*/ 141346 w 12203753"/>
              <a:gd name="connsiteY4002" fmla="*/ 4227344 h 6858000"/>
              <a:gd name="connsiteX4003" fmla="*/ 5811965 w 12203753"/>
              <a:gd name="connsiteY4003" fmla="*/ 4150687 h 6858000"/>
              <a:gd name="connsiteX4004" fmla="*/ 5820348 w 12203753"/>
              <a:gd name="connsiteY4004" fmla="*/ 4154393 h 6858000"/>
              <a:gd name="connsiteX4005" fmla="*/ 5913960 w 12203753"/>
              <a:gd name="connsiteY4005" fmla="*/ 4202294 h 6858000"/>
              <a:gd name="connsiteX4006" fmla="*/ 6009695 w 12203753"/>
              <a:gd name="connsiteY4006" fmla="*/ 4264823 h 6858000"/>
              <a:gd name="connsiteX4007" fmla="*/ 5987067 w 12203753"/>
              <a:gd name="connsiteY4007" fmla="*/ 4304023 h 6858000"/>
              <a:gd name="connsiteX4008" fmla="*/ 5885086 w 12203753"/>
              <a:gd name="connsiteY4008" fmla="*/ 4252393 h 6858000"/>
              <a:gd name="connsiteX4009" fmla="*/ 5789350 w 12203753"/>
              <a:gd name="connsiteY4009" fmla="*/ 4189864 h 6858000"/>
              <a:gd name="connsiteX4010" fmla="*/ 5020837 w 12203753"/>
              <a:gd name="connsiteY4010" fmla="*/ 4150687 h 6858000"/>
              <a:gd name="connsiteX4011" fmla="*/ 5029217 w 12203753"/>
              <a:gd name="connsiteY4011" fmla="*/ 4154393 h 6858000"/>
              <a:gd name="connsiteX4012" fmla="*/ 5122827 w 12203753"/>
              <a:gd name="connsiteY4012" fmla="*/ 4202294 h 6858000"/>
              <a:gd name="connsiteX4013" fmla="*/ 5218566 w 12203753"/>
              <a:gd name="connsiteY4013" fmla="*/ 4264823 h 6858000"/>
              <a:gd name="connsiteX4014" fmla="*/ 5195941 w 12203753"/>
              <a:gd name="connsiteY4014" fmla="*/ 4304023 h 6858000"/>
              <a:gd name="connsiteX4015" fmla="*/ 5093953 w 12203753"/>
              <a:gd name="connsiteY4015" fmla="*/ 4252393 h 6858000"/>
              <a:gd name="connsiteX4016" fmla="*/ 4998215 w 12203753"/>
              <a:gd name="connsiteY4016" fmla="*/ 4189864 h 6858000"/>
              <a:gd name="connsiteX4017" fmla="*/ 4229752 w 12203753"/>
              <a:gd name="connsiteY4017" fmla="*/ 4150687 h 6858000"/>
              <a:gd name="connsiteX4018" fmla="*/ 4238133 w 12203753"/>
              <a:gd name="connsiteY4018" fmla="*/ 4154393 h 6858000"/>
              <a:gd name="connsiteX4019" fmla="*/ 4331748 w 12203753"/>
              <a:gd name="connsiteY4019" fmla="*/ 4202294 h 6858000"/>
              <a:gd name="connsiteX4020" fmla="*/ 4427491 w 12203753"/>
              <a:gd name="connsiteY4020" fmla="*/ 4264823 h 6858000"/>
              <a:gd name="connsiteX4021" fmla="*/ 4404860 w 12203753"/>
              <a:gd name="connsiteY4021" fmla="*/ 4304023 h 6858000"/>
              <a:gd name="connsiteX4022" fmla="*/ 4302877 w 12203753"/>
              <a:gd name="connsiteY4022" fmla="*/ 4252393 h 6858000"/>
              <a:gd name="connsiteX4023" fmla="*/ 4207137 w 12203753"/>
              <a:gd name="connsiteY4023" fmla="*/ 4189864 h 6858000"/>
              <a:gd name="connsiteX4024" fmla="*/ 3438701 w 12203753"/>
              <a:gd name="connsiteY4024" fmla="*/ 4150687 h 6858000"/>
              <a:gd name="connsiteX4025" fmla="*/ 3447084 w 12203753"/>
              <a:gd name="connsiteY4025" fmla="*/ 4154393 h 6858000"/>
              <a:gd name="connsiteX4026" fmla="*/ 3540702 w 12203753"/>
              <a:gd name="connsiteY4026" fmla="*/ 4202294 h 6858000"/>
              <a:gd name="connsiteX4027" fmla="*/ 3636436 w 12203753"/>
              <a:gd name="connsiteY4027" fmla="*/ 4264823 h 6858000"/>
              <a:gd name="connsiteX4028" fmla="*/ 3613807 w 12203753"/>
              <a:gd name="connsiteY4028" fmla="*/ 4304023 h 6858000"/>
              <a:gd name="connsiteX4029" fmla="*/ 3511829 w 12203753"/>
              <a:gd name="connsiteY4029" fmla="*/ 4252393 h 6858000"/>
              <a:gd name="connsiteX4030" fmla="*/ 3416090 w 12203753"/>
              <a:gd name="connsiteY4030" fmla="*/ 4189864 h 6858000"/>
              <a:gd name="connsiteX4031" fmla="*/ 2647573 w 12203753"/>
              <a:gd name="connsiteY4031" fmla="*/ 4150687 h 6858000"/>
              <a:gd name="connsiteX4032" fmla="*/ 2655955 w 12203753"/>
              <a:gd name="connsiteY4032" fmla="*/ 4154393 h 6858000"/>
              <a:gd name="connsiteX4033" fmla="*/ 2749571 w 12203753"/>
              <a:gd name="connsiteY4033" fmla="*/ 4202294 h 6858000"/>
              <a:gd name="connsiteX4034" fmla="*/ 2845305 w 12203753"/>
              <a:gd name="connsiteY4034" fmla="*/ 4264823 h 6858000"/>
              <a:gd name="connsiteX4035" fmla="*/ 2822677 w 12203753"/>
              <a:gd name="connsiteY4035" fmla="*/ 4304023 h 6858000"/>
              <a:gd name="connsiteX4036" fmla="*/ 2720696 w 12203753"/>
              <a:gd name="connsiteY4036" fmla="*/ 4252393 h 6858000"/>
              <a:gd name="connsiteX4037" fmla="*/ 2624959 w 12203753"/>
              <a:gd name="connsiteY4037" fmla="*/ 4189864 h 6858000"/>
              <a:gd name="connsiteX4038" fmla="*/ 1856440 w 12203753"/>
              <a:gd name="connsiteY4038" fmla="*/ 4150687 h 6858000"/>
              <a:gd name="connsiteX4039" fmla="*/ 1864826 w 12203753"/>
              <a:gd name="connsiteY4039" fmla="*/ 4154393 h 6858000"/>
              <a:gd name="connsiteX4040" fmla="*/ 1958439 w 12203753"/>
              <a:gd name="connsiteY4040" fmla="*/ 4202294 h 6858000"/>
              <a:gd name="connsiteX4041" fmla="*/ 2054174 w 12203753"/>
              <a:gd name="connsiteY4041" fmla="*/ 4264823 h 6858000"/>
              <a:gd name="connsiteX4042" fmla="*/ 2031546 w 12203753"/>
              <a:gd name="connsiteY4042" fmla="*/ 4304023 h 6858000"/>
              <a:gd name="connsiteX4043" fmla="*/ 1929564 w 12203753"/>
              <a:gd name="connsiteY4043" fmla="*/ 4252393 h 6858000"/>
              <a:gd name="connsiteX4044" fmla="*/ 1833827 w 12203753"/>
              <a:gd name="connsiteY4044" fmla="*/ 4189864 h 6858000"/>
              <a:gd name="connsiteX4045" fmla="*/ 1065369 w 12203753"/>
              <a:gd name="connsiteY4045" fmla="*/ 4150687 h 6858000"/>
              <a:gd name="connsiteX4046" fmla="*/ 1073750 w 12203753"/>
              <a:gd name="connsiteY4046" fmla="*/ 4154393 h 6858000"/>
              <a:gd name="connsiteX4047" fmla="*/ 1167366 w 12203753"/>
              <a:gd name="connsiteY4047" fmla="*/ 4202294 h 6858000"/>
              <a:gd name="connsiteX4048" fmla="*/ 1263103 w 12203753"/>
              <a:gd name="connsiteY4048" fmla="*/ 4264823 h 6858000"/>
              <a:gd name="connsiteX4049" fmla="*/ 1240476 w 12203753"/>
              <a:gd name="connsiteY4049" fmla="*/ 4304023 h 6858000"/>
              <a:gd name="connsiteX4050" fmla="*/ 1138491 w 12203753"/>
              <a:gd name="connsiteY4050" fmla="*/ 4252393 h 6858000"/>
              <a:gd name="connsiteX4051" fmla="*/ 1042746 w 12203753"/>
              <a:gd name="connsiteY4051" fmla="*/ 4189864 h 6858000"/>
              <a:gd name="connsiteX4052" fmla="*/ 274229 w 12203753"/>
              <a:gd name="connsiteY4052" fmla="*/ 4150687 h 6858000"/>
              <a:gd name="connsiteX4053" fmla="*/ 282613 w 12203753"/>
              <a:gd name="connsiteY4053" fmla="*/ 4154393 h 6858000"/>
              <a:gd name="connsiteX4054" fmla="*/ 376224 w 12203753"/>
              <a:gd name="connsiteY4054" fmla="*/ 4202294 h 6858000"/>
              <a:gd name="connsiteX4055" fmla="*/ 471959 w 12203753"/>
              <a:gd name="connsiteY4055" fmla="*/ 4264823 h 6858000"/>
              <a:gd name="connsiteX4056" fmla="*/ 449332 w 12203753"/>
              <a:gd name="connsiteY4056" fmla="*/ 4304023 h 6858000"/>
              <a:gd name="connsiteX4057" fmla="*/ 347352 w 12203753"/>
              <a:gd name="connsiteY4057" fmla="*/ 4252393 h 6858000"/>
              <a:gd name="connsiteX4058" fmla="*/ 251614 w 12203753"/>
              <a:gd name="connsiteY4058" fmla="*/ 4189864 h 6858000"/>
              <a:gd name="connsiteX4059" fmla="*/ 12140914 w 12203753"/>
              <a:gd name="connsiteY4059" fmla="*/ 4150664 h 6858000"/>
              <a:gd name="connsiteX4060" fmla="*/ 12171908 w 12203753"/>
              <a:gd name="connsiteY4060" fmla="*/ 4164910 h 6858000"/>
              <a:gd name="connsiteX4061" fmla="*/ 12203753 w 12203753"/>
              <a:gd name="connsiteY4061" fmla="*/ 4181665 h 6858000"/>
              <a:gd name="connsiteX4062" fmla="*/ 12203753 w 12203753"/>
              <a:gd name="connsiteY4062" fmla="*/ 4245880 h 6858000"/>
              <a:gd name="connsiteX4063" fmla="*/ 12146132 w 12203753"/>
              <a:gd name="connsiteY4063" fmla="*/ 4209560 h 6858000"/>
              <a:gd name="connsiteX4064" fmla="*/ 12118286 w 12203753"/>
              <a:gd name="connsiteY4064" fmla="*/ 4189864 h 6858000"/>
              <a:gd name="connsiteX4065" fmla="*/ 11920501 w 12203753"/>
              <a:gd name="connsiteY4065" fmla="*/ 4150664 h 6858000"/>
              <a:gd name="connsiteX4066" fmla="*/ 11943128 w 12203753"/>
              <a:gd name="connsiteY4066" fmla="*/ 4189864 h 6858000"/>
              <a:gd name="connsiteX4067" fmla="*/ 11847390 w 12203753"/>
              <a:gd name="connsiteY4067" fmla="*/ 4252393 h 6858000"/>
              <a:gd name="connsiteX4068" fmla="*/ 11745343 w 12203753"/>
              <a:gd name="connsiteY4068" fmla="*/ 4304023 h 6858000"/>
              <a:gd name="connsiteX4069" fmla="*/ 11722715 w 12203753"/>
              <a:gd name="connsiteY4069" fmla="*/ 4264823 h 6858000"/>
              <a:gd name="connsiteX4070" fmla="*/ 11818516 w 12203753"/>
              <a:gd name="connsiteY4070" fmla="*/ 4202294 h 6858000"/>
              <a:gd name="connsiteX4071" fmla="*/ 11920501 w 12203753"/>
              <a:gd name="connsiteY4071" fmla="*/ 4150664 h 6858000"/>
              <a:gd name="connsiteX4072" fmla="*/ 11349836 w 12203753"/>
              <a:gd name="connsiteY4072" fmla="*/ 4150664 h 6858000"/>
              <a:gd name="connsiteX4073" fmla="*/ 11451820 w 12203753"/>
              <a:gd name="connsiteY4073" fmla="*/ 4202294 h 6858000"/>
              <a:gd name="connsiteX4074" fmla="*/ 11547558 w 12203753"/>
              <a:gd name="connsiteY4074" fmla="*/ 4264823 h 6858000"/>
              <a:gd name="connsiteX4075" fmla="*/ 11524930 w 12203753"/>
              <a:gd name="connsiteY4075" fmla="*/ 4304023 h 6858000"/>
              <a:gd name="connsiteX4076" fmla="*/ 11422946 w 12203753"/>
              <a:gd name="connsiteY4076" fmla="*/ 4252393 h 6858000"/>
              <a:gd name="connsiteX4077" fmla="*/ 11327208 w 12203753"/>
              <a:gd name="connsiteY4077" fmla="*/ 4189864 h 6858000"/>
              <a:gd name="connsiteX4078" fmla="*/ 11129360 w 12203753"/>
              <a:gd name="connsiteY4078" fmla="*/ 4150664 h 6858000"/>
              <a:gd name="connsiteX4079" fmla="*/ 11151987 w 12203753"/>
              <a:gd name="connsiteY4079" fmla="*/ 4189864 h 6858000"/>
              <a:gd name="connsiteX4080" fmla="*/ 11056249 w 12203753"/>
              <a:gd name="connsiteY4080" fmla="*/ 4252393 h 6858000"/>
              <a:gd name="connsiteX4081" fmla="*/ 10954265 w 12203753"/>
              <a:gd name="connsiteY4081" fmla="*/ 4304023 h 6858000"/>
              <a:gd name="connsiteX4082" fmla="*/ 10931638 w 12203753"/>
              <a:gd name="connsiteY4082" fmla="*/ 4264823 h 6858000"/>
              <a:gd name="connsiteX4083" fmla="*/ 11027376 w 12203753"/>
              <a:gd name="connsiteY4083" fmla="*/ 4202294 h 6858000"/>
              <a:gd name="connsiteX4084" fmla="*/ 11129360 w 12203753"/>
              <a:gd name="connsiteY4084" fmla="*/ 4150664 h 6858000"/>
              <a:gd name="connsiteX4085" fmla="*/ 10558694 w 12203753"/>
              <a:gd name="connsiteY4085" fmla="*/ 4150664 h 6858000"/>
              <a:gd name="connsiteX4086" fmla="*/ 10660678 w 12203753"/>
              <a:gd name="connsiteY4086" fmla="*/ 4202294 h 6858000"/>
              <a:gd name="connsiteX4087" fmla="*/ 10756416 w 12203753"/>
              <a:gd name="connsiteY4087" fmla="*/ 4264823 h 6858000"/>
              <a:gd name="connsiteX4088" fmla="*/ 10733788 w 12203753"/>
              <a:gd name="connsiteY4088" fmla="*/ 4304023 h 6858000"/>
              <a:gd name="connsiteX4089" fmla="*/ 10631804 w 12203753"/>
              <a:gd name="connsiteY4089" fmla="*/ 4252393 h 6858000"/>
              <a:gd name="connsiteX4090" fmla="*/ 10536066 w 12203753"/>
              <a:gd name="connsiteY4090" fmla="*/ 4189864 h 6858000"/>
              <a:gd name="connsiteX4091" fmla="*/ 10338218 w 12203753"/>
              <a:gd name="connsiteY4091" fmla="*/ 4150664 h 6858000"/>
              <a:gd name="connsiteX4092" fmla="*/ 10360845 w 12203753"/>
              <a:gd name="connsiteY4092" fmla="*/ 4189864 h 6858000"/>
              <a:gd name="connsiteX4093" fmla="*/ 10265107 w 12203753"/>
              <a:gd name="connsiteY4093" fmla="*/ 4252393 h 6858000"/>
              <a:gd name="connsiteX4094" fmla="*/ 10163123 w 12203753"/>
              <a:gd name="connsiteY4094" fmla="*/ 4304023 h 6858000"/>
              <a:gd name="connsiteX4095" fmla="*/ 10140496 w 12203753"/>
              <a:gd name="connsiteY4095" fmla="*/ 4264823 h 6858000"/>
              <a:gd name="connsiteX4096" fmla="*/ 10236234 w 12203753"/>
              <a:gd name="connsiteY4096" fmla="*/ 4202294 h 6858000"/>
              <a:gd name="connsiteX4097" fmla="*/ 10338218 w 12203753"/>
              <a:gd name="connsiteY4097" fmla="*/ 4150664 h 6858000"/>
              <a:gd name="connsiteX4098" fmla="*/ 9767553 w 12203753"/>
              <a:gd name="connsiteY4098" fmla="*/ 4150664 h 6858000"/>
              <a:gd name="connsiteX4099" fmla="*/ 9869601 w 12203753"/>
              <a:gd name="connsiteY4099" fmla="*/ 4202294 h 6858000"/>
              <a:gd name="connsiteX4100" fmla="*/ 9965339 w 12203753"/>
              <a:gd name="connsiteY4100" fmla="*/ 4264823 h 6858000"/>
              <a:gd name="connsiteX4101" fmla="*/ 9942711 w 12203753"/>
              <a:gd name="connsiteY4101" fmla="*/ 4304023 h 6858000"/>
              <a:gd name="connsiteX4102" fmla="*/ 9840663 w 12203753"/>
              <a:gd name="connsiteY4102" fmla="*/ 4252393 h 6858000"/>
              <a:gd name="connsiteX4103" fmla="*/ 9744925 w 12203753"/>
              <a:gd name="connsiteY4103" fmla="*/ 4189864 h 6858000"/>
              <a:gd name="connsiteX4104" fmla="*/ 9547140 w 12203753"/>
              <a:gd name="connsiteY4104" fmla="*/ 4150664 h 6858000"/>
              <a:gd name="connsiteX4105" fmla="*/ 9569768 w 12203753"/>
              <a:gd name="connsiteY4105" fmla="*/ 4189864 h 6858000"/>
              <a:gd name="connsiteX4106" fmla="*/ 9474030 w 12203753"/>
              <a:gd name="connsiteY4106" fmla="*/ 4252393 h 6858000"/>
              <a:gd name="connsiteX4107" fmla="*/ 9371982 w 12203753"/>
              <a:gd name="connsiteY4107" fmla="*/ 4304023 h 6858000"/>
              <a:gd name="connsiteX4108" fmla="*/ 9349355 w 12203753"/>
              <a:gd name="connsiteY4108" fmla="*/ 4264823 h 6858000"/>
              <a:gd name="connsiteX4109" fmla="*/ 9445093 w 12203753"/>
              <a:gd name="connsiteY4109" fmla="*/ 4202294 h 6858000"/>
              <a:gd name="connsiteX4110" fmla="*/ 9547140 w 12203753"/>
              <a:gd name="connsiteY4110" fmla="*/ 4150664 h 6858000"/>
              <a:gd name="connsiteX4111" fmla="*/ 8976412 w 12203753"/>
              <a:gd name="connsiteY4111" fmla="*/ 4150664 h 6858000"/>
              <a:gd name="connsiteX4112" fmla="*/ 9078460 w 12203753"/>
              <a:gd name="connsiteY4112" fmla="*/ 4202294 h 6858000"/>
              <a:gd name="connsiteX4113" fmla="*/ 9174198 w 12203753"/>
              <a:gd name="connsiteY4113" fmla="*/ 4264823 h 6858000"/>
              <a:gd name="connsiteX4114" fmla="*/ 9151570 w 12203753"/>
              <a:gd name="connsiteY4114" fmla="*/ 4304023 h 6858000"/>
              <a:gd name="connsiteX4115" fmla="*/ 9049585 w 12203753"/>
              <a:gd name="connsiteY4115" fmla="*/ 4252393 h 6858000"/>
              <a:gd name="connsiteX4116" fmla="*/ 8953784 w 12203753"/>
              <a:gd name="connsiteY4116" fmla="*/ 4189864 h 6858000"/>
              <a:gd name="connsiteX4117" fmla="*/ 8755998 w 12203753"/>
              <a:gd name="connsiteY4117" fmla="*/ 4150664 h 6858000"/>
              <a:gd name="connsiteX4118" fmla="*/ 8778626 w 12203753"/>
              <a:gd name="connsiteY4118" fmla="*/ 4189864 h 6858000"/>
              <a:gd name="connsiteX4119" fmla="*/ 8682888 w 12203753"/>
              <a:gd name="connsiteY4119" fmla="*/ 4252393 h 6858000"/>
              <a:gd name="connsiteX4120" fmla="*/ 8580840 w 12203753"/>
              <a:gd name="connsiteY4120" fmla="*/ 4304023 h 6858000"/>
              <a:gd name="connsiteX4121" fmla="*/ 8558213 w 12203753"/>
              <a:gd name="connsiteY4121" fmla="*/ 4264823 h 6858000"/>
              <a:gd name="connsiteX4122" fmla="*/ 8654014 w 12203753"/>
              <a:gd name="connsiteY4122" fmla="*/ 4202294 h 6858000"/>
              <a:gd name="connsiteX4123" fmla="*/ 8755998 w 12203753"/>
              <a:gd name="connsiteY4123" fmla="*/ 4150664 h 6858000"/>
              <a:gd name="connsiteX4124" fmla="*/ 8185270 w 12203753"/>
              <a:gd name="connsiteY4124" fmla="*/ 4150664 h 6858000"/>
              <a:gd name="connsiteX4125" fmla="*/ 8287318 w 12203753"/>
              <a:gd name="connsiteY4125" fmla="*/ 4202294 h 6858000"/>
              <a:gd name="connsiteX4126" fmla="*/ 8383056 w 12203753"/>
              <a:gd name="connsiteY4126" fmla="*/ 4264823 h 6858000"/>
              <a:gd name="connsiteX4127" fmla="*/ 8360428 w 12203753"/>
              <a:gd name="connsiteY4127" fmla="*/ 4304023 h 6858000"/>
              <a:gd name="connsiteX4128" fmla="*/ 8258443 w 12203753"/>
              <a:gd name="connsiteY4128" fmla="*/ 4252393 h 6858000"/>
              <a:gd name="connsiteX4129" fmla="*/ 8162642 w 12203753"/>
              <a:gd name="connsiteY4129" fmla="*/ 4189864 h 6858000"/>
              <a:gd name="connsiteX4130" fmla="*/ 7964857 w 12203753"/>
              <a:gd name="connsiteY4130" fmla="*/ 4150664 h 6858000"/>
              <a:gd name="connsiteX4131" fmla="*/ 7987485 w 12203753"/>
              <a:gd name="connsiteY4131" fmla="*/ 4189864 h 6858000"/>
              <a:gd name="connsiteX4132" fmla="*/ 7891747 w 12203753"/>
              <a:gd name="connsiteY4132" fmla="*/ 4252393 h 6858000"/>
              <a:gd name="connsiteX4133" fmla="*/ 7789699 w 12203753"/>
              <a:gd name="connsiteY4133" fmla="*/ 4304023 h 6858000"/>
              <a:gd name="connsiteX4134" fmla="*/ 7767072 w 12203753"/>
              <a:gd name="connsiteY4134" fmla="*/ 4264823 h 6858000"/>
              <a:gd name="connsiteX4135" fmla="*/ 7862873 w 12203753"/>
              <a:gd name="connsiteY4135" fmla="*/ 4202294 h 6858000"/>
              <a:gd name="connsiteX4136" fmla="*/ 7964857 w 12203753"/>
              <a:gd name="connsiteY4136" fmla="*/ 4150664 h 6858000"/>
              <a:gd name="connsiteX4137" fmla="*/ 7394128 w 12203753"/>
              <a:gd name="connsiteY4137" fmla="*/ 4150664 h 6858000"/>
              <a:gd name="connsiteX4138" fmla="*/ 7496176 w 12203753"/>
              <a:gd name="connsiteY4138" fmla="*/ 4202294 h 6858000"/>
              <a:gd name="connsiteX4139" fmla="*/ 7591913 w 12203753"/>
              <a:gd name="connsiteY4139" fmla="*/ 4264823 h 6858000"/>
              <a:gd name="connsiteX4140" fmla="*/ 7569286 w 12203753"/>
              <a:gd name="connsiteY4140" fmla="*/ 4304023 h 6858000"/>
              <a:gd name="connsiteX4141" fmla="*/ 7467302 w 12203753"/>
              <a:gd name="connsiteY4141" fmla="*/ 4252393 h 6858000"/>
              <a:gd name="connsiteX4142" fmla="*/ 7371564 w 12203753"/>
              <a:gd name="connsiteY4142" fmla="*/ 4189864 h 6858000"/>
              <a:gd name="connsiteX4143" fmla="*/ 7173716 w 12203753"/>
              <a:gd name="connsiteY4143" fmla="*/ 4150664 h 6858000"/>
              <a:gd name="connsiteX4144" fmla="*/ 7196344 w 12203753"/>
              <a:gd name="connsiteY4144" fmla="*/ 4189864 h 6858000"/>
              <a:gd name="connsiteX4145" fmla="*/ 7100606 w 12203753"/>
              <a:gd name="connsiteY4145" fmla="*/ 4252393 h 6858000"/>
              <a:gd name="connsiteX4146" fmla="*/ 6998558 w 12203753"/>
              <a:gd name="connsiteY4146" fmla="*/ 4304023 h 6858000"/>
              <a:gd name="connsiteX4147" fmla="*/ 6975995 w 12203753"/>
              <a:gd name="connsiteY4147" fmla="*/ 4264823 h 6858000"/>
              <a:gd name="connsiteX4148" fmla="*/ 7071731 w 12203753"/>
              <a:gd name="connsiteY4148" fmla="*/ 4202294 h 6858000"/>
              <a:gd name="connsiteX4149" fmla="*/ 7173716 w 12203753"/>
              <a:gd name="connsiteY4149" fmla="*/ 4150664 h 6858000"/>
              <a:gd name="connsiteX4150" fmla="*/ 6603052 w 12203753"/>
              <a:gd name="connsiteY4150" fmla="*/ 4150664 h 6858000"/>
              <a:gd name="connsiteX4151" fmla="*/ 6705100 w 12203753"/>
              <a:gd name="connsiteY4151" fmla="*/ 4202294 h 6858000"/>
              <a:gd name="connsiteX4152" fmla="*/ 6800772 w 12203753"/>
              <a:gd name="connsiteY4152" fmla="*/ 4264823 h 6858000"/>
              <a:gd name="connsiteX4153" fmla="*/ 6778210 w 12203753"/>
              <a:gd name="connsiteY4153" fmla="*/ 4304023 h 6858000"/>
              <a:gd name="connsiteX4154" fmla="*/ 6676161 w 12203753"/>
              <a:gd name="connsiteY4154" fmla="*/ 4252393 h 6858000"/>
              <a:gd name="connsiteX4155" fmla="*/ 6580424 w 12203753"/>
              <a:gd name="connsiteY4155" fmla="*/ 4189864 h 6858000"/>
              <a:gd name="connsiteX4156" fmla="*/ 6382638 w 12203753"/>
              <a:gd name="connsiteY4156" fmla="*/ 4150664 h 6858000"/>
              <a:gd name="connsiteX4157" fmla="*/ 6405201 w 12203753"/>
              <a:gd name="connsiteY4157" fmla="*/ 4189864 h 6858000"/>
              <a:gd name="connsiteX4158" fmla="*/ 6309528 w 12203753"/>
              <a:gd name="connsiteY4158" fmla="*/ 4252393 h 6858000"/>
              <a:gd name="connsiteX4159" fmla="*/ 6207480 w 12203753"/>
              <a:gd name="connsiteY4159" fmla="*/ 4304023 h 6858000"/>
              <a:gd name="connsiteX4160" fmla="*/ 6184852 w 12203753"/>
              <a:gd name="connsiteY4160" fmla="*/ 4264823 h 6858000"/>
              <a:gd name="connsiteX4161" fmla="*/ 6280590 w 12203753"/>
              <a:gd name="connsiteY4161" fmla="*/ 4202294 h 6858000"/>
              <a:gd name="connsiteX4162" fmla="*/ 6382638 w 12203753"/>
              <a:gd name="connsiteY4162" fmla="*/ 4150664 h 6858000"/>
              <a:gd name="connsiteX4163" fmla="*/ 5811914 w 12203753"/>
              <a:gd name="connsiteY4163" fmla="*/ 4150664 h 6858000"/>
              <a:gd name="connsiteX4164" fmla="*/ 5811979 w 12203753"/>
              <a:gd name="connsiteY4164" fmla="*/ 4150664 h 6858000"/>
              <a:gd name="connsiteX4165" fmla="*/ 5811965 w 12203753"/>
              <a:gd name="connsiteY4165" fmla="*/ 4150687 h 6858000"/>
              <a:gd name="connsiteX4166" fmla="*/ 5591444 w 12203753"/>
              <a:gd name="connsiteY4166" fmla="*/ 4150664 h 6858000"/>
              <a:gd name="connsiteX4167" fmla="*/ 5614067 w 12203753"/>
              <a:gd name="connsiteY4167" fmla="*/ 4189864 h 6858000"/>
              <a:gd name="connsiteX4168" fmla="*/ 5518332 w 12203753"/>
              <a:gd name="connsiteY4168" fmla="*/ 4252393 h 6858000"/>
              <a:gd name="connsiteX4169" fmla="*/ 5416289 w 12203753"/>
              <a:gd name="connsiteY4169" fmla="*/ 4304023 h 6858000"/>
              <a:gd name="connsiteX4170" fmla="*/ 5393662 w 12203753"/>
              <a:gd name="connsiteY4170" fmla="*/ 4264823 h 6858000"/>
              <a:gd name="connsiteX4171" fmla="*/ 5393724 w 12203753"/>
              <a:gd name="connsiteY4171" fmla="*/ 4264823 h 6858000"/>
              <a:gd name="connsiteX4172" fmla="*/ 5489459 w 12203753"/>
              <a:gd name="connsiteY4172" fmla="*/ 4202294 h 6858000"/>
              <a:gd name="connsiteX4173" fmla="*/ 5591444 w 12203753"/>
              <a:gd name="connsiteY4173" fmla="*/ 4150664 h 6858000"/>
              <a:gd name="connsiteX4174" fmla="*/ 5020783 w 12203753"/>
              <a:gd name="connsiteY4174" fmla="*/ 4150664 h 6858000"/>
              <a:gd name="connsiteX4175" fmla="*/ 5020848 w 12203753"/>
              <a:gd name="connsiteY4175" fmla="*/ 4150664 h 6858000"/>
              <a:gd name="connsiteX4176" fmla="*/ 5020837 w 12203753"/>
              <a:gd name="connsiteY4176" fmla="*/ 4150687 h 6858000"/>
              <a:gd name="connsiteX4177" fmla="*/ 4800366 w 12203753"/>
              <a:gd name="connsiteY4177" fmla="*/ 4150664 h 6858000"/>
              <a:gd name="connsiteX4178" fmla="*/ 4822988 w 12203753"/>
              <a:gd name="connsiteY4178" fmla="*/ 4189864 h 6858000"/>
              <a:gd name="connsiteX4179" fmla="*/ 4727254 w 12203753"/>
              <a:gd name="connsiteY4179" fmla="*/ 4252393 h 6858000"/>
              <a:gd name="connsiteX4180" fmla="*/ 4625211 w 12203753"/>
              <a:gd name="connsiteY4180" fmla="*/ 4304023 h 6858000"/>
              <a:gd name="connsiteX4181" fmla="*/ 4602581 w 12203753"/>
              <a:gd name="connsiteY4181" fmla="*/ 4264823 h 6858000"/>
              <a:gd name="connsiteX4182" fmla="*/ 4602649 w 12203753"/>
              <a:gd name="connsiteY4182" fmla="*/ 4264823 h 6858000"/>
              <a:gd name="connsiteX4183" fmla="*/ 4698380 w 12203753"/>
              <a:gd name="connsiteY4183" fmla="*/ 4202294 h 6858000"/>
              <a:gd name="connsiteX4184" fmla="*/ 4800366 w 12203753"/>
              <a:gd name="connsiteY4184" fmla="*/ 4150664 h 6858000"/>
              <a:gd name="connsiteX4185" fmla="*/ 4229702 w 12203753"/>
              <a:gd name="connsiteY4185" fmla="*/ 4150664 h 6858000"/>
              <a:gd name="connsiteX4186" fmla="*/ 4229764 w 12203753"/>
              <a:gd name="connsiteY4186" fmla="*/ 4150664 h 6858000"/>
              <a:gd name="connsiteX4187" fmla="*/ 4229752 w 12203753"/>
              <a:gd name="connsiteY4187" fmla="*/ 4150687 h 6858000"/>
              <a:gd name="connsiteX4188" fmla="*/ 4009303 w 12203753"/>
              <a:gd name="connsiteY4188" fmla="*/ 4150664 h 6858000"/>
              <a:gd name="connsiteX4189" fmla="*/ 4031930 w 12203753"/>
              <a:gd name="connsiteY4189" fmla="*/ 4189864 h 6858000"/>
              <a:gd name="connsiteX4190" fmla="*/ 3936200 w 12203753"/>
              <a:gd name="connsiteY4190" fmla="*/ 4252393 h 6858000"/>
              <a:gd name="connsiteX4191" fmla="*/ 3834153 w 12203753"/>
              <a:gd name="connsiteY4191" fmla="*/ 4304023 h 6858000"/>
              <a:gd name="connsiteX4192" fmla="*/ 3811524 w 12203753"/>
              <a:gd name="connsiteY4192" fmla="*/ 4264823 h 6858000"/>
              <a:gd name="connsiteX4193" fmla="*/ 3811587 w 12203753"/>
              <a:gd name="connsiteY4193" fmla="*/ 4264823 h 6858000"/>
              <a:gd name="connsiteX4194" fmla="*/ 3907323 w 12203753"/>
              <a:gd name="connsiteY4194" fmla="*/ 4202294 h 6858000"/>
              <a:gd name="connsiteX4195" fmla="*/ 4009303 w 12203753"/>
              <a:gd name="connsiteY4195" fmla="*/ 4150664 h 6858000"/>
              <a:gd name="connsiteX4196" fmla="*/ 3438650 w 12203753"/>
              <a:gd name="connsiteY4196" fmla="*/ 4150664 h 6858000"/>
              <a:gd name="connsiteX4197" fmla="*/ 3438713 w 12203753"/>
              <a:gd name="connsiteY4197" fmla="*/ 4150664 h 6858000"/>
              <a:gd name="connsiteX4198" fmla="*/ 3438701 w 12203753"/>
              <a:gd name="connsiteY4198" fmla="*/ 4150687 h 6858000"/>
              <a:gd name="connsiteX4199" fmla="*/ 3218243 w 12203753"/>
              <a:gd name="connsiteY4199" fmla="*/ 4150664 h 6858000"/>
              <a:gd name="connsiteX4200" fmla="*/ 3240871 w 12203753"/>
              <a:gd name="connsiteY4200" fmla="*/ 4189864 h 6858000"/>
              <a:gd name="connsiteX4201" fmla="*/ 3145144 w 12203753"/>
              <a:gd name="connsiteY4201" fmla="*/ 4252393 h 6858000"/>
              <a:gd name="connsiteX4202" fmla="*/ 3043094 w 12203753"/>
              <a:gd name="connsiteY4202" fmla="*/ 4304023 h 6858000"/>
              <a:gd name="connsiteX4203" fmla="*/ 3020464 w 12203753"/>
              <a:gd name="connsiteY4203" fmla="*/ 4264823 h 6858000"/>
              <a:gd name="connsiteX4204" fmla="*/ 3116202 w 12203753"/>
              <a:gd name="connsiteY4204" fmla="*/ 4202294 h 6858000"/>
              <a:gd name="connsiteX4205" fmla="*/ 3218243 w 12203753"/>
              <a:gd name="connsiteY4205" fmla="*/ 4150664 h 6858000"/>
              <a:gd name="connsiteX4206" fmla="*/ 2647521 w 12203753"/>
              <a:gd name="connsiteY4206" fmla="*/ 4150664 h 6858000"/>
              <a:gd name="connsiteX4207" fmla="*/ 2647585 w 12203753"/>
              <a:gd name="connsiteY4207" fmla="*/ 4150664 h 6858000"/>
              <a:gd name="connsiteX4208" fmla="*/ 2647573 w 12203753"/>
              <a:gd name="connsiteY4208" fmla="*/ 4150687 h 6858000"/>
              <a:gd name="connsiteX4209" fmla="*/ 2427105 w 12203753"/>
              <a:gd name="connsiteY4209" fmla="*/ 4150664 h 6858000"/>
              <a:gd name="connsiteX4210" fmla="*/ 2449735 w 12203753"/>
              <a:gd name="connsiteY4210" fmla="*/ 4189864 h 6858000"/>
              <a:gd name="connsiteX4211" fmla="*/ 2353993 w 12203753"/>
              <a:gd name="connsiteY4211" fmla="*/ 4252393 h 6858000"/>
              <a:gd name="connsiteX4212" fmla="*/ 2251951 w 12203753"/>
              <a:gd name="connsiteY4212" fmla="*/ 4304023 h 6858000"/>
              <a:gd name="connsiteX4213" fmla="*/ 2229324 w 12203753"/>
              <a:gd name="connsiteY4213" fmla="*/ 4264823 h 6858000"/>
              <a:gd name="connsiteX4214" fmla="*/ 2325057 w 12203753"/>
              <a:gd name="connsiteY4214" fmla="*/ 4202294 h 6858000"/>
              <a:gd name="connsiteX4215" fmla="*/ 2427105 w 12203753"/>
              <a:gd name="connsiteY4215" fmla="*/ 4150664 h 6858000"/>
              <a:gd name="connsiteX4216" fmla="*/ 1856390 w 12203753"/>
              <a:gd name="connsiteY4216" fmla="*/ 4150664 h 6858000"/>
              <a:gd name="connsiteX4217" fmla="*/ 1856455 w 12203753"/>
              <a:gd name="connsiteY4217" fmla="*/ 4150664 h 6858000"/>
              <a:gd name="connsiteX4218" fmla="*/ 1856440 w 12203753"/>
              <a:gd name="connsiteY4218" fmla="*/ 4150687 h 6858000"/>
              <a:gd name="connsiteX4219" fmla="*/ 1635980 w 12203753"/>
              <a:gd name="connsiteY4219" fmla="*/ 4150664 h 6858000"/>
              <a:gd name="connsiteX4220" fmla="*/ 1658607 w 12203753"/>
              <a:gd name="connsiteY4220" fmla="*/ 4189864 h 6858000"/>
              <a:gd name="connsiteX4221" fmla="*/ 1562870 w 12203753"/>
              <a:gd name="connsiteY4221" fmla="*/ 4252393 h 6858000"/>
              <a:gd name="connsiteX4222" fmla="*/ 1460821 w 12203753"/>
              <a:gd name="connsiteY4222" fmla="*/ 4304023 h 6858000"/>
              <a:gd name="connsiteX4223" fmla="*/ 1438196 w 12203753"/>
              <a:gd name="connsiteY4223" fmla="*/ 4264823 h 6858000"/>
              <a:gd name="connsiteX4224" fmla="*/ 1533934 w 12203753"/>
              <a:gd name="connsiteY4224" fmla="*/ 4202294 h 6858000"/>
              <a:gd name="connsiteX4225" fmla="*/ 1635980 w 12203753"/>
              <a:gd name="connsiteY4225" fmla="*/ 4150664 h 6858000"/>
              <a:gd name="connsiteX4226" fmla="*/ 1065317 w 12203753"/>
              <a:gd name="connsiteY4226" fmla="*/ 4150664 h 6858000"/>
              <a:gd name="connsiteX4227" fmla="*/ 1065382 w 12203753"/>
              <a:gd name="connsiteY4227" fmla="*/ 4150664 h 6858000"/>
              <a:gd name="connsiteX4228" fmla="*/ 1065369 w 12203753"/>
              <a:gd name="connsiteY4228" fmla="*/ 4150687 h 6858000"/>
              <a:gd name="connsiteX4229" fmla="*/ 844900 w 12203753"/>
              <a:gd name="connsiteY4229" fmla="*/ 4150664 h 6858000"/>
              <a:gd name="connsiteX4230" fmla="*/ 867526 w 12203753"/>
              <a:gd name="connsiteY4230" fmla="*/ 4189864 h 6858000"/>
              <a:gd name="connsiteX4231" fmla="*/ 771791 w 12203753"/>
              <a:gd name="connsiteY4231" fmla="*/ 4252393 h 6858000"/>
              <a:gd name="connsiteX4232" fmla="*/ 669744 w 12203753"/>
              <a:gd name="connsiteY4232" fmla="*/ 4304023 h 6858000"/>
              <a:gd name="connsiteX4233" fmla="*/ 647116 w 12203753"/>
              <a:gd name="connsiteY4233" fmla="*/ 4264823 h 6858000"/>
              <a:gd name="connsiteX4234" fmla="*/ 742854 w 12203753"/>
              <a:gd name="connsiteY4234" fmla="*/ 4202294 h 6858000"/>
              <a:gd name="connsiteX4235" fmla="*/ 844900 w 12203753"/>
              <a:gd name="connsiteY4235" fmla="*/ 4150664 h 6858000"/>
              <a:gd name="connsiteX4236" fmla="*/ 274178 w 12203753"/>
              <a:gd name="connsiteY4236" fmla="*/ 4150664 h 6858000"/>
              <a:gd name="connsiteX4237" fmla="*/ 274242 w 12203753"/>
              <a:gd name="connsiteY4237" fmla="*/ 4150664 h 6858000"/>
              <a:gd name="connsiteX4238" fmla="*/ 274229 w 12203753"/>
              <a:gd name="connsiteY4238" fmla="*/ 4150687 h 6858000"/>
              <a:gd name="connsiteX4239" fmla="*/ 53706 w 12203753"/>
              <a:gd name="connsiteY4239" fmla="*/ 4150664 h 6858000"/>
              <a:gd name="connsiteX4240" fmla="*/ 76333 w 12203753"/>
              <a:gd name="connsiteY4240" fmla="*/ 4189864 h 6858000"/>
              <a:gd name="connsiteX4241" fmla="*/ 48496 w 12203753"/>
              <a:gd name="connsiteY4241" fmla="*/ 4209560 h 6858000"/>
              <a:gd name="connsiteX4242" fmla="*/ 0 w 12203753"/>
              <a:gd name="connsiteY4242" fmla="*/ 4240153 h 6858000"/>
              <a:gd name="connsiteX4243" fmla="*/ 0 w 12203753"/>
              <a:gd name="connsiteY4243" fmla="*/ 4176882 h 6858000"/>
              <a:gd name="connsiteX4244" fmla="*/ 22745 w 12203753"/>
              <a:gd name="connsiteY4244" fmla="*/ 4164910 h 6858000"/>
              <a:gd name="connsiteX4245" fmla="*/ 53706 w 12203753"/>
              <a:gd name="connsiteY4245" fmla="*/ 4150664 h 6858000"/>
              <a:gd name="connsiteX4246" fmla="*/ 11612508 w 12203753"/>
              <a:gd name="connsiteY4246" fmla="*/ 3998963 h 6858000"/>
              <a:gd name="connsiteX4247" fmla="*/ 11657764 w 12203753"/>
              <a:gd name="connsiteY4247" fmla="*/ 3998963 h 6858000"/>
              <a:gd name="connsiteX4248" fmla="*/ 11664075 w 12203753"/>
              <a:gd name="connsiteY4248" fmla="*/ 4113122 h 6858000"/>
              <a:gd name="connsiteX4249" fmla="*/ 11657764 w 12203753"/>
              <a:gd name="connsiteY4249" fmla="*/ 4227280 h 6858000"/>
              <a:gd name="connsiteX4250" fmla="*/ 11612508 w 12203753"/>
              <a:gd name="connsiteY4250" fmla="*/ 4227280 h 6858000"/>
              <a:gd name="connsiteX4251" fmla="*/ 11606262 w 12203753"/>
              <a:gd name="connsiteY4251" fmla="*/ 4113122 h 6858000"/>
              <a:gd name="connsiteX4252" fmla="*/ 11612508 w 12203753"/>
              <a:gd name="connsiteY4252" fmla="*/ 3998963 h 6858000"/>
              <a:gd name="connsiteX4253" fmla="*/ 10821367 w 12203753"/>
              <a:gd name="connsiteY4253" fmla="*/ 3998963 h 6858000"/>
              <a:gd name="connsiteX4254" fmla="*/ 10866623 w 12203753"/>
              <a:gd name="connsiteY4254" fmla="*/ 3998963 h 6858000"/>
              <a:gd name="connsiteX4255" fmla="*/ 10872933 w 12203753"/>
              <a:gd name="connsiteY4255" fmla="*/ 4113122 h 6858000"/>
              <a:gd name="connsiteX4256" fmla="*/ 10866623 w 12203753"/>
              <a:gd name="connsiteY4256" fmla="*/ 4227280 h 6858000"/>
              <a:gd name="connsiteX4257" fmla="*/ 10821367 w 12203753"/>
              <a:gd name="connsiteY4257" fmla="*/ 4227280 h 6858000"/>
              <a:gd name="connsiteX4258" fmla="*/ 10815121 w 12203753"/>
              <a:gd name="connsiteY4258" fmla="*/ 4113122 h 6858000"/>
              <a:gd name="connsiteX4259" fmla="*/ 10821367 w 12203753"/>
              <a:gd name="connsiteY4259" fmla="*/ 3998963 h 6858000"/>
              <a:gd name="connsiteX4260" fmla="*/ 10030289 w 12203753"/>
              <a:gd name="connsiteY4260" fmla="*/ 3998963 h 6858000"/>
              <a:gd name="connsiteX4261" fmla="*/ 10075481 w 12203753"/>
              <a:gd name="connsiteY4261" fmla="*/ 3998963 h 6858000"/>
              <a:gd name="connsiteX4262" fmla="*/ 10081791 w 12203753"/>
              <a:gd name="connsiteY4262" fmla="*/ 4113122 h 6858000"/>
              <a:gd name="connsiteX4263" fmla="*/ 10075481 w 12203753"/>
              <a:gd name="connsiteY4263" fmla="*/ 4227280 h 6858000"/>
              <a:gd name="connsiteX4264" fmla="*/ 10030289 w 12203753"/>
              <a:gd name="connsiteY4264" fmla="*/ 4227280 h 6858000"/>
              <a:gd name="connsiteX4265" fmla="*/ 10023979 w 12203753"/>
              <a:gd name="connsiteY4265" fmla="*/ 4113122 h 6858000"/>
              <a:gd name="connsiteX4266" fmla="*/ 10030289 w 12203753"/>
              <a:gd name="connsiteY4266" fmla="*/ 3998963 h 6858000"/>
              <a:gd name="connsiteX4267" fmla="*/ 9239147 w 12203753"/>
              <a:gd name="connsiteY4267" fmla="*/ 3998963 h 6858000"/>
              <a:gd name="connsiteX4268" fmla="*/ 9284403 w 12203753"/>
              <a:gd name="connsiteY4268" fmla="*/ 3998963 h 6858000"/>
              <a:gd name="connsiteX4269" fmla="*/ 9290649 w 12203753"/>
              <a:gd name="connsiteY4269" fmla="*/ 4113122 h 6858000"/>
              <a:gd name="connsiteX4270" fmla="*/ 9284403 w 12203753"/>
              <a:gd name="connsiteY4270" fmla="*/ 4227280 h 6858000"/>
              <a:gd name="connsiteX4271" fmla="*/ 9239147 w 12203753"/>
              <a:gd name="connsiteY4271" fmla="*/ 4227280 h 6858000"/>
              <a:gd name="connsiteX4272" fmla="*/ 9232901 w 12203753"/>
              <a:gd name="connsiteY4272" fmla="*/ 4113122 h 6858000"/>
              <a:gd name="connsiteX4273" fmla="*/ 9239147 w 12203753"/>
              <a:gd name="connsiteY4273" fmla="*/ 3998963 h 6858000"/>
              <a:gd name="connsiteX4274" fmla="*/ 8448006 w 12203753"/>
              <a:gd name="connsiteY4274" fmla="*/ 3998963 h 6858000"/>
              <a:gd name="connsiteX4275" fmla="*/ 8493262 w 12203753"/>
              <a:gd name="connsiteY4275" fmla="*/ 3998963 h 6858000"/>
              <a:gd name="connsiteX4276" fmla="*/ 8499508 w 12203753"/>
              <a:gd name="connsiteY4276" fmla="*/ 4113122 h 6858000"/>
              <a:gd name="connsiteX4277" fmla="*/ 8493262 w 12203753"/>
              <a:gd name="connsiteY4277" fmla="*/ 4227280 h 6858000"/>
              <a:gd name="connsiteX4278" fmla="*/ 8448006 w 12203753"/>
              <a:gd name="connsiteY4278" fmla="*/ 4227280 h 6858000"/>
              <a:gd name="connsiteX4279" fmla="*/ 8441760 w 12203753"/>
              <a:gd name="connsiteY4279" fmla="*/ 4113122 h 6858000"/>
              <a:gd name="connsiteX4280" fmla="*/ 8448006 w 12203753"/>
              <a:gd name="connsiteY4280" fmla="*/ 3998963 h 6858000"/>
              <a:gd name="connsiteX4281" fmla="*/ 7656865 w 12203753"/>
              <a:gd name="connsiteY4281" fmla="*/ 3998963 h 6858000"/>
              <a:gd name="connsiteX4282" fmla="*/ 7702121 w 12203753"/>
              <a:gd name="connsiteY4282" fmla="*/ 3998963 h 6858000"/>
              <a:gd name="connsiteX4283" fmla="*/ 7708431 w 12203753"/>
              <a:gd name="connsiteY4283" fmla="*/ 4113122 h 6858000"/>
              <a:gd name="connsiteX4284" fmla="*/ 7702121 w 12203753"/>
              <a:gd name="connsiteY4284" fmla="*/ 4227280 h 6858000"/>
              <a:gd name="connsiteX4285" fmla="*/ 7656865 w 12203753"/>
              <a:gd name="connsiteY4285" fmla="*/ 4227280 h 6858000"/>
              <a:gd name="connsiteX4286" fmla="*/ 7650619 w 12203753"/>
              <a:gd name="connsiteY4286" fmla="*/ 4113122 h 6858000"/>
              <a:gd name="connsiteX4287" fmla="*/ 7656865 w 12203753"/>
              <a:gd name="connsiteY4287" fmla="*/ 3998963 h 6858000"/>
              <a:gd name="connsiteX4288" fmla="*/ 6865787 w 12203753"/>
              <a:gd name="connsiteY4288" fmla="*/ 3998963 h 6858000"/>
              <a:gd name="connsiteX4289" fmla="*/ 6910979 w 12203753"/>
              <a:gd name="connsiteY4289" fmla="*/ 3998963 h 6858000"/>
              <a:gd name="connsiteX4290" fmla="*/ 6917290 w 12203753"/>
              <a:gd name="connsiteY4290" fmla="*/ 4113122 h 6858000"/>
              <a:gd name="connsiteX4291" fmla="*/ 6910979 w 12203753"/>
              <a:gd name="connsiteY4291" fmla="*/ 4227280 h 6858000"/>
              <a:gd name="connsiteX4292" fmla="*/ 6865787 w 12203753"/>
              <a:gd name="connsiteY4292" fmla="*/ 4227280 h 6858000"/>
              <a:gd name="connsiteX4293" fmla="*/ 6859477 w 12203753"/>
              <a:gd name="connsiteY4293" fmla="*/ 4113122 h 6858000"/>
              <a:gd name="connsiteX4294" fmla="*/ 6865787 w 12203753"/>
              <a:gd name="connsiteY4294" fmla="*/ 3998963 h 6858000"/>
              <a:gd name="connsiteX4295" fmla="*/ 6074648 w 12203753"/>
              <a:gd name="connsiteY4295" fmla="*/ 3998963 h 6858000"/>
              <a:gd name="connsiteX4296" fmla="*/ 6119901 w 12203753"/>
              <a:gd name="connsiteY4296" fmla="*/ 3998963 h 6858000"/>
              <a:gd name="connsiteX4297" fmla="*/ 6126212 w 12203753"/>
              <a:gd name="connsiteY4297" fmla="*/ 4113122 h 6858000"/>
              <a:gd name="connsiteX4298" fmla="*/ 6119901 w 12203753"/>
              <a:gd name="connsiteY4298" fmla="*/ 4227280 h 6858000"/>
              <a:gd name="connsiteX4299" fmla="*/ 6074648 w 12203753"/>
              <a:gd name="connsiteY4299" fmla="*/ 4227280 h 6858000"/>
              <a:gd name="connsiteX4300" fmla="*/ 6068400 w 12203753"/>
              <a:gd name="connsiteY4300" fmla="*/ 4113122 h 6858000"/>
              <a:gd name="connsiteX4301" fmla="*/ 6074648 w 12203753"/>
              <a:gd name="connsiteY4301" fmla="*/ 3998963 h 6858000"/>
              <a:gd name="connsiteX4302" fmla="*/ 5283517 w 12203753"/>
              <a:gd name="connsiteY4302" fmla="*/ 3998963 h 6858000"/>
              <a:gd name="connsiteX4303" fmla="*/ 5328774 w 12203753"/>
              <a:gd name="connsiteY4303" fmla="*/ 3998963 h 6858000"/>
              <a:gd name="connsiteX4304" fmla="*/ 5335084 w 12203753"/>
              <a:gd name="connsiteY4304" fmla="*/ 4113122 h 6858000"/>
              <a:gd name="connsiteX4305" fmla="*/ 5328774 w 12203753"/>
              <a:gd name="connsiteY4305" fmla="*/ 4227280 h 6858000"/>
              <a:gd name="connsiteX4306" fmla="*/ 5283517 w 12203753"/>
              <a:gd name="connsiteY4306" fmla="*/ 4227280 h 6858000"/>
              <a:gd name="connsiteX4307" fmla="*/ 5277271 w 12203753"/>
              <a:gd name="connsiteY4307" fmla="*/ 4113122 h 6858000"/>
              <a:gd name="connsiteX4308" fmla="*/ 5283517 w 12203753"/>
              <a:gd name="connsiteY4308" fmla="*/ 3998963 h 6858000"/>
              <a:gd name="connsiteX4309" fmla="*/ 4492377 w 12203753"/>
              <a:gd name="connsiteY4309" fmla="*/ 3998963 h 6858000"/>
              <a:gd name="connsiteX4310" fmla="*/ 4537632 w 12203753"/>
              <a:gd name="connsiteY4310" fmla="*/ 3998963 h 6858000"/>
              <a:gd name="connsiteX4311" fmla="*/ 4543944 w 12203753"/>
              <a:gd name="connsiteY4311" fmla="*/ 4113122 h 6858000"/>
              <a:gd name="connsiteX4312" fmla="*/ 4537632 w 12203753"/>
              <a:gd name="connsiteY4312" fmla="*/ 4227280 h 6858000"/>
              <a:gd name="connsiteX4313" fmla="*/ 4492377 w 12203753"/>
              <a:gd name="connsiteY4313" fmla="*/ 4227280 h 6858000"/>
              <a:gd name="connsiteX4314" fmla="*/ 4486128 w 12203753"/>
              <a:gd name="connsiteY4314" fmla="*/ 4113122 h 6858000"/>
              <a:gd name="connsiteX4315" fmla="*/ 4492377 w 12203753"/>
              <a:gd name="connsiteY4315" fmla="*/ 3998963 h 6858000"/>
              <a:gd name="connsiteX4316" fmla="*/ 3701387 w 12203753"/>
              <a:gd name="connsiteY4316" fmla="*/ 3998963 h 6858000"/>
              <a:gd name="connsiteX4317" fmla="*/ 3746642 w 12203753"/>
              <a:gd name="connsiteY4317" fmla="*/ 3998963 h 6858000"/>
              <a:gd name="connsiteX4318" fmla="*/ 3752953 w 12203753"/>
              <a:gd name="connsiteY4318" fmla="*/ 4113122 h 6858000"/>
              <a:gd name="connsiteX4319" fmla="*/ 3746642 w 12203753"/>
              <a:gd name="connsiteY4319" fmla="*/ 4227280 h 6858000"/>
              <a:gd name="connsiteX4320" fmla="*/ 3701387 w 12203753"/>
              <a:gd name="connsiteY4320" fmla="*/ 4227280 h 6858000"/>
              <a:gd name="connsiteX4321" fmla="*/ 3695075 w 12203753"/>
              <a:gd name="connsiteY4321" fmla="*/ 4113122 h 6858000"/>
              <a:gd name="connsiteX4322" fmla="*/ 3701387 w 12203753"/>
              <a:gd name="connsiteY4322" fmla="*/ 3998963 h 6858000"/>
              <a:gd name="connsiteX4323" fmla="*/ 2910259 w 12203753"/>
              <a:gd name="connsiteY4323" fmla="*/ 3998963 h 6858000"/>
              <a:gd name="connsiteX4324" fmla="*/ 2955512 w 12203753"/>
              <a:gd name="connsiteY4324" fmla="*/ 3998963 h 6858000"/>
              <a:gd name="connsiteX4325" fmla="*/ 2961822 w 12203753"/>
              <a:gd name="connsiteY4325" fmla="*/ 4113122 h 6858000"/>
              <a:gd name="connsiteX4326" fmla="*/ 2955512 w 12203753"/>
              <a:gd name="connsiteY4326" fmla="*/ 4227280 h 6858000"/>
              <a:gd name="connsiteX4327" fmla="*/ 2910259 w 12203753"/>
              <a:gd name="connsiteY4327" fmla="*/ 4227280 h 6858000"/>
              <a:gd name="connsiteX4328" fmla="*/ 2903952 w 12203753"/>
              <a:gd name="connsiteY4328" fmla="*/ 4113122 h 6858000"/>
              <a:gd name="connsiteX4329" fmla="*/ 2910259 w 12203753"/>
              <a:gd name="connsiteY4329" fmla="*/ 3998963 h 6858000"/>
              <a:gd name="connsiteX4330" fmla="*/ 2119119 w 12203753"/>
              <a:gd name="connsiteY4330" fmla="*/ 3998963 h 6858000"/>
              <a:gd name="connsiteX4331" fmla="*/ 2164366 w 12203753"/>
              <a:gd name="connsiteY4331" fmla="*/ 3998963 h 6858000"/>
              <a:gd name="connsiteX4332" fmla="*/ 2170679 w 12203753"/>
              <a:gd name="connsiteY4332" fmla="*/ 4113122 h 6858000"/>
              <a:gd name="connsiteX4333" fmla="*/ 2164366 w 12203753"/>
              <a:gd name="connsiteY4333" fmla="*/ 4227280 h 6858000"/>
              <a:gd name="connsiteX4334" fmla="*/ 2119119 w 12203753"/>
              <a:gd name="connsiteY4334" fmla="*/ 4227280 h 6858000"/>
              <a:gd name="connsiteX4335" fmla="*/ 2112868 w 12203753"/>
              <a:gd name="connsiteY4335" fmla="*/ 4113122 h 6858000"/>
              <a:gd name="connsiteX4336" fmla="*/ 2119119 w 12203753"/>
              <a:gd name="connsiteY4336" fmla="*/ 3998963 h 6858000"/>
              <a:gd name="connsiteX4337" fmla="*/ 1327990 w 12203753"/>
              <a:gd name="connsiteY4337" fmla="*/ 3998963 h 6858000"/>
              <a:gd name="connsiteX4338" fmla="*/ 1373245 w 12203753"/>
              <a:gd name="connsiteY4338" fmla="*/ 3998963 h 6858000"/>
              <a:gd name="connsiteX4339" fmla="*/ 1379556 w 12203753"/>
              <a:gd name="connsiteY4339" fmla="*/ 4113122 h 6858000"/>
              <a:gd name="connsiteX4340" fmla="*/ 1373245 w 12203753"/>
              <a:gd name="connsiteY4340" fmla="*/ 4227280 h 6858000"/>
              <a:gd name="connsiteX4341" fmla="*/ 1327990 w 12203753"/>
              <a:gd name="connsiteY4341" fmla="*/ 4227280 h 6858000"/>
              <a:gd name="connsiteX4342" fmla="*/ 1321744 w 12203753"/>
              <a:gd name="connsiteY4342" fmla="*/ 4113122 h 6858000"/>
              <a:gd name="connsiteX4343" fmla="*/ 1327990 w 12203753"/>
              <a:gd name="connsiteY4343" fmla="*/ 3998963 h 6858000"/>
              <a:gd name="connsiteX4344" fmla="*/ 536912 w 12203753"/>
              <a:gd name="connsiteY4344" fmla="*/ 3998963 h 6858000"/>
              <a:gd name="connsiteX4345" fmla="*/ 582167 w 12203753"/>
              <a:gd name="connsiteY4345" fmla="*/ 3998963 h 6858000"/>
              <a:gd name="connsiteX4346" fmla="*/ 588477 w 12203753"/>
              <a:gd name="connsiteY4346" fmla="*/ 4113122 h 6858000"/>
              <a:gd name="connsiteX4347" fmla="*/ 582167 w 12203753"/>
              <a:gd name="connsiteY4347" fmla="*/ 4227280 h 6858000"/>
              <a:gd name="connsiteX4348" fmla="*/ 536912 w 12203753"/>
              <a:gd name="connsiteY4348" fmla="*/ 4227280 h 6858000"/>
              <a:gd name="connsiteX4349" fmla="*/ 530665 w 12203753"/>
              <a:gd name="connsiteY4349" fmla="*/ 4113122 h 6858000"/>
              <a:gd name="connsiteX4350" fmla="*/ 536912 w 12203753"/>
              <a:gd name="connsiteY4350" fmla="*/ 3998963 h 6858000"/>
              <a:gd name="connsiteX4351" fmla="*/ 0 w 12203753"/>
              <a:gd name="connsiteY4351" fmla="*/ 3986113 h 6858000"/>
              <a:gd name="connsiteX4352" fmla="*/ 48559 w 12203753"/>
              <a:gd name="connsiteY4352" fmla="*/ 4016746 h 6858000"/>
              <a:gd name="connsiteX4353" fmla="*/ 76396 w 12203753"/>
              <a:gd name="connsiteY4353" fmla="*/ 4036442 h 6858000"/>
              <a:gd name="connsiteX4354" fmla="*/ 53769 w 12203753"/>
              <a:gd name="connsiteY4354" fmla="*/ 4075642 h 6858000"/>
              <a:gd name="connsiteX4355" fmla="*/ 22784 w 12203753"/>
              <a:gd name="connsiteY4355" fmla="*/ 4061372 h 6858000"/>
              <a:gd name="connsiteX4356" fmla="*/ 0 w 12203753"/>
              <a:gd name="connsiteY4356" fmla="*/ 4049383 h 6858000"/>
              <a:gd name="connsiteX4357" fmla="*/ 12203753 w 12203753"/>
              <a:gd name="connsiteY4357" fmla="*/ 3980427 h 6858000"/>
              <a:gd name="connsiteX4358" fmla="*/ 12203753 w 12203753"/>
              <a:gd name="connsiteY4358" fmla="*/ 4044642 h 6858000"/>
              <a:gd name="connsiteX4359" fmla="*/ 12171908 w 12203753"/>
              <a:gd name="connsiteY4359" fmla="*/ 4061397 h 6858000"/>
              <a:gd name="connsiteX4360" fmla="*/ 12140914 w 12203753"/>
              <a:gd name="connsiteY4360" fmla="*/ 4075643 h 6858000"/>
              <a:gd name="connsiteX4361" fmla="*/ 12118286 w 12203753"/>
              <a:gd name="connsiteY4361" fmla="*/ 4036442 h 6858000"/>
              <a:gd name="connsiteX4362" fmla="*/ 12146132 w 12203753"/>
              <a:gd name="connsiteY4362" fmla="*/ 4016747 h 6858000"/>
              <a:gd name="connsiteX4363" fmla="*/ 5416402 w 12203753"/>
              <a:gd name="connsiteY4363" fmla="*/ 3922307 h 6858000"/>
              <a:gd name="connsiteX4364" fmla="*/ 5424781 w 12203753"/>
              <a:gd name="connsiteY4364" fmla="*/ 3926013 h 6858000"/>
              <a:gd name="connsiteX4365" fmla="*/ 5518395 w 12203753"/>
              <a:gd name="connsiteY4365" fmla="*/ 3973913 h 6858000"/>
              <a:gd name="connsiteX4366" fmla="*/ 5614131 w 12203753"/>
              <a:gd name="connsiteY4366" fmla="*/ 4036442 h 6858000"/>
              <a:gd name="connsiteX4367" fmla="*/ 5591504 w 12203753"/>
              <a:gd name="connsiteY4367" fmla="*/ 4075643 h 6858000"/>
              <a:gd name="connsiteX4368" fmla="*/ 5489521 w 12203753"/>
              <a:gd name="connsiteY4368" fmla="*/ 4024013 h 6858000"/>
              <a:gd name="connsiteX4369" fmla="*/ 5393787 w 12203753"/>
              <a:gd name="connsiteY4369" fmla="*/ 3961484 h 6858000"/>
              <a:gd name="connsiteX4370" fmla="*/ 4625259 w 12203753"/>
              <a:gd name="connsiteY4370" fmla="*/ 3922307 h 6858000"/>
              <a:gd name="connsiteX4371" fmla="*/ 4633642 w 12203753"/>
              <a:gd name="connsiteY4371" fmla="*/ 3926013 h 6858000"/>
              <a:gd name="connsiteX4372" fmla="*/ 4727254 w 12203753"/>
              <a:gd name="connsiteY4372" fmla="*/ 3973913 h 6858000"/>
              <a:gd name="connsiteX4373" fmla="*/ 4822988 w 12203753"/>
              <a:gd name="connsiteY4373" fmla="*/ 4036442 h 6858000"/>
              <a:gd name="connsiteX4374" fmla="*/ 4800366 w 12203753"/>
              <a:gd name="connsiteY4374" fmla="*/ 4075643 h 6858000"/>
              <a:gd name="connsiteX4375" fmla="*/ 4698380 w 12203753"/>
              <a:gd name="connsiteY4375" fmla="*/ 4024013 h 6858000"/>
              <a:gd name="connsiteX4376" fmla="*/ 4602649 w 12203753"/>
              <a:gd name="connsiteY4376" fmla="*/ 3961484 h 6858000"/>
              <a:gd name="connsiteX4377" fmla="*/ 3834266 w 12203753"/>
              <a:gd name="connsiteY4377" fmla="*/ 3922307 h 6858000"/>
              <a:gd name="connsiteX4378" fmla="*/ 3842651 w 12203753"/>
              <a:gd name="connsiteY4378" fmla="*/ 3926013 h 6858000"/>
              <a:gd name="connsiteX4379" fmla="*/ 3936263 w 12203753"/>
              <a:gd name="connsiteY4379" fmla="*/ 3973913 h 6858000"/>
              <a:gd name="connsiteX4380" fmla="*/ 4031992 w 12203753"/>
              <a:gd name="connsiteY4380" fmla="*/ 4036442 h 6858000"/>
              <a:gd name="connsiteX4381" fmla="*/ 4009366 w 12203753"/>
              <a:gd name="connsiteY4381" fmla="*/ 4075643 h 6858000"/>
              <a:gd name="connsiteX4382" fmla="*/ 3907391 w 12203753"/>
              <a:gd name="connsiteY4382" fmla="*/ 4024013 h 6858000"/>
              <a:gd name="connsiteX4383" fmla="*/ 3811651 w 12203753"/>
              <a:gd name="connsiteY4383" fmla="*/ 3961484 h 6858000"/>
              <a:gd name="connsiteX4384" fmla="*/ 3043144 w 12203753"/>
              <a:gd name="connsiteY4384" fmla="*/ 3922307 h 6858000"/>
              <a:gd name="connsiteX4385" fmla="*/ 3051523 w 12203753"/>
              <a:gd name="connsiteY4385" fmla="*/ 3926013 h 6858000"/>
              <a:gd name="connsiteX4386" fmla="*/ 3145144 w 12203753"/>
              <a:gd name="connsiteY4386" fmla="*/ 3973913 h 6858000"/>
              <a:gd name="connsiteX4387" fmla="*/ 3240871 w 12203753"/>
              <a:gd name="connsiteY4387" fmla="*/ 4036442 h 6858000"/>
              <a:gd name="connsiteX4388" fmla="*/ 3218243 w 12203753"/>
              <a:gd name="connsiteY4388" fmla="*/ 4075643 h 6858000"/>
              <a:gd name="connsiteX4389" fmla="*/ 3116268 w 12203753"/>
              <a:gd name="connsiteY4389" fmla="*/ 4024013 h 6858000"/>
              <a:gd name="connsiteX4390" fmla="*/ 3020525 w 12203753"/>
              <a:gd name="connsiteY4390" fmla="*/ 3961484 h 6858000"/>
              <a:gd name="connsiteX4391" fmla="*/ 2252000 w 12203753"/>
              <a:gd name="connsiteY4391" fmla="*/ 3922307 h 6858000"/>
              <a:gd name="connsiteX4392" fmla="*/ 2260383 w 12203753"/>
              <a:gd name="connsiteY4392" fmla="*/ 3926013 h 6858000"/>
              <a:gd name="connsiteX4393" fmla="*/ 2353993 w 12203753"/>
              <a:gd name="connsiteY4393" fmla="*/ 3973913 h 6858000"/>
              <a:gd name="connsiteX4394" fmla="*/ 2449735 w 12203753"/>
              <a:gd name="connsiteY4394" fmla="*/ 4036442 h 6858000"/>
              <a:gd name="connsiteX4395" fmla="*/ 2427108 w 12203753"/>
              <a:gd name="connsiteY4395" fmla="*/ 4075643 h 6858000"/>
              <a:gd name="connsiteX4396" fmla="*/ 2325122 w 12203753"/>
              <a:gd name="connsiteY4396" fmla="*/ 4024013 h 6858000"/>
              <a:gd name="connsiteX4397" fmla="*/ 2229387 w 12203753"/>
              <a:gd name="connsiteY4397" fmla="*/ 3961484 h 6858000"/>
              <a:gd name="connsiteX4398" fmla="*/ 1460873 w 12203753"/>
              <a:gd name="connsiteY4398" fmla="*/ 3922307 h 6858000"/>
              <a:gd name="connsiteX4399" fmla="*/ 1469257 w 12203753"/>
              <a:gd name="connsiteY4399" fmla="*/ 3926013 h 6858000"/>
              <a:gd name="connsiteX4400" fmla="*/ 1562870 w 12203753"/>
              <a:gd name="connsiteY4400" fmla="*/ 3973913 h 6858000"/>
              <a:gd name="connsiteX4401" fmla="*/ 1658607 w 12203753"/>
              <a:gd name="connsiteY4401" fmla="*/ 4036442 h 6858000"/>
              <a:gd name="connsiteX4402" fmla="*/ 1635980 w 12203753"/>
              <a:gd name="connsiteY4402" fmla="*/ 4075643 h 6858000"/>
              <a:gd name="connsiteX4403" fmla="*/ 1533999 w 12203753"/>
              <a:gd name="connsiteY4403" fmla="*/ 4024013 h 6858000"/>
              <a:gd name="connsiteX4404" fmla="*/ 1438259 w 12203753"/>
              <a:gd name="connsiteY4404" fmla="*/ 3961484 h 6858000"/>
              <a:gd name="connsiteX4405" fmla="*/ 669795 w 12203753"/>
              <a:gd name="connsiteY4405" fmla="*/ 3922307 h 6858000"/>
              <a:gd name="connsiteX4406" fmla="*/ 678178 w 12203753"/>
              <a:gd name="connsiteY4406" fmla="*/ 3926013 h 6858000"/>
              <a:gd name="connsiteX4407" fmla="*/ 771792 w 12203753"/>
              <a:gd name="connsiteY4407" fmla="*/ 3973913 h 6858000"/>
              <a:gd name="connsiteX4408" fmla="*/ 867526 w 12203753"/>
              <a:gd name="connsiteY4408" fmla="*/ 4036442 h 6858000"/>
              <a:gd name="connsiteX4409" fmla="*/ 844900 w 12203753"/>
              <a:gd name="connsiteY4409" fmla="*/ 4075643 h 6858000"/>
              <a:gd name="connsiteX4410" fmla="*/ 742918 w 12203753"/>
              <a:gd name="connsiteY4410" fmla="*/ 4024013 h 6858000"/>
              <a:gd name="connsiteX4411" fmla="*/ 647181 w 12203753"/>
              <a:gd name="connsiteY4411" fmla="*/ 3961484 h 6858000"/>
              <a:gd name="connsiteX4412" fmla="*/ 11745343 w 12203753"/>
              <a:gd name="connsiteY4412" fmla="*/ 3922284 h 6858000"/>
              <a:gd name="connsiteX4413" fmla="*/ 11847390 w 12203753"/>
              <a:gd name="connsiteY4413" fmla="*/ 3973913 h 6858000"/>
              <a:gd name="connsiteX4414" fmla="*/ 11943128 w 12203753"/>
              <a:gd name="connsiteY4414" fmla="*/ 4036442 h 6858000"/>
              <a:gd name="connsiteX4415" fmla="*/ 11920501 w 12203753"/>
              <a:gd name="connsiteY4415" fmla="*/ 4075643 h 6858000"/>
              <a:gd name="connsiteX4416" fmla="*/ 11818516 w 12203753"/>
              <a:gd name="connsiteY4416" fmla="*/ 4024013 h 6858000"/>
              <a:gd name="connsiteX4417" fmla="*/ 11722715 w 12203753"/>
              <a:gd name="connsiteY4417" fmla="*/ 3961484 h 6858000"/>
              <a:gd name="connsiteX4418" fmla="*/ 11524930 w 12203753"/>
              <a:gd name="connsiteY4418" fmla="*/ 3922284 h 6858000"/>
              <a:gd name="connsiteX4419" fmla="*/ 11547558 w 12203753"/>
              <a:gd name="connsiteY4419" fmla="*/ 3961484 h 6858000"/>
              <a:gd name="connsiteX4420" fmla="*/ 11451820 w 12203753"/>
              <a:gd name="connsiteY4420" fmla="*/ 4024013 h 6858000"/>
              <a:gd name="connsiteX4421" fmla="*/ 11349836 w 12203753"/>
              <a:gd name="connsiteY4421" fmla="*/ 4075643 h 6858000"/>
              <a:gd name="connsiteX4422" fmla="*/ 11327208 w 12203753"/>
              <a:gd name="connsiteY4422" fmla="*/ 4036442 h 6858000"/>
              <a:gd name="connsiteX4423" fmla="*/ 11422946 w 12203753"/>
              <a:gd name="connsiteY4423" fmla="*/ 3973913 h 6858000"/>
              <a:gd name="connsiteX4424" fmla="*/ 11524930 w 12203753"/>
              <a:gd name="connsiteY4424" fmla="*/ 3922284 h 6858000"/>
              <a:gd name="connsiteX4425" fmla="*/ 10954265 w 12203753"/>
              <a:gd name="connsiteY4425" fmla="*/ 3922284 h 6858000"/>
              <a:gd name="connsiteX4426" fmla="*/ 11056249 w 12203753"/>
              <a:gd name="connsiteY4426" fmla="*/ 3973913 h 6858000"/>
              <a:gd name="connsiteX4427" fmla="*/ 11151987 w 12203753"/>
              <a:gd name="connsiteY4427" fmla="*/ 4036442 h 6858000"/>
              <a:gd name="connsiteX4428" fmla="*/ 11129360 w 12203753"/>
              <a:gd name="connsiteY4428" fmla="*/ 4075643 h 6858000"/>
              <a:gd name="connsiteX4429" fmla="*/ 11027376 w 12203753"/>
              <a:gd name="connsiteY4429" fmla="*/ 4024013 h 6858000"/>
              <a:gd name="connsiteX4430" fmla="*/ 10931638 w 12203753"/>
              <a:gd name="connsiteY4430" fmla="*/ 3961484 h 6858000"/>
              <a:gd name="connsiteX4431" fmla="*/ 10733788 w 12203753"/>
              <a:gd name="connsiteY4431" fmla="*/ 3922284 h 6858000"/>
              <a:gd name="connsiteX4432" fmla="*/ 10756416 w 12203753"/>
              <a:gd name="connsiteY4432" fmla="*/ 3961484 h 6858000"/>
              <a:gd name="connsiteX4433" fmla="*/ 10660678 w 12203753"/>
              <a:gd name="connsiteY4433" fmla="*/ 4024013 h 6858000"/>
              <a:gd name="connsiteX4434" fmla="*/ 10558694 w 12203753"/>
              <a:gd name="connsiteY4434" fmla="*/ 4075643 h 6858000"/>
              <a:gd name="connsiteX4435" fmla="*/ 10536066 w 12203753"/>
              <a:gd name="connsiteY4435" fmla="*/ 4036442 h 6858000"/>
              <a:gd name="connsiteX4436" fmla="*/ 10631804 w 12203753"/>
              <a:gd name="connsiteY4436" fmla="*/ 3973913 h 6858000"/>
              <a:gd name="connsiteX4437" fmla="*/ 10733788 w 12203753"/>
              <a:gd name="connsiteY4437" fmla="*/ 3922284 h 6858000"/>
              <a:gd name="connsiteX4438" fmla="*/ 10163123 w 12203753"/>
              <a:gd name="connsiteY4438" fmla="*/ 3922284 h 6858000"/>
              <a:gd name="connsiteX4439" fmla="*/ 10265107 w 12203753"/>
              <a:gd name="connsiteY4439" fmla="*/ 3973913 h 6858000"/>
              <a:gd name="connsiteX4440" fmla="*/ 10360845 w 12203753"/>
              <a:gd name="connsiteY4440" fmla="*/ 4036442 h 6858000"/>
              <a:gd name="connsiteX4441" fmla="*/ 10338218 w 12203753"/>
              <a:gd name="connsiteY4441" fmla="*/ 4075643 h 6858000"/>
              <a:gd name="connsiteX4442" fmla="*/ 10236234 w 12203753"/>
              <a:gd name="connsiteY4442" fmla="*/ 4024013 h 6858000"/>
              <a:gd name="connsiteX4443" fmla="*/ 10140496 w 12203753"/>
              <a:gd name="connsiteY4443" fmla="*/ 3961484 h 6858000"/>
              <a:gd name="connsiteX4444" fmla="*/ 9942711 w 12203753"/>
              <a:gd name="connsiteY4444" fmla="*/ 3922284 h 6858000"/>
              <a:gd name="connsiteX4445" fmla="*/ 9965339 w 12203753"/>
              <a:gd name="connsiteY4445" fmla="*/ 3961484 h 6858000"/>
              <a:gd name="connsiteX4446" fmla="*/ 9869601 w 12203753"/>
              <a:gd name="connsiteY4446" fmla="*/ 4024013 h 6858000"/>
              <a:gd name="connsiteX4447" fmla="*/ 9767553 w 12203753"/>
              <a:gd name="connsiteY4447" fmla="*/ 4075643 h 6858000"/>
              <a:gd name="connsiteX4448" fmla="*/ 9744925 w 12203753"/>
              <a:gd name="connsiteY4448" fmla="*/ 4036442 h 6858000"/>
              <a:gd name="connsiteX4449" fmla="*/ 9840663 w 12203753"/>
              <a:gd name="connsiteY4449" fmla="*/ 3973913 h 6858000"/>
              <a:gd name="connsiteX4450" fmla="*/ 9942711 w 12203753"/>
              <a:gd name="connsiteY4450" fmla="*/ 3922284 h 6858000"/>
              <a:gd name="connsiteX4451" fmla="*/ 9371982 w 12203753"/>
              <a:gd name="connsiteY4451" fmla="*/ 3922284 h 6858000"/>
              <a:gd name="connsiteX4452" fmla="*/ 9474030 w 12203753"/>
              <a:gd name="connsiteY4452" fmla="*/ 3973913 h 6858000"/>
              <a:gd name="connsiteX4453" fmla="*/ 9569768 w 12203753"/>
              <a:gd name="connsiteY4453" fmla="*/ 4036442 h 6858000"/>
              <a:gd name="connsiteX4454" fmla="*/ 9547140 w 12203753"/>
              <a:gd name="connsiteY4454" fmla="*/ 4075643 h 6858000"/>
              <a:gd name="connsiteX4455" fmla="*/ 9445093 w 12203753"/>
              <a:gd name="connsiteY4455" fmla="*/ 4024013 h 6858000"/>
              <a:gd name="connsiteX4456" fmla="*/ 9349355 w 12203753"/>
              <a:gd name="connsiteY4456" fmla="*/ 3961484 h 6858000"/>
              <a:gd name="connsiteX4457" fmla="*/ 9151570 w 12203753"/>
              <a:gd name="connsiteY4457" fmla="*/ 3922284 h 6858000"/>
              <a:gd name="connsiteX4458" fmla="*/ 9174198 w 12203753"/>
              <a:gd name="connsiteY4458" fmla="*/ 3961484 h 6858000"/>
              <a:gd name="connsiteX4459" fmla="*/ 9078460 w 12203753"/>
              <a:gd name="connsiteY4459" fmla="*/ 4024013 h 6858000"/>
              <a:gd name="connsiteX4460" fmla="*/ 8976412 w 12203753"/>
              <a:gd name="connsiteY4460" fmla="*/ 4075643 h 6858000"/>
              <a:gd name="connsiteX4461" fmla="*/ 8953784 w 12203753"/>
              <a:gd name="connsiteY4461" fmla="*/ 4036442 h 6858000"/>
              <a:gd name="connsiteX4462" fmla="*/ 9049585 w 12203753"/>
              <a:gd name="connsiteY4462" fmla="*/ 3973913 h 6858000"/>
              <a:gd name="connsiteX4463" fmla="*/ 9151570 w 12203753"/>
              <a:gd name="connsiteY4463" fmla="*/ 3922284 h 6858000"/>
              <a:gd name="connsiteX4464" fmla="*/ 8580840 w 12203753"/>
              <a:gd name="connsiteY4464" fmla="*/ 3922284 h 6858000"/>
              <a:gd name="connsiteX4465" fmla="*/ 8682888 w 12203753"/>
              <a:gd name="connsiteY4465" fmla="*/ 3973913 h 6858000"/>
              <a:gd name="connsiteX4466" fmla="*/ 8778626 w 12203753"/>
              <a:gd name="connsiteY4466" fmla="*/ 4036442 h 6858000"/>
              <a:gd name="connsiteX4467" fmla="*/ 8755998 w 12203753"/>
              <a:gd name="connsiteY4467" fmla="*/ 4075643 h 6858000"/>
              <a:gd name="connsiteX4468" fmla="*/ 8654014 w 12203753"/>
              <a:gd name="connsiteY4468" fmla="*/ 4024013 h 6858000"/>
              <a:gd name="connsiteX4469" fmla="*/ 8558213 w 12203753"/>
              <a:gd name="connsiteY4469" fmla="*/ 3961484 h 6858000"/>
              <a:gd name="connsiteX4470" fmla="*/ 8360428 w 12203753"/>
              <a:gd name="connsiteY4470" fmla="*/ 3922284 h 6858000"/>
              <a:gd name="connsiteX4471" fmla="*/ 8383056 w 12203753"/>
              <a:gd name="connsiteY4471" fmla="*/ 3961484 h 6858000"/>
              <a:gd name="connsiteX4472" fmla="*/ 8287318 w 12203753"/>
              <a:gd name="connsiteY4472" fmla="*/ 4024013 h 6858000"/>
              <a:gd name="connsiteX4473" fmla="*/ 8185270 w 12203753"/>
              <a:gd name="connsiteY4473" fmla="*/ 4075643 h 6858000"/>
              <a:gd name="connsiteX4474" fmla="*/ 8162642 w 12203753"/>
              <a:gd name="connsiteY4474" fmla="*/ 4036442 h 6858000"/>
              <a:gd name="connsiteX4475" fmla="*/ 8258443 w 12203753"/>
              <a:gd name="connsiteY4475" fmla="*/ 3973913 h 6858000"/>
              <a:gd name="connsiteX4476" fmla="*/ 8360428 w 12203753"/>
              <a:gd name="connsiteY4476" fmla="*/ 3922284 h 6858000"/>
              <a:gd name="connsiteX4477" fmla="*/ 7789699 w 12203753"/>
              <a:gd name="connsiteY4477" fmla="*/ 3922284 h 6858000"/>
              <a:gd name="connsiteX4478" fmla="*/ 7891747 w 12203753"/>
              <a:gd name="connsiteY4478" fmla="*/ 3973913 h 6858000"/>
              <a:gd name="connsiteX4479" fmla="*/ 7987485 w 12203753"/>
              <a:gd name="connsiteY4479" fmla="*/ 4036442 h 6858000"/>
              <a:gd name="connsiteX4480" fmla="*/ 7964857 w 12203753"/>
              <a:gd name="connsiteY4480" fmla="*/ 4075643 h 6858000"/>
              <a:gd name="connsiteX4481" fmla="*/ 7862873 w 12203753"/>
              <a:gd name="connsiteY4481" fmla="*/ 4024013 h 6858000"/>
              <a:gd name="connsiteX4482" fmla="*/ 7767072 w 12203753"/>
              <a:gd name="connsiteY4482" fmla="*/ 3961484 h 6858000"/>
              <a:gd name="connsiteX4483" fmla="*/ 7569286 w 12203753"/>
              <a:gd name="connsiteY4483" fmla="*/ 3922284 h 6858000"/>
              <a:gd name="connsiteX4484" fmla="*/ 7591913 w 12203753"/>
              <a:gd name="connsiteY4484" fmla="*/ 3961484 h 6858000"/>
              <a:gd name="connsiteX4485" fmla="*/ 7496176 w 12203753"/>
              <a:gd name="connsiteY4485" fmla="*/ 4024013 h 6858000"/>
              <a:gd name="connsiteX4486" fmla="*/ 7394128 w 12203753"/>
              <a:gd name="connsiteY4486" fmla="*/ 4075643 h 6858000"/>
              <a:gd name="connsiteX4487" fmla="*/ 7371564 w 12203753"/>
              <a:gd name="connsiteY4487" fmla="*/ 4036442 h 6858000"/>
              <a:gd name="connsiteX4488" fmla="*/ 7467302 w 12203753"/>
              <a:gd name="connsiteY4488" fmla="*/ 3973913 h 6858000"/>
              <a:gd name="connsiteX4489" fmla="*/ 7569286 w 12203753"/>
              <a:gd name="connsiteY4489" fmla="*/ 3922284 h 6858000"/>
              <a:gd name="connsiteX4490" fmla="*/ 6998558 w 12203753"/>
              <a:gd name="connsiteY4490" fmla="*/ 3922284 h 6858000"/>
              <a:gd name="connsiteX4491" fmla="*/ 7100606 w 12203753"/>
              <a:gd name="connsiteY4491" fmla="*/ 3973913 h 6858000"/>
              <a:gd name="connsiteX4492" fmla="*/ 7196344 w 12203753"/>
              <a:gd name="connsiteY4492" fmla="*/ 4036442 h 6858000"/>
              <a:gd name="connsiteX4493" fmla="*/ 7173716 w 12203753"/>
              <a:gd name="connsiteY4493" fmla="*/ 4075643 h 6858000"/>
              <a:gd name="connsiteX4494" fmla="*/ 7071731 w 12203753"/>
              <a:gd name="connsiteY4494" fmla="*/ 4024013 h 6858000"/>
              <a:gd name="connsiteX4495" fmla="*/ 6975995 w 12203753"/>
              <a:gd name="connsiteY4495" fmla="*/ 3961484 h 6858000"/>
              <a:gd name="connsiteX4496" fmla="*/ 6778210 w 12203753"/>
              <a:gd name="connsiteY4496" fmla="*/ 3922284 h 6858000"/>
              <a:gd name="connsiteX4497" fmla="*/ 6800772 w 12203753"/>
              <a:gd name="connsiteY4497" fmla="*/ 3961484 h 6858000"/>
              <a:gd name="connsiteX4498" fmla="*/ 6705100 w 12203753"/>
              <a:gd name="connsiteY4498" fmla="*/ 4024013 h 6858000"/>
              <a:gd name="connsiteX4499" fmla="*/ 6603052 w 12203753"/>
              <a:gd name="connsiteY4499" fmla="*/ 4075643 h 6858000"/>
              <a:gd name="connsiteX4500" fmla="*/ 6580424 w 12203753"/>
              <a:gd name="connsiteY4500" fmla="*/ 4036442 h 6858000"/>
              <a:gd name="connsiteX4501" fmla="*/ 6676161 w 12203753"/>
              <a:gd name="connsiteY4501" fmla="*/ 3973913 h 6858000"/>
              <a:gd name="connsiteX4502" fmla="*/ 6778210 w 12203753"/>
              <a:gd name="connsiteY4502" fmla="*/ 3922284 h 6858000"/>
              <a:gd name="connsiteX4503" fmla="*/ 6207480 w 12203753"/>
              <a:gd name="connsiteY4503" fmla="*/ 3922284 h 6858000"/>
              <a:gd name="connsiteX4504" fmla="*/ 6309528 w 12203753"/>
              <a:gd name="connsiteY4504" fmla="*/ 3973913 h 6858000"/>
              <a:gd name="connsiteX4505" fmla="*/ 6405201 w 12203753"/>
              <a:gd name="connsiteY4505" fmla="*/ 4036442 h 6858000"/>
              <a:gd name="connsiteX4506" fmla="*/ 6382638 w 12203753"/>
              <a:gd name="connsiteY4506" fmla="*/ 4075643 h 6858000"/>
              <a:gd name="connsiteX4507" fmla="*/ 6280590 w 12203753"/>
              <a:gd name="connsiteY4507" fmla="*/ 4024013 h 6858000"/>
              <a:gd name="connsiteX4508" fmla="*/ 6184852 w 12203753"/>
              <a:gd name="connsiteY4508" fmla="*/ 3961484 h 6858000"/>
              <a:gd name="connsiteX4509" fmla="*/ 5987007 w 12203753"/>
              <a:gd name="connsiteY4509" fmla="*/ 3922284 h 6858000"/>
              <a:gd name="connsiteX4510" fmla="*/ 6009633 w 12203753"/>
              <a:gd name="connsiteY4510" fmla="*/ 3961484 h 6858000"/>
              <a:gd name="connsiteX4511" fmla="*/ 5913898 w 12203753"/>
              <a:gd name="connsiteY4511" fmla="*/ 4024013 h 6858000"/>
              <a:gd name="connsiteX4512" fmla="*/ 5811850 w 12203753"/>
              <a:gd name="connsiteY4512" fmla="*/ 4075643 h 6858000"/>
              <a:gd name="connsiteX4513" fmla="*/ 5789224 w 12203753"/>
              <a:gd name="connsiteY4513" fmla="*/ 4036442 h 6858000"/>
              <a:gd name="connsiteX4514" fmla="*/ 5789287 w 12203753"/>
              <a:gd name="connsiteY4514" fmla="*/ 4036442 h 6858000"/>
              <a:gd name="connsiteX4515" fmla="*/ 5885024 w 12203753"/>
              <a:gd name="connsiteY4515" fmla="*/ 3973913 h 6858000"/>
              <a:gd name="connsiteX4516" fmla="*/ 5987007 w 12203753"/>
              <a:gd name="connsiteY4516" fmla="*/ 3922284 h 6858000"/>
              <a:gd name="connsiteX4517" fmla="*/ 5416352 w 12203753"/>
              <a:gd name="connsiteY4517" fmla="*/ 3922284 h 6858000"/>
              <a:gd name="connsiteX4518" fmla="*/ 5416414 w 12203753"/>
              <a:gd name="connsiteY4518" fmla="*/ 3922284 h 6858000"/>
              <a:gd name="connsiteX4519" fmla="*/ 5416402 w 12203753"/>
              <a:gd name="connsiteY4519" fmla="*/ 3922307 h 6858000"/>
              <a:gd name="connsiteX4520" fmla="*/ 5195941 w 12203753"/>
              <a:gd name="connsiteY4520" fmla="*/ 3922284 h 6858000"/>
              <a:gd name="connsiteX4521" fmla="*/ 5218566 w 12203753"/>
              <a:gd name="connsiteY4521" fmla="*/ 3961484 h 6858000"/>
              <a:gd name="connsiteX4522" fmla="*/ 5122827 w 12203753"/>
              <a:gd name="connsiteY4522" fmla="*/ 4024013 h 6858000"/>
              <a:gd name="connsiteX4523" fmla="*/ 5020783 w 12203753"/>
              <a:gd name="connsiteY4523" fmla="*/ 4075643 h 6858000"/>
              <a:gd name="connsiteX4524" fmla="*/ 4998155 w 12203753"/>
              <a:gd name="connsiteY4524" fmla="*/ 4036442 h 6858000"/>
              <a:gd name="connsiteX4525" fmla="*/ 4998215 w 12203753"/>
              <a:gd name="connsiteY4525" fmla="*/ 4036442 h 6858000"/>
              <a:gd name="connsiteX4526" fmla="*/ 5093953 w 12203753"/>
              <a:gd name="connsiteY4526" fmla="*/ 3973913 h 6858000"/>
              <a:gd name="connsiteX4527" fmla="*/ 5195941 w 12203753"/>
              <a:gd name="connsiteY4527" fmla="*/ 3922284 h 6858000"/>
              <a:gd name="connsiteX4528" fmla="*/ 4625211 w 12203753"/>
              <a:gd name="connsiteY4528" fmla="*/ 3922284 h 6858000"/>
              <a:gd name="connsiteX4529" fmla="*/ 4625271 w 12203753"/>
              <a:gd name="connsiteY4529" fmla="*/ 3922284 h 6858000"/>
              <a:gd name="connsiteX4530" fmla="*/ 4625259 w 12203753"/>
              <a:gd name="connsiteY4530" fmla="*/ 3922307 h 6858000"/>
              <a:gd name="connsiteX4531" fmla="*/ 4404792 w 12203753"/>
              <a:gd name="connsiteY4531" fmla="*/ 3922284 h 6858000"/>
              <a:gd name="connsiteX4532" fmla="*/ 4427424 w 12203753"/>
              <a:gd name="connsiteY4532" fmla="*/ 3961484 h 6858000"/>
              <a:gd name="connsiteX4533" fmla="*/ 4331686 w 12203753"/>
              <a:gd name="connsiteY4533" fmla="*/ 4024013 h 6858000"/>
              <a:gd name="connsiteX4534" fmla="*/ 4229635 w 12203753"/>
              <a:gd name="connsiteY4534" fmla="*/ 4075643 h 6858000"/>
              <a:gd name="connsiteX4535" fmla="*/ 4207009 w 12203753"/>
              <a:gd name="connsiteY4535" fmla="*/ 4036442 h 6858000"/>
              <a:gd name="connsiteX4536" fmla="*/ 4207074 w 12203753"/>
              <a:gd name="connsiteY4536" fmla="*/ 4036442 h 6858000"/>
              <a:gd name="connsiteX4537" fmla="*/ 4302809 w 12203753"/>
              <a:gd name="connsiteY4537" fmla="*/ 3973913 h 6858000"/>
              <a:gd name="connsiteX4538" fmla="*/ 4404792 w 12203753"/>
              <a:gd name="connsiteY4538" fmla="*/ 3922284 h 6858000"/>
              <a:gd name="connsiteX4539" fmla="*/ 3834218 w 12203753"/>
              <a:gd name="connsiteY4539" fmla="*/ 3922284 h 6858000"/>
              <a:gd name="connsiteX4540" fmla="*/ 3834279 w 12203753"/>
              <a:gd name="connsiteY4540" fmla="*/ 3922284 h 6858000"/>
              <a:gd name="connsiteX4541" fmla="*/ 3834266 w 12203753"/>
              <a:gd name="connsiteY4541" fmla="*/ 3922307 h 6858000"/>
              <a:gd name="connsiteX4542" fmla="*/ 3613742 w 12203753"/>
              <a:gd name="connsiteY4542" fmla="*/ 3922284 h 6858000"/>
              <a:gd name="connsiteX4543" fmla="*/ 3636372 w 12203753"/>
              <a:gd name="connsiteY4543" fmla="*/ 3961484 h 6858000"/>
              <a:gd name="connsiteX4544" fmla="*/ 3540639 w 12203753"/>
              <a:gd name="connsiteY4544" fmla="*/ 4024013 h 6858000"/>
              <a:gd name="connsiteX4545" fmla="*/ 3438588 w 12203753"/>
              <a:gd name="connsiteY4545" fmla="*/ 4075643 h 6858000"/>
              <a:gd name="connsiteX4546" fmla="*/ 3415959 w 12203753"/>
              <a:gd name="connsiteY4546" fmla="*/ 4036442 h 6858000"/>
              <a:gd name="connsiteX4547" fmla="*/ 3416027 w 12203753"/>
              <a:gd name="connsiteY4547" fmla="*/ 4036442 h 6858000"/>
              <a:gd name="connsiteX4548" fmla="*/ 3511767 w 12203753"/>
              <a:gd name="connsiteY4548" fmla="*/ 3973913 h 6858000"/>
              <a:gd name="connsiteX4549" fmla="*/ 3613742 w 12203753"/>
              <a:gd name="connsiteY4549" fmla="*/ 3922284 h 6858000"/>
              <a:gd name="connsiteX4550" fmla="*/ 3043094 w 12203753"/>
              <a:gd name="connsiteY4550" fmla="*/ 3922284 h 6858000"/>
              <a:gd name="connsiteX4551" fmla="*/ 3043156 w 12203753"/>
              <a:gd name="connsiteY4551" fmla="*/ 3922284 h 6858000"/>
              <a:gd name="connsiteX4552" fmla="*/ 3043144 w 12203753"/>
              <a:gd name="connsiteY4552" fmla="*/ 3922307 h 6858000"/>
              <a:gd name="connsiteX4553" fmla="*/ 2822677 w 12203753"/>
              <a:gd name="connsiteY4553" fmla="*/ 3922284 h 6858000"/>
              <a:gd name="connsiteX4554" fmla="*/ 2845305 w 12203753"/>
              <a:gd name="connsiteY4554" fmla="*/ 3961484 h 6858000"/>
              <a:gd name="connsiteX4555" fmla="*/ 2749571 w 12203753"/>
              <a:gd name="connsiteY4555" fmla="*/ 4024013 h 6858000"/>
              <a:gd name="connsiteX4556" fmla="*/ 2647521 w 12203753"/>
              <a:gd name="connsiteY4556" fmla="*/ 4075643 h 6858000"/>
              <a:gd name="connsiteX4557" fmla="*/ 2624892 w 12203753"/>
              <a:gd name="connsiteY4557" fmla="*/ 4036442 h 6858000"/>
              <a:gd name="connsiteX4558" fmla="*/ 2720633 w 12203753"/>
              <a:gd name="connsiteY4558" fmla="*/ 3973913 h 6858000"/>
              <a:gd name="connsiteX4559" fmla="*/ 2822677 w 12203753"/>
              <a:gd name="connsiteY4559" fmla="*/ 3922284 h 6858000"/>
              <a:gd name="connsiteX4560" fmla="*/ 2251951 w 12203753"/>
              <a:gd name="connsiteY4560" fmla="*/ 3922284 h 6858000"/>
              <a:gd name="connsiteX4561" fmla="*/ 2252012 w 12203753"/>
              <a:gd name="connsiteY4561" fmla="*/ 3922284 h 6858000"/>
              <a:gd name="connsiteX4562" fmla="*/ 2252000 w 12203753"/>
              <a:gd name="connsiteY4562" fmla="*/ 3922307 h 6858000"/>
              <a:gd name="connsiteX4563" fmla="*/ 2031546 w 12203753"/>
              <a:gd name="connsiteY4563" fmla="*/ 3922284 h 6858000"/>
              <a:gd name="connsiteX4564" fmla="*/ 2054176 w 12203753"/>
              <a:gd name="connsiteY4564" fmla="*/ 3961484 h 6858000"/>
              <a:gd name="connsiteX4565" fmla="*/ 1958440 w 12203753"/>
              <a:gd name="connsiteY4565" fmla="*/ 4024013 h 6858000"/>
              <a:gd name="connsiteX4566" fmla="*/ 1856390 w 12203753"/>
              <a:gd name="connsiteY4566" fmla="*/ 4075643 h 6858000"/>
              <a:gd name="connsiteX4567" fmla="*/ 1833765 w 12203753"/>
              <a:gd name="connsiteY4567" fmla="*/ 4036442 h 6858000"/>
              <a:gd name="connsiteX4568" fmla="*/ 1929500 w 12203753"/>
              <a:gd name="connsiteY4568" fmla="*/ 3973913 h 6858000"/>
              <a:gd name="connsiteX4569" fmla="*/ 2031546 w 12203753"/>
              <a:gd name="connsiteY4569" fmla="*/ 3922284 h 6858000"/>
              <a:gd name="connsiteX4570" fmla="*/ 1460821 w 12203753"/>
              <a:gd name="connsiteY4570" fmla="*/ 3922284 h 6858000"/>
              <a:gd name="connsiteX4571" fmla="*/ 1460890 w 12203753"/>
              <a:gd name="connsiteY4571" fmla="*/ 3922284 h 6858000"/>
              <a:gd name="connsiteX4572" fmla="*/ 1460873 w 12203753"/>
              <a:gd name="connsiteY4572" fmla="*/ 3922307 h 6858000"/>
              <a:gd name="connsiteX4573" fmla="*/ 1240476 w 12203753"/>
              <a:gd name="connsiteY4573" fmla="*/ 3922284 h 6858000"/>
              <a:gd name="connsiteX4574" fmla="*/ 1263103 w 12203753"/>
              <a:gd name="connsiteY4574" fmla="*/ 3961484 h 6858000"/>
              <a:gd name="connsiteX4575" fmla="*/ 1167366 w 12203753"/>
              <a:gd name="connsiteY4575" fmla="*/ 4024013 h 6858000"/>
              <a:gd name="connsiteX4576" fmla="*/ 1065317 w 12203753"/>
              <a:gd name="connsiteY4576" fmla="*/ 4075643 h 6858000"/>
              <a:gd name="connsiteX4577" fmla="*/ 1042681 w 12203753"/>
              <a:gd name="connsiteY4577" fmla="*/ 4036442 h 6858000"/>
              <a:gd name="connsiteX4578" fmla="*/ 1138427 w 12203753"/>
              <a:gd name="connsiteY4578" fmla="*/ 3973913 h 6858000"/>
              <a:gd name="connsiteX4579" fmla="*/ 1240476 w 12203753"/>
              <a:gd name="connsiteY4579" fmla="*/ 3922284 h 6858000"/>
              <a:gd name="connsiteX4580" fmla="*/ 669744 w 12203753"/>
              <a:gd name="connsiteY4580" fmla="*/ 3922284 h 6858000"/>
              <a:gd name="connsiteX4581" fmla="*/ 669808 w 12203753"/>
              <a:gd name="connsiteY4581" fmla="*/ 3922284 h 6858000"/>
              <a:gd name="connsiteX4582" fmla="*/ 669795 w 12203753"/>
              <a:gd name="connsiteY4582" fmla="*/ 3922307 h 6858000"/>
              <a:gd name="connsiteX4583" fmla="*/ 449268 w 12203753"/>
              <a:gd name="connsiteY4583" fmla="*/ 3922284 h 6858000"/>
              <a:gd name="connsiteX4584" fmla="*/ 471896 w 12203753"/>
              <a:gd name="connsiteY4584" fmla="*/ 3961484 h 6858000"/>
              <a:gd name="connsiteX4585" fmla="*/ 376162 w 12203753"/>
              <a:gd name="connsiteY4585" fmla="*/ 4024013 h 6858000"/>
              <a:gd name="connsiteX4586" fmla="*/ 274116 w 12203753"/>
              <a:gd name="connsiteY4586" fmla="*/ 4075643 h 6858000"/>
              <a:gd name="connsiteX4587" fmla="*/ 251487 w 12203753"/>
              <a:gd name="connsiteY4587" fmla="*/ 4036442 h 6858000"/>
              <a:gd name="connsiteX4588" fmla="*/ 251551 w 12203753"/>
              <a:gd name="connsiteY4588" fmla="*/ 4036442 h 6858000"/>
              <a:gd name="connsiteX4589" fmla="*/ 347288 w 12203753"/>
              <a:gd name="connsiteY4589" fmla="*/ 3973913 h 6858000"/>
              <a:gd name="connsiteX4590" fmla="*/ 449268 w 12203753"/>
              <a:gd name="connsiteY4590" fmla="*/ 3922284 h 6858000"/>
              <a:gd name="connsiteX4591" fmla="*/ 12008079 w 12203753"/>
              <a:gd name="connsiteY4591" fmla="*/ 3770583 h 6858000"/>
              <a:gd name="connsiteX4592" fmla="*/ 12053335 w 12203753"/>
              <a:gd name="connsiteY4592" fmla="*/ 3770583 h 6858000"/>
              <a:gd name="connsiteX4593" fmla="*/ 12059581 w 12203753"/>
              <a:gd name="connsiteY4593" fmla="*/ 3884805 h 6858000"/>
              <a:gd name="connsiteX4594" fmla="*/ 12053335 w 12203753"/>
              <a:gd name="connsiteY4594" fmla="*/ 3998963 h 6858000"/>
              <a:gd name="connsiteX4595" fmla="*/ 12008079 w 12203753"/>
              <a:gd name="connsiteY4595" fmla="*/ 3998963 h 6858000"/>
              <a:gd name="connsiteX4596" fmla="*/ 12001833 w 12203753"/>
              <a:gd name="connsiteY4596" fmla="*/ 3884805 h 6858000"/>
              <a:gd name="connsiteX4597" fmla="*/ 12008079 w 12203753"/>
              <a:gd name="connsiteY4597" fmla="*/ 3770583 h 6858000"/>
              <a:gd name="connsiteX4598" fmla="*/ 11216938 w 12203753"/>
              <a:gd name="connsiteY4598" fmla="*/ 3770583 h 6858000"/>
              <a:gd name="connsiteX4599" fmla="*/ 11262194 w 12203753"/>
              <a:gd name="connsiteY4599" fmla="*/ 3770583 h 6858000"/>
              <a:gd name="connsiteX4600" fmla="*/ 11268504 w 12203753"/>
              <a:gd name="connsiteY4600" fmla="*/ 3884805 h 6858000"/>
              <a:gd name="connsiteX4601" fmla="*/ 11262194 w 12203753"/>
              <a:gd name="connsiteY4601" fmla="*/ 3998963 h 6858000"/>
              <a:gd name="connsiteX4602" fmla="*/ 11216938 w 12203753"/>
              <a:gd name="connsiteY4602" fmla="*/ 3998963 h 6858000"/>
              <a:gd name="connsiteX4603" fmla="*/ 11210692 w 12203753"/>
              <a:gd name="connsiteY4603" fmla="*/ 3884805 h 6858000"/>
              <a:gd name="connsiteX4604" fmla="*/ 11216938 w 12203753"/>
              <a:gd name="connsiteY4604" fmla="*/ 3770583 h 6858000"/>
              <a:gd name="connsiteX4605" fmla="*/ 10425796 w 12203753"/>
              <a:gd name="connsiteY4605" fmla="*/ 3770583 h 6858000"/>
              <a:gd name="connsiteX4606" fmla="*/ 10471052 w 12203753"/>
              <a:gd name="connsiteY4606" fmla="*/ 3770583 h 6858000"/>
              <a:gd name="connsiteX4607" fmla="*/ 10477362 w 12203753"/>
              <a:gd name="connsiteY4607" fmla="*/ 3884805 h 6858000"/>
              <a:gd name="connsiteX4608" fmla="*/ 10471052 w 12203753"/>
              <a:gd name="connsiteY4608" fmla="*/ 3998963 h 6858000"/>
              <a:gd name="connsiteX4609" fmla="*/ 10425796 w 12203753"/>
              <a:gd name="connsiteY4609" fmla="*/ 3998963 h 6858000"/>
              <a:gd name="connsiteX4610" fmla="*/ 10419550 w 12203753"/>
              <a:gd name="connsiteY4610" fmla="*/ 3884805 h 6858000"/>
              <a:gd name="connsiteX4611" fmla="*/ 10425796 w 12203753"/>
              <a:gd name="connsiteY4611" fmla="*/ 3770583 h 6858000"/>
              <a:gd name="connsiteX4612" fmla="*/ 9634719 w 12203753"/>
              <a:gd name="connsiteY4612" fmla="*/ 3770583 h 6858000"/>
              <a:gd name="connsiteX4613" fmla="*/ 9679910 w 12203753"/>
              <a:gd name="connsiteY4613" fmla="*/ 3770583 h 6858000"/>
              <a:gd name="connsiteX4614" fmla="*/ 9686221 w 12203753"/>
              <a:gd name="connsiteY4614" fmla="*/ 3884805 h 6858000"/>
              <a:gd name="connsiteX4615" fmla="*/ 9679910 w 12203753"/>
              <a:gd name="connsiteY4615" fmla="*/ 3998963 h 6858000"/>
              <a:gd name="connsiteX4616" fmla="*/ 9634719 w 12203753"/>
              <a:gd name="connsiteY4616" fmla="*/ 3998963 h 6858000"/>
              <a:gd name="connsiteX4617" fmla="*/ 9628408 w 12203753"/>
              <a:gd name="connsiteY4617" fmla="*/ 3884805 h 6858000"/>
              <a:gd name="connsiteX4618" fmla="*/ 9634719 w 12203753"/>
              <a:gd name="connsiteY4618" fmla="*/ 3770583 h 6858000"/>
              <a:gd name="connsiteX4619" fmla="*/ 8843577 w 12203753"/>
              <a:gd name="connsiteY4619" fmla="*/ 3770583 h 6858000"/>
              <a:gd name="connsiteX4620" fmla="*/ 8888832 w 12203753"/>
              <a:gd name="connsiteY4620" fmla="*/ 3770583 h 6858000"/>
              <a:gd name="connsiteX4621" fmla="*/ 8895079 w 12203753"/>
              <a:gd name="connsiteY4621" fmla="*/ 3884805 h 6858000"/>
              <a:gd name="connsiteX4622" fmla="*/ 8888832 w 12203753"/>
              <a:gd name="connsiteY4622" fmla="*/ 3998963 h 6858000"/>
              <a:gd name="connsiteX4623" fmla="*/ 8843577 w 12203753"/>
              <a:gd name="connsiteY4623" fmla="*/ 3998963 h 6858000"/>
              <a:gd name="connsiteX4624" fmla="*/ 8837330 w 12203753"/>
              <a:gd name="connsiteY4624" fmla="*/ 3884805 h 6858000"/>
              <a:gd name="connsiteX4625" fmla="*/ 8843577 w 12203753"/>
              <a:gd name="connsiteY4625" fmla="*/ 3770583 h 6858000"/>
              <a:gd name="connsiteX4626" fmla="*/ 8052435 w 12203753"/>
              <a:gd name="connsiteY4626" fmla="*/ 3770583 h 6858000"/>
              <a:gd name="connsiteX4627" fmla="*/ 8097691 w 12203753"/>
              <a:gd name="connsiteY4627" fmla="*/ 3770583 h 6858000"/>
              <a:gd name="connsiteX4628" fmla="*/ 8103938 w 12203753"/>
              <a:gd name="connsiteY4628" fmla="*/ 3884805 h 6858000"/>
              <a:gd name="connsiteX4629" fmla="*/ 8097691 w 12203753"/>
              <a:gd name="connsiteY4629" fmla="*/ 3998963 h 6858000"/>
              <a:gd name="connsiteX4630" fmla="*/ 8052435 w 12203753"/>
              <a:gd name="connsiteY4630" fmla="*/ 3998963 h 6858000"/>
              <a:gd name="connsiteX4631" fmla="*/ 8046189 w 12203753"/>
              <a:gd name="connsiteY4631" fmla="*/ 3884805 h 6858000"/>
              <a:gd name="connsiteX4632" fmla="*/ 8052435 w 12203753"/>
              <a:gd name="connsiteY4632" fmla="*/ 3770583 h 6858000"/>
              <a:gd name="connsiteX4633" fmla="*/ 7261293 w 12203753"/>
              <a:gd name="connsiteY4633" fmla="*/ 3770583 h 6858000"/>
              <a:gd name="connsiteX4634" fmla="*/ 7306549 w 12203753"/>
              <a:gd name="connsiteY4634" fmla="*/ 3770583 h 6858000"/>
              <a:gd name="connsiteX4635" fmla="*/ 7312860 w 12203753"/>
              <a:gd name="connsiteY4635" fmla="*/ 3884805 h 6858000"/>
              <a:gd name="connsiteX4636" fmla="*/ 7306549 w 12203753"/>
              <a:gd name="connsiteY4636" fmla="*/ 3998963 h 6858000"/>
              <a:gd name="connsiteX4637" fmla="*/ 7261293 w 12203753"/>
              <a:gd name="connsiteY4637" fmla="*/ 3998963 h 6858000"/>
              <a:gd name="connsiteX4638" fmla="*/ 7255047 w 12203753"/>
              <a:gd name="connsiteY4638" fmla="*/ 3884805 h 6858000"/>
              <a:gd name="connsiteX4639" fmla="*/ 7261293 w 12203753"/>
              <a:gd name="connsiteY4639" fmla="*/ 3770583 h 6858000"/>
              <a:gd name="connsiteX4640" fmla="*/ 6470217 w 12203753"/>
              <a:gd name="connsiteY4640" fmla="*/ 3770583 h 6858000"/>
              <a:gd name="connsiteX4641" fmla="*/ 6515408 w 12203753"/>
              <a:gd name="connsiteY4641" fmla="*/ 3770583 h 6858000"/>
              <a:gd name="connsiteX4642" fmla="*/ 6521719 w 12203753"/>
              <a:gd name="connsiteY4642" fmla="*/ 3884805 h 6858000"/>
              <a:gd name="connsiteX4643" fmla="*/ 6515408 w 12203753"/>
              <a:gd name="connsiteY4643" fmla="*/ 3998963 h 6858000"/>
              <a:gd name="connsiteX4644" fmla="*/ 6470217 w 12203753"/>
              <a:gd name="connsiteY4644" fmla="*/ 3998963 h 6858000"/>
              <a:gd name="connsiteX4645" fmla="*/ 6463906 w 12203753"/>
              <a:gd name="connsiteY4645" fmla="*/ 3884805 h 6858000"/>
              <a:gd name="connsiteX4646" fmla="*/ 6470217 w 12203753"/>
              <a:gd name="connsiteY4646" fmla="*/ 3770583 h 6858000"/>
              <a:gd name="connsiteX4647" fmla="*/ 5679084 w 12203753"/>
              <a:gd name="connsiteY4647" fmla="*/ 3770583 h 6858000"/>
              <a:gd name="connsiteX4648" fmla="*/ 5724338 w 12203753"/>
              <a:gd name="connsiteY4648" fmla="*/ 3770583 h 6858000"/>
              <a:gd name="connsiteX4649" fmla="*/ 5730645 w 12203753"/>
              <a:gd name="connsiteY4649" fmla="*/ 3884805 h 6858000"/>
              <a:gd name="connsiteX4650" fmla="*/ 5724338 w 12203753"/>
              <a:gd name="connsiteY4650" fmla="*/ 3998963 h 6858000"/>
              <a:gd name="connsiteX4651" fmla="*/ 5679084 w 12203753"/>
              <a:gd name="connsiteY4651" fmla="*/ 3998963 h 6858000"/>
              <a:gd name="connsiteX4652" fmla="*/ 5672769 w 12203753"/>
              <a:gd name="connsiteY4652" fmla="*/ 3884805 h 6858000"/>
              <a:gd name="connsiteX4653" fmla="*/ 5679084 w 12203753"/>
              <a:gd name="connsiteY4653" fmla="*/ 3770583 h 6858000"/>
              <a:gd name="connsiteX4654" fmla="*/ 4887944 w 12203753"/>
              <a:gd name="connsiteY4654" fmla="*/ 3770583 h 6858000"/>
              <a:gd name="connsiteX4655" fmla="*/ 4933198 w 12203753"/>
              <a:gd name="connsiteY4655" fmla="*/ 3770583 h 6858000"/>
              <a:gd name="connsiteX4656" fmla="*/ 4939507 w 12203753"/>
              <a:gd name="connsiteY4656" fmla="*/ 3884805 h 6858000"/>
              <a:gd name="connsiteX4657" fmla="*/ 4933198 w 12203753"/>
              <a:gd name="connsiteY4657" fmla="*/ 3998963 h 6858000"/>
              <a:gd name="connsiteX4658" fmla="*/ 4887944 w 12203753"/>
              <a:gd name="connsiteY4658" fmla="*/ 3998963 h 6858000"/>
              <a:gd name="connsiteX4659" fmla="*/ 4881696 w 12203753"/>
              <a:gd name="connsiteY4659" fmla="*/ 3884805 h 6858000"/>
              <a:gd name="connsiteX4660" fmla="*/ 4887944 w 12203753"/>
              <a:gd name="connsiteY4660" fmla="*/ 3770583 h 6858000"/>
              <a:gd name="connsiteX4661" fmla="*/ 4096880 w 12203753"/>
              <a:gd name="connsiteY4661" fmla="*/ 3770583 h 6858000"/>
              <a:gd name="connsiteX4662" fmla="*/ 4142136 w 12203753"/>
              <a:gd name="connsiteY4662" fmla="*/ 3770583 h 6858000"/>
              <a:gd name="connsiteX4663" fmla="*/ 4148446 w 12203753"/>
              <a:gd name="connsiteY4663" fmla="*/ 3884805 h 6858000"/>
              <a:gd name="connsiteX4664" fmla="*/ 4142136 w 12203753"/>
              <a:gd name="connsiteY4664" fmla="*/ 3998963 h 6858000"/>
              <a:gd name="connsiteX4665" fmla="*/ 4096880 w 12203753"/>
              <a:gd name="connsiteY4665" fmla="*/ 3998963 h 6858000"/>
              <a:gd name="connsiteX4666" fmla="*/ 4090633 w 12203753"/>
              <a:gd name="connsiteY4666" fmla="*/ 3884805 h 6858000"/>
              <a:gd name="connsiteX4667" fmla="*/ 4096880 w 12203753"/>
              <a:gd name="connsiteY4667" fmla="*/ 3770583 h 6858000"/>
              <a:gd name="connsiteX4668" fmla="*/ 3305820 w 12203753"/>
              <a:gd name="connsiteY4668" fmla="*/ 3770583 h 6858000"/>
              <a:gd name="connsiteX4669" fmla="*/ 3351078 w 12203753"/>
              <a:gd name="connsiteY4669" fmla="*/ 3770583 h 6858000"/>
              <a:gd name="connsiteX4670" fmla="*/ 3357385 w 12203753"/>
              <a:gd name="connsiteY4670" fmla="*/ 3884805 h 6858000"/>
              <a:gd name="connsiteX4671" fmla="*/ 3351078 w 12203753"/>
              <a:gd name="connsiteY4671" fmla="*/ 3998963 h 6858000"/>
              <a:gd name="connsiteX4672" fmla="*/ 3305820 w 12203753"/>
              <a:gd name="connsiteY4672" fmla="*/ 3998963 h 6858000"/>
              <a:gd name="connsiteX4673" fmla="*/ 3299575 w 12203753"/>
              <a:gd name="connsiteY4673" fmla="*/ 3884805 h 6858000"/>
              <a:gd name="connsiteX4674" fmla="*/ 3305820 w 12203753"/>
              <a:gd name="connsiteY4674" fmla="*/ 3770583 h 6858000"/>
              <a:gd name="connsiteX4675" fmla="*/ 2514689 w 12203753"/>
              <a:gd name="connsiteY4675" fmla="*/ 3770583 h 6858000"/>
              <a:gd name="connsiteX4676" fmla="*/ 2559944 w 12203753"/>
              <a:gd name="connsiteY4676" fmla="*/ 3770583 h 6858000"/>
              <a:gd name="connsiteX4677" fmla="*/ 2566255 w 12203753"/>
              <a:gd name="connsiteY4677" fmla="*/ 3884805 h 6858000"/>
              <a:gd name="connsiteX4678" fmla="*/ 2559944 w 12203753"/>
              <a:gd name="connsiteY4678" fmla="*/ 3998963 h 6858000"/>
              <a:gd name="connsiteX4679" fmla="*/ 2514689 w 12203753"/>
              <a:gd name="connsiteY4679" fmla="*/ 3998963 h 6858000"/>
              <a:gd name="connsiteX4680" fmla="*/ 2508444 w 12203753"/>
              <a:gd name="connsiteY4680" fmla="*/ 3884805 h 6858000"/>
              <a:gd name="connsiteX4681" fmla="*/ 2514689 w 12203753"/>
              <a:gd name="connsiteY4681" fmla="*/ 3770583 h 6858000"/>
              <a:gd name="connsiteX4682" fmla="*/ 1723556 w 12203753"/>
              <a:gd name="connsiteY4682" fmla="*/ 3770583 h 6858000"/>
              <a:gd name="connsiteX4683" fmla="*/ 1768814 w 12203753"/>
              <a:gd name="connsiteY4683" fmla="*/ 3770583 h 6858000"/>
              <a:gd name="connsiteX4684" fmla="*/ 1775124 w 12203753"/>
              <a:gd name="connsiteY4684" fmla="*/ 3884805 h 6858000"/>
              <a:gd name="connsiteX4685" fmla="*/ 1768814 w 12203753"/>
              <a:gd name="connsiteY4685" fmla="*/ 3998963 h 6858000"/>
              <a:gd name="connsiteX4686" fmla="*/ 1723556 w 12203753"/>
              <a:gd name="connsiteY4686" fmla="*/ 3998963 h 6858000"/>
              <a:gd name="connsiteX4687" fmla="*/ 1717310 w 12203753"/>
              <a:gd name="connsiteY4687" fmla="*/ 3884805 h 6858000"/>
              <a:gd name="connsiteX4688" fmla="*/ 1723556 w 12203753"/>
              <a:gd name="connsiteY4688" fmla="*/ 3770583 h 6858000"/>
              <a:gd name="connsiteX4689" fmla="*/ 932414 w 12203753"/>
              <a:gd name="connsiteY4689" fmla="*/ 3770583 h 6858000"/>
              <a:gd name="connsiteX4690" fmla="*/ 977669 w 12203753"/>
              <a:gd name="connsiteY4690" fmla="*/ 3770583 h 6858000"/>
              <a:gd name="connsiteX4691" fmla="*/ 983979 w 12203753"/>
              <a:gd name="connsiteY4691" fmla="*/ 3884805 h 6858000"/>
              <a:gd name="connsiteX4692" fmla="*/ 977669 w 12203753"/>
              <a:gd name="connsiteY4692" fmla="*/ 3998963 h 6858000"/>
              <a:gd name="connsiteX4693" fmla="*/ 932414 w 12203753"/>
              <a:gd name="connsiteY4693" fmla="*/ 3998963 h 6858000"/>
              <a:gd name="connsiteX4694" fmla="*/ 926104 w 12203753"/>
              <a:gd name="connsiteY4694" fmla="*/ 3884805 h 6858000"/>
              <a:gd name="connsiteX4695" fmla="*/ 932414 w 12203753"/>
              <a:gd name="connsiteY4695" fmla="*/ 3770583 h 6858000"/>
              <a:gd name="connsiteX4696" fmla="*/ 141346 w 12203753"/>
              <a:gd name="connsiteY4696" fmla="*/ 3770583 h 6858000"/>
              <a:gd name="connsiteX4697" fmla="*/ 186600 w 12203753"/>
              <a:gd name="connsiteY4697" fmla="*/ 3770583 h 6858000"/>
              <a:gd name="connsiteX4698" fmla="*/ 192910 w 12203753"/>
              <a:gd name="connsiteY4698" fmla="*/ 3884805 h 6858000"/>
              <a:gd name="connsiteX4699" fmla="*/ 186600 w 12203753"/>
              <a:gd name="connsiteY4699" fmla="*/ 3998963 h 6858000"/>
              <a:gd name="connsiteX4700" fmla="*/ 141346 w 12203753"/>
              <a:gd name="connsiteY4700" fmla="*/ 3998963 h 6858000"/>
              <a:gd name="connsiteX4701" fmla="*/ 135099 w 12203753"/>
              <a:gd name="connsiteY4701" fmla="*/ 3884805 h 6858000"/>
              <a:gd name="connsiteX4702" fmla="*/ 141346 w 12203753"/>
              <a:gd name="connsiteY4702" fmla="*/ 3770583 h 6858000"/>
              <a:gd name="connsiteX4703" fmla="*/ 5811965 w 12203753"/>
              <a:gd name="connsiteY4703" fmla="*/ 3693926 h 6858000"/>
              <a:gd name="connsiteX4704" fmla="*/ 5820348 w 12203753"/>
              <a:gd name="connsiteY4704" fmla="*/ 3697632 h 6858000"/>
              <a:gd name="connsiteX4705" fmla="*/ 5913960 w 12203753"/>
              <a:gd name="connsiteY4705" fmla="*/ 3745532 h 6858000"/>
              <a:gd name="connsiteX4706" fmla="*/ 6009695 w 12203753"/>
              <a:gd name="connsiteY4706" fmla="*/ 3808061 h 6858000"/>
              <a:gd name="connsiteX4707" fmla="*/ 5987067 w 12203753"/>
              <a:gd name="connsiteY4707" fmla="*/ 3847262 h 6858000"/>
              <a:gd name="connsiteX4708" fmla="*/ 5885086 w 12203753"/>
              <a:gd name="connsiteY4708" fmla="*/ 3795632 h 6858000"/>
              <a:gd name="connsiteX4709" fmla="*/ 5789350 w 12203753"/>
              <a:gd name="connsiteY4709" fmla="*/ 3733103 h 6858000"/>
              <a:gd name="connsiteX4710" fmla="*/ 5020837 w 12203753"/>
              <a:gd name="connsiteY4710" fmla="*/ 3693926 h 6858000"/>
              <a:gd name="connsiteX4711" fmla="*/ 5029217 w 12203753"/>
              <a:gd name="connsiteY4711" fmla="*/ 3697632 h 6858000"/>
              <a:gd name="connsiteX4712" fmla="*/ 5122827 w 12203753"/>
              <a:gd name="connsiteY4712" fmla="*/ 3745532 h 6858000"/>
              <a:gd name="connsiteX4713" fmla="*/ 5218566 w 12203753"/>
              <a:gd name="connsiteY4713" fmla="*/ 3808061 h 6858000"/>
              <a:gd name="connsiteX4714" fmla="*/ 5195941 w 12203753"/>
              <a:gd name="connsiteY4714" fmla="*/ 3847262 h 6858000"/>
              <a:gd name="connsiteX4715" fmla="*/ 5093953 w 12203753"/>
              <a:gd name="connsiteY4715" fmla="*/ 3795632 h 6858000"/>
              <a:gd name="connsiteX4716" fmla="*/ 4998215 w 12203753"/>
              <a:gd name="connsiteY4716" fmla="*/ 3733103 h 6858000"/>
              <a:gd name="connsiteX4717" fmla="*/ 4229752 w 12203753"/>
              <a:gd name="connsiteY4717" fmla="*/ 3693926 h 6858000"/>
              <a:gd name="connsiteX4718" fmla="*/ 4238133 w 12203753"/>
              <a:gd name="connsiteY4718" fmla="*/ 3697632 h 6858000"/>
              <a:gd name="connsiteX4719" fmla="*/ 4331748 w 12203753"/>
              <a:gd name="connsiteY4719" fmla="*/ 3745532 h 6858000"/>
              <a:gd name="connsiteX4720" fmla="*/ 4427491 w 12203753"/>
              <a:gd name="connsiteY4720" fmla="*/ 3808061 h 6858000"/>
              <a:gd name="connsiteX4721" fmla="*/ 4404860 w 12203753"/>
              <a:gd name="connsiteY4721" fmla="*/ 3847262 h 6858000"/>
              <a:gd name="connsiteX4722" fmla="*/ 4302877 w 12203753"/>
              <a:gd name="connsiteY4722" fmla="*/ 3795632 h 6858000"/>
              <a:gd name="connsiteX4723" fmla="*/ 4207137 w 12203753"/>
              <a:gd name="connsiteY4723" fmla="*/ 3733103 h 6858000"/>
              <a:gd name="connsiteX4724" fmla="*/ 3438701 w 12203753"/>
              <a:gd name="connsiteY4724" fmla="*/ 3693926 h 6858000"/>
              <a:gd name="connsiteX4725" fmla="*/ 3447084 w 12203753"/>
              <a:gd name="connsiteY4725" fmla="*/ 3697632 h 6858000"/>
              <a:gd name="connsiteX4726" fmla="*/ 3540702 w 12203753"/>
              <a:gd name="connsiteY4726" fmla="*/ 3745532 h 6858000"/>
              <a:gd name="connsiteX4727" fmla="*/ 3636436 w 12203753"/>
              <a:gd name="connsiteY4727" fmla="*/ 3808061 h 6858000"/>
              <a:gd name="connsiteX4728" fmla="*/ 3613807 w 12203753"/>
              <a:gd name="connsiteY4728" fmla="*/ 3847262 h 6858000"/>
              <a:gd name="connsiteX4729" fmla="*/ 3511829 w 12203753"/>
              <a:gd name="connsiteY4729" fmla="*/ 3795632 h 6858000"/>
              <a:gd name="connsiteX4730" fmla="*/ 3416090 w 12203753"/>
              <a:gd name="connsiteY4730" fmla="*/ 3733103 h 6858000"/>
              <a:gd name="connsiteX4731" fmla="*/ 2647573 w 12203753"/>
              <a:gd name="connsiteY4731" fmla="*/ 3693926 h 6858000"/>
              <a:gd name="connsiteX4732" fmla="*/ 2655955 w 12203753"/>
              <a:gd name="connsiteY4732" fmla="*/ 3697632 h 6858000"/>
              <a:gd name="connsiteX4733" fmla="*/ 2749571 w 12203753"/>
              <a:gd name="connsiteY4733" fmla="*/ 3745532 h 6858000"/>
              <a:gd name="connsiteX4734" fmla="*/ 2845305 w 12203753"/>
              <a:gd name="connsiteY4734" fmla="*/ 3808061 h 6858000"/>
              <a:gd name="connsiteX4735" fmla="*/ 2822677 w 12203753"/>
              <a:gd name="connsiteY4735" fmla="*/ 3847262 h 6858000"/>
              <a:gd name="connsiteX4736" fmla="*/ 2720696 w 12203753"/>
              <a:gd name="connsiteY4736" fmla="*/ 3795632 h 6858000"/>
              <a:gd name="connsiteX4737" fmla="*/ 2624959 w 12203753"/>
              <a:gd name="connsiteY4737" fmla="*/ 3733103 h 6858000"/>
              <a:gd name="connsiteX4738" fmla="*/ 1856440 w 12203753"/>
              <a:gd name="connsiteY4738" fmla="*/ 3693926 h 6858000"/>
              <a:gd name="connsiteX4739" fmla="*/ 1864826 w 12203753"/>
              <a:gd name="connsiteY4739" fmla="*/ 3697632 h 6858000"/>
              <a:gd name="connsiteX4740" fmla="*/ 1958439 w 12203753"/>
              <a:gd name="connsiteY4740" fmla="*/ 3745532 h 6858000"/>
              <a:gd name="connsiteX4741" fmla="*/ 2054174 w 12203753"/>
              <a:gd name="connsiteY4741" fmla="*/ 3808061 h 6858000"/>
              <a:gd name="connsiteX4742" fmla="*/ 2031546 w 12203753"/>
              <a:gd name="connsiteY4742" fmla="*/ 3847262 h 6858000"/>
              <a:gd name="connsiteX4743" fmla="*/ 1929564 w 12203753"/>
              <a:gd name="connsiteY4743" fmla="*/ 3795632 h 6858000"/>
              <a:gd name="connsiteX4744" fmla="*/ 1833827 w 12203753"/>
              <a:gd name="connsiteY4744" fmla="*/ 3733103 h 6858000"/>
              <a:gd name="connsiteX4745" fmla="*/ 1065369 w 12203753"/>
              <a:gd name="connsiteY4745" fmla="*/ 3693926 h 6858000"/>
              <a:gd name="connsiteX4746" fmla="*/ 1073750 w 12203753"/>
              <a:gd name="connsiteY4746" fmla="*/ 3697632 h 6858000"/>
              <a:gd name="connsiteX4747" fmla="*/ 1167366 w 12203753"/>
              <a:gd name="connsiteY4747" fmla="*/ 3745532 h 6858000"/>
              <a:gd name="connsiteX4748" fmla="*/ 1263103 w 12203753"/>
              <a:gd name="connsiteY4748" fmla="*/ 3808061 h 6858000"/>
              <a:gd name="connsiteX4749" fmla="*/ 1240476 w 12203753"/>
              <a:gd name="connsiteY4749" fmla="*/ 3847262 h 6858000"/>
              <a:gd name="connsiteX4750" fmla="*/ 1138491 w 12203753"/>
              <a:gd name="connsiteY4750" fmla="*/ 3795632 h 6858000"/>
              <a:gd name="connsiteX4751" fmla="*/ 1042746 w 12203753"/>
              <a:gd name="connsiteY4751" fmla="*/ 3733103 h 6858000"/>
              <a:gd name="connsiteX4752" fmla="*/ 274229 w 12203753"/>
              <a:gd name="connsiteY4752" fmla="*/ 3693926 h 6858000"/>
              <a:gd name="connsiteX4753" fmla="*/ 282613 w 12203753"/>
              <a:gd name="connsiteY4753" fmla="*/ 3697632 h 6858000"/>
              <a:gd name="connsiteX4754" fmla="*/ 376224 w 12203753"/>
              <a:gd name="connsiteY4754" fmla="*/ 3745532 h 6858000"/>
              <a:gd name="connsiteX4755" fmla="*/ 471959 w 12203753"/>
              <a:gd name="connsiteY4755" fmla="*/ 3808061 h 6858000"/>
              <a:gd name="connsiteX4756" fmla="*/ 449332 w 12203753"/>
              <a:gd name="connsiteY4756" fmla="*/ 3847262 h 6858000"/>
              <a:gd name="connsiteX4757" fmla="*/ 347352 w 12203753"/>
              <a:gd name="connsiteY4757" fmla="*/ 3795632 h 6858000"/>
              <a:gd name="connsiteX4758" fmla="*/ 251614 w 12203753"/>
              <a:gd name="connsiteY4758" fmla="*/ 3733103 h 6858000"/>
              <a:gd name="connsiteX4759" fmla="*/ 12140914 w 12203753"/>
              <a:gd name="connsiteY4759" fmla="*/ 3693903 h 6858000"/>
              <a:gd name="connsiteX4760" fmla="*/ 12171908 w 12203753"/>
              <a:gd name="connsiteY4760" fmla="*/ 3708149 h 6858000"/>
              <a:gd name="connsiteX4761" fmla="*/ 12203753 w 12203753"/>
              <a:gd name="connsiteY4761" fmla="*/ 3724903 h 6858000"/>
              <a:gd name="connsiteX4762" fmla="*/ 12203753 w 12203753"/>
              <a:gd name="connsiteY4762" fmla="*/ 3789118 h 6858000"/>
              <a:gd name="connsiteX4763" fmla="*/ 12146132 w 12203753"/>
              <a:gd name="connsiteY4763" fmla="*/ 3752799 h 6858000"/>
              <a:gd name="connsiteX4764" fmla="*/ 12118286 w 12203753"/>
              <a:gd name="connsiteY4764" fmla="*/ 3733103 h 6858000"/>
              <a:gd name="connsiteX4765" fmla="*/ 11920501 w 12203753"/>
              <a:gd name="connsiteY4765" fmla="*/ 3693903 h 6858000"/>
              <a:gd name="connsiteX4766" fmla="*/ 11943128 w 12203753"/>
              <a:gd name="connsiteY4766" fmla="*/ 3733103 h 6858000"/>
              <a:gd name="connsiteX4767" fmla="*/ 11847390 w 12203753"/>
              <a:gd name="connsiteY4767" fmla="*/ 3795632 h 6858000"/>
              <a:gd name="connsiteX4768" fmla="*/ 11745343 w 12203753"/>
              <a:gd name="connsiteY4768" fmla="*/ 3847262 h 6858000"/>
              <a:gd name="connsiteX4769" fmla="*/ 11722715 w 12203753"/>
              <a:gd name="connsiteY4769" fmla="*/ 3808061 h 6858000"/>
              <a:gd name="connsiteX4770" fmla="*/ 11818516 w 12203753"/>
              <a:gd name="connsiteY4770" fmla="*/ 3745532 h 6858000"/>
              <a:gd name="connsiteX4771" fmla="*/ 11920501 w 12203753"/>
              <a:gd name="connsiteY4771" fmla="*/ 3693903 h 6858000"/>
              <a:gd name="connsiteX4772" fmla="*/ 11349836 w 12203753"/>
              <a:gd name="connsiteY4772" fmla="*/ 3693903 h 6858000"/>
              <a:gd name="connsiteX4773" fmla="*/ 11451820 w 12203753"/>
              <a:gd name="connsiteY4773" fmla="*/ 3745532 h 6858000"/>
              <a:gd name="connsiteX4774" fmla="*/ 11547558 w 12203753"/>
              <a:gd name="connsiteY4774" fmla="*/ 3808061 h 6858000"/>
              <a:gd name="connsiteX4775" fmla="*/ 11524930 w 12203753"/>
              <a:gd name="connsiteY4775" fmla="*/ 3847262 h 6858000"/>
              <a:gd name="connsiteX4776" fmla="*/ 11422946 w 12203753"/>
              <a:gd name="connsiteY4776" fmla="*/ 3795632 h 6858000"/>
              <a:gd name="connsiteX4777" fmla="*/ 11327208 w 12203753"/>
              <a:gd name="connsiteY4777" fmla="*/ 3733103 h 6858000"/>
              <a:gd name="connsiteX4778" fmla="*/ 11129360 w 12203753"/>
              <a:gd name="connsiteY4778" fmla="*/ 3693903 h 6858000"/>
              <a:gd name="connsiteX4779" fmla="*/ 11151987 w 12203753"/>
              <a:gd name="connsiteY4779" fmla="*/ 3733103 h 6858000"/>
              <a:gd name="connsiteX4780" fmla="*/ 11056249 w 12203753"/>
              <a:gd name="connsiteY4780" fmla="*/ 3795632 h 6858000"/>
              <a:gd name="connsiteX4781" fmla="*/ 10954265 w 12203753"/>
              <a:gd name="connsiteY4781" fmla="*/ 3847262 h 6858000"/>
              <a:gd name="connsiteX4782" fmla="*/ 10931638 w 12203753"/>
              <a:gd name="connsiteY4782" fmla="*/ 3808061 h 6858000"/>
              <a:gd name="connsiteX4783" fmla="*/ 11027376 w 12203753"/>
              <a:gd name="connsiteY4783" fmla="*/ 3745532 h 6858000"/>
              <a:gd name="connsiteX4784" fmla="*/ 11129360 w 12203753"/>
              <a:gd name="connsiteY4784" fmla="*/ 3693903 h 6858000"/>
              <a:gd name="connsiteX4785" fmla="*/ 10558694 w 12203753"/>
              <a:gd name="connsiteY4785" fmla="*/ 3693903 h 6858000"/>
              <a:gd name="connsiteX4786" fmla="*/ 10660678 w 12203753"/>
              <a:gd name="connsiteY4786" fmla="*/ 3745532 h 6858000"/>
              <a:gd name="connsiteX4787" fmla="*/ 10756416 w 12203753"/>
              <a:gd name="connsiteY4787" fmla="*/ 3808061 h 6858000"/>
              <a:gd name="connsiteX4788" fmla="*/ 10733788 w 12203753"/>
              <a:gd name="connsiteY4788" fmla="*/ 3847262 h 6858000"/>
              <a:gd name="connsiteX4789" fmla="*/ 10631804 w 12203753"/>
              <a:gd name="connsiteY4789" fmla="*/ 3795632 h 6858000"/>
              <a:gd name="connsiteX4790" fmla="*/ 10536066 w 12203753"/>
              <a:gd name="connsiteY4790" fmla="*/ 3733103 h 6858000"/>
              <a:gd name="connsiteX4791" fmla="*/ 10338218 w 12203753"/>
              <a:gd name="connsiteY4791" fmla="*/ 3693903 h 6858000"/>
              <a:gd name="connsiteX4792" fmla="*/ 10360845 w 12203753"/>
              <a:gd name="connsiteY4792" fmla="*/ 3733103 h 6858000"/>
              <a:gd name="connsiteX4793" fmla="*/ 10265107 w 12203753"/>
              <a:gd name="connsiteY4793" fmla="*/ 3795632 h 6858000"/>
              <a:gd name="connsiteX4794" fmla="*/ 10163123 w 12203753"/>
              <a:gd name="connsiteY4794" fmla="*/ 3847262 h 6858000"/>
              <a:gd name="connsiteX4795" fmla="*/ 10140496 w 12203753"/>
              <a:gd name="connsiteY4795" fmla="*/ 3808061 h 6858000"/>
              <a:gd name="connsiteX4796" fmla="*/ 10236234 w 12203753"/>
              <a:gd name="connsiteY4796" fmla="*/ 3745532 h 6858000"/>
              <a:gd name="connsiteX4797" fmla="*/ 10338218 w 12203753"/>
              <a:gd name="connsiteY4797" fmla="*/ 3693903 h 6858000"/>
              <a:gd name="connsiteX4798" fmla="*/ 9767553 w 12203753"/>
              <a:gd name="connsiteY4798" fmla="*/ 3693903 h 6858000"/>
              <a:gd name="connsiteX4799" fmla="*/ 9869601 w 12203753"/>
              <a:gd name="connsiteY4799" fmla="*/ 3745532 h 6858000"/>
              <a:gd name="connsiteX4800" fmla="*/ 9965339 w 12203753"/>
              <a:gd name="connsiteY4800" fmla="*/ 3808061 h 6858000"/>
              <a:gd name="connsiteX4801" fmla="*/ 9942711 w 12203753"/>
              <a:gd name="connsiteY4801" fmla="*/ 3847262 h 6858000"/>
              <a:gd name="connsiteX4802" fmla="*/ 9840663 w 12203753"/>
              <a:gd name="connsiteY4802" fmla="*/ 3795632 h 6858000"/>
              <a:gd name="connsiteX4803" fmla="*/ 9744925 w 12203753"/>
              <a:gd name="connsiteY4803" fmla="*/ 3733103 h 6858000"/>
              <a:gd name="connsiteX4804" fmla="*/ 9547140 w 12203753"/>
              <a:gd name="connsiteY4804" fmla="*/ 3693903 h 6858000"/>
              <a:gd name="connsiteX4805" fmla="*/ 9569768 w 12203753"/>
              <a:gd name="connsiteY4805" fmla="*/ 3733103 h 6858000"/>
              <a:gd name="connsiteX4806" fmla="*/ 9474030 w 12203753"/>
              <a:gd name="connsiteY4806" fmla="*/ 3795632 h 6858000"/>
              <a:gd name="connsiteX4807" fmla="*/ 9371982 w 12203753"/>
              <a:gd name="connsiteY4807" fmla="*/ 3847262 h 6858000"/>
              <a:gd name="connsiteX4808" fmla="*/ 9349355 w 12203753"/>
              <a:gd name="connsiteY4808" fmla="*/ 3808061 h 6858000"/>
              <a:gd name="connsiteX4809" fmla="*/ 9445093 w 12203753"/>
              <a:gd name="connsiteY4809" fmla="*/ 3745532 h 6858000"/>
              <a:gd name="connsiteX4810" fmla="*/ 9547140 w 12203753"/>
              <a:gd name="connsiteY4810" fmla="*/ 3693903 h 6858000"/>
              <a:gd name="connsiteX4811" fmla="*/ 8976412 w 12203753"/>
              <a:gd name="connsiteY4811" fmla="*/ 3693903 h 6858000"/>
              <a:gd name="connsiteX4812" fmla="*/ 9078460 w 12203753"/>
              <a:gd name="connsiteY4812" fmla="*/ 3745532 h 6858000"/>
              <a:gd name="connsiteX4813" fmla="*/ 9174198 w 12203753"/>
              <a:gd name="connsiteY4813" fmla="*/ 3808061 h 6858000"/>
              <a:gd name="connsiteX4814" fmla="*/ 9151570 w 12203753"/>
              <a:gd name="connsiteY4814" fmla="*/ 3847262 h 6858000"/>
              <a:gd name="connsiteX4815" fmla="*/ 9049585 w 12203753"/>
              <a:gd name="connsiteY4815" fmla="*/ 3795632 h 6858000"/>
              <a:gd name="connsiteX4816" fmla="*/ 8953784 w 12203753"/>
              <a:gd name="connsiteY4816" fmla="*/ 3733103 h 6858000"/>
              <a:gd name="connsiteX4817" fmla="*/ 8755998 w 12203753"/>
              <a:gd name="connsiteY4817" fmla="*/ 3693903 h 6858000"/>
              <a:gd name="connsiteX4818" fmla="*/ 8778626 w 12203753"/>
              <a:gd name="connsiteY4818" fmla="*/ 3733103 h 6858000"/>
              <a:gd name="connsiteX4819" fmla="*/ 8682888 w 12203753"/>
              <a:gd name="connsiteY4819" fmla="*/ 3795632 h 6858000"/>
              <a:gd name="connsiteX4820" fmla="*/ 8580840 w 12203753"/>
              <a:gd name="connsiteY4820" fmla="*/ 3847262 h 6858000"/>
              <a:gd name="connsiteX4821" fmla="*/ 8558213 w 12203753"/>
              <a:gd name="connsiteY4821" fmla="*/ 3808061 h 6858000"/>
              <a:gd name="connsiteX4822" fmla="*/ 8654014 w 12203753"/>
              <a:gd name="connsiteY4822" fmla="*/ 3745532 h 6858000"/>
              <a:gd name="connsiteX4823" fmla="*/ 8755998 w 12203753"/>
              <a:gd name="connsiteY4823" fmla="*/ 3693903 h 6858000"/>
              <a:gd name="connsiteX4824" fmla="*/ 8185270 w 12203753"/>
              <a:gd name="connsiteY4824" fmla="*/ 3693903 h 6858000"/>
              <a:gd name="connsiteX4825" fmla="*/ 8287318 w 12203753"/>
              <a:gd name="connsiteY4825" fmla="*/ 3745532 h 6858000"/>
              <a:gd name="connsiteX4826" fmla="*/ 8383056 w 12203753"/>
              <a:gd name="connsiteY4826" fmla="*/ 3808061 h 6858000"/>
              <a:gd name="connsiteX4827" fmla="*/ 8360428 w 12203753"/>
              <a:gd name="connsiteY4827" fmla="*/ 3847262 h 6858000"/>
              <a:gd name="connsiteX4828" fmla="*/ 8258443 w 12203753"/>
              <a:gd name="connsiteY4828" fmla="*/ 3795632 h 6858000"/>
              <a:gd name="connsiteX4829" fmla="*/ 8162642 w 12203753"/>
              <a:gd name="connsiteY4829" fmla="*/ 3733103 h 6858000"/>
              <a:gd name="connsiteX4830" fmla="*/ 7964857 w 12203753"/>
              <a:gd name="connsiteY4830" fmla="*/ 3693903 h 6858000"/>
              <a:gd name="connsiteX4831" fmla="*/ 7987485 w 12203753"/>
              <a:gd name="connsiteY4831" fmla="*/ 3733103 h 6858000"/>
              <a:gd name="connsiteX4832" fmla="*/ 7891747 w 12203753"/>
              <a:gd name="connsiteY4832" fmla="*/ 3795632 h 6858000"/>
              <a:gd name="connsiteX4833" fmla="*/ 7789699 w 12203753"/>
              <a:gd name="connsiteY4833" fmla="*/ 3847262 h 6858000"/>
              <a:gd name="connsiteX4834" fmla="*/ 7767072 w 12203753"/>
              <a:gd name="connsiteY4834" fmla="*/ 3808061 h 6858000"/>
              <a:gd name="connsiteX4835" fmla="*/ 7862873 w 12203753"/>
              <a:gd name="connsiteY4835" fmla="*/ 3745532 h 6858000"/>
              <a:gd name="connsiteX4836" fmla="*/ 7964857 w 12203753"/>
              <a:gd name="connsiteY4836" fmla="*/ 3693903 h 6858000"/>
              <a:gd name="connsiteX4837" fmla="*/ 7394128 w 12203753"/>
              <a:gd name="connsiteY4837" fmla="*/ 3693903 h 6858000"/>
              <a:gd name="connsiteX4838" fmla="*/ 7496176 w 12203753"/>
              <a:gd name="connsiteY4838" fmla="*/ 3745532 h 6858000"/>
              <a:gd name="connsiteX4839" fmla="*/ 7591913 w 12203753"/>
              <a:gd name="connsiteY4839" fmla="*/ 3808061 h 6858000"/>
              <a:gd name="connsiteX4840" fmla="*/ 7569286 w 12203753"/>
              <a:gd name="connsiteY4840" fmla="*/ 3847262 h 6858000"/>
              <a:gd name="connsiteX4841" fmla="*/ 7467302 w 12203753"/>
              <a:gd name="connsiteY4841" fmla="*/ 3795632 h 6858000"/>
              <a:gd name="connsiteX4842" fmla="*/ 7371564 w 12203753"/>
              <a:gd name="connsiteY4842" fmla="*/ 3733103 h 6858000"/>
              <a:gd name="connsiteX4843" fmla="*/ 7173716 w 12203753"/>
              <a:gd name="connsiteY4843" fmla="*/ 3693903 h 6858000"/>
              <a:gd name="connsiteX4844" fmla="*/ 7196344 w 12203753"/>
              <a:gd name="connsiteY4844" fmla="*/ 3733103 h 6858000"/>
              <a:gd name="connsiteX4845" fmla="*/ 7100606 w 12203753"/>
              <a:gd name="connsiteY4845" fmla="*/ 3795632 h 6858000"/>
              <a:gd name="connsiteX4846" fmla="*/ 6998558 w 12203753"/>
              <a:gd name="connsiteY4846" fmla="*/ 3847262 h 6858000"/>
              <a:gd name="connsiteX4847" fmla="*/ 6975995 w 12203753"/>
              <a:gd name="connsiteY4847" fmla="*/ 3808061 h 6858000"/>
              <a:gd name="connsiteX4848" fmla="*/ 7071731 w 12203753"/>
              <a:gd name="connsiteY4848" fmla="*/ 3745532 h 6858000"/>
              <a:gd name="connsiteX4849" fmla="*/ 7173716 w 12203753"/>
              <a:gd name="connsiteY4849" fmla="*/ 3693903 h 6858000"/>
              <a:gd name="connsiteX4850" fmla="*/ 6603052 w 12203753"/>
              <a:gd name="connsiteY4850" fmla="*/ 3693903 h 6858000"/>
              <a:gd name="connsiteX4851" fmla="*/ 6705100 w 12203753"/>
              <a:gd name="connsiteY4851" fmla="*/ 3745532 h 6858000"/>
              <a:gd name="connsiteX4852" fmla="*/ 6800772 w 12203753"/>
              <a:gd name="connsiteY4852" fmla="*/ 3808061 h 6858000"/>
              <a:gd name="connsiteX4853" fmla="*/ 6778210 w 12203753"/>
              <a:gd name="connsiteY4853" fmla="*/ 3847262 h 6858000"/>
              <a:gd name="connsiteX4854" fmla="*/ 6676161 w 12203753"/>
              <a:gd name="connsiteY4854" fmla="*/ 3795632 h 6858000"/>
              <a:gd name="connsiteX4855" fmla="*/ 6580424 w 12203753"/>
              <a:gd name="connsiteY4855" fmla="*/ 3733103 h 6858000"/>
              <a:gd name="connsiteX4856" fmla="*/ 6382638 w 12203753"/>
              <a:gd name="connsiteY4856" fmla="*/ 3693903 h 6858000"/>
              <a:gd name="connsiteX4857" fmla="*/ 6405201 w 12203753"/>
              <a:gd name="connsiteY4857" fmla="*/ 3733103 h 6858000"/>
              <a:gd name="connsiteX4858" fmla="*/ 6309528 w 12203753"/>
              <a:gd name="connsiteY4858" fmla="*/ 3795632 h 6858000"/>
              <a:gd name="connsiteX4859" fmla="*/ 6207480 w 12203753"/>
              <a:gd name="connsiteY4859" fmla="*/ 3847262 h 6858000"/>
              <a:gd name="connsiteX4860" fmla="*/ 6184852 w 12203753"/>
              <a:gd name="connsiteY4860" fmla="*/ 3808061 h 6858000"/>
              <a:gd name="connsiteX4861" fmla="*/ 6280590 w 12203753"/>
              <a:gd name="connsiteY4861" fmla="*/ 3745532 h 6858000"/>
              <a:gd name="connsiteX4862" fmla="*/ 6382638 w 12203753"/>
              <a:gd name="connsiteY4862" fmla="*/ 3693903 h 6858000"/>
              <a:gd name="connsiteX4863" fmla="*/ 5811914 w 12203753"/>
              <a:gd name="connsiteY4863" fmla="*/ 3693903 h 6858000"/>
              <a:gd name="connsiteX4864" fmla="*/ 5811979 w 12203753"/>
              <a:gd name="connsiteY4864" fmla="*/ 3693903 h 6858000"/>
              <a:gd name="connsiteX4865" fmla="*/ 5811965 w 12203753"/>
              <a:gd name="connsiteY4865" fmla="*/ 3693926 h 6858000"/>
              <a:gd name="connsiteX4866" fmla="*/ 5591444 w 12203753"/>
              <a:gd name="connsiteY4866" fmla="*/ 3693903 h 6858000"/>
              <a:gd name="connsiteX4867" fmla="*/ 5614067 w 12203753"/>
              <a:gd name="connsiteY4867" fmla="*/ 3733103 h 6858000"/>
              <a:gd name="connsiteX4868" fmla="*/ 5518332 w 12203753"/>
              <a:gd name="connsiteY4868" fmla="*/ 3795632 h 6858000"/>
              <a:gd name="connsiteX4869" fmla="*/ 5416289 w 12203753"/>
              <a:gd name="connsiteY4869" fmla="*/ 3847262 h 6858000"/>
              <a:gd name="connsiteX4870" fmla="*/ 5393662 w 12203753"/>
              <a:gd name="connsiteY4870" fmla="*/ 3808061 h 6858000"/>
              <a:gd name="connsiteX4871" fmla="*/ 5393724 w 12203753"/>
              <a:gd name="connsiteY4871" fmla="*/ 3808061 h 6858000"/>
              <a:gd name="connsiteX4872" fmla="*/ 5489459 w 12203753"/>
              <a:gd name="connsiteY4872" fmla="*/ 3745532 h 6858000"/>
              <a:gd name="connsiteX4873" fmla="*/ 5591444 w 12203753"/>
              <a:gd name="connsiteY4873" fmla="*/ 3693903 h 6858000"/>
              <a:gd name="connsiteX4874" fmla="*/ 5020783 w 12203753"/>
              <a:gd name="connsiteY4874" fmla="*/ 3693903 h 6858000"/>
              <a:gd name="connsiteX4875" fmla="*/ 5020848 w 12203753"/>
              <a:gd name="connsiteY4875" fmla="*/ 3693903 h 6858000"/>
              <a:gd name="connsiteX4876" fmla="*/ 5020837 w 12203753"/>
              <a:gd name="connsiteY4876" fmla="*/ 3693926 h 6858000"/>
              <a:gd name="connsiteX4877" fmla="*/ 4800366 w 12203753"/>
              <a:gd name="connsiteY4877" fmla="*/ 3693903 h 6858000"/>
              <a:gd name="connsiteX4878" fmla="*/ 4822988 w 12203753"/>
              <a:gd name="connsiteY4878" fmla="*/ 3733103 h 6858000"/>
              <a:gd name="connsiteX4879" fmla="*/ 4727254 w 12203753"/>
              <a:gd name="connsiteY4879" fmla="*/ 3795632 h 6858000"/>
              <a:gd name="connsiteX4880" fmla="*/ 4625211 w 12203753"/>
              <a:gd name="connsiteY4880" fmla="*/ 3847262 h 6858000"/>
              <a:gd name="connsiteX4881" fmla="*/ 4602581 w 12203753"/>
              <a:gd name="connsiteY4881" fmla="*/ 3808061 h 6858000"/>
              <a:gd name="connsiteX4882" fmla="*/ 4602649 w 12203753"/>
              <a:gd name="connsiteY4882" fmla="*/ 3808061 h 6858000"/>
              <a:gd name="connsiteX4883" fmla="*/ 4698380 w 12203753"/>
              <a:gd name="connsiteY4883" fmla="*/ 3745532 h 6858000"/>
              <a:gd name="connsiteX4884" fmla="*/ 4800366 w 12203753"/>
              <a:gd name="connsiteY4884" fmla="*/ 3693903 h 6858000"/>
              <a:gd name="connsiteX4885" fmla="*/ 4229702 w 12203753"/>
              <a:gd name="connsiteY4885" fmla="*/ 3693903 h 6858000"/>
              <a:gd name="connsiteX4886" fmla="*/ 4229764 w 12203753"/>
              <a:gd name="connsiteY4886" fmla="*/ 3693903 h 6858000"/>
              <a:gd name="connsiteX4887" fmla="*/ 4229752 w 12203753"/>
              <a:gd name="connsiteY4887" fmla="*/ 3693926 h 6858000"/>
              <a:gd name="connsiteX4888" fmla="*/ 4009303 w 12203753"/>
              <a:gd name="connsiteY4888" fmla="*/ 3693903 h 6858000"/>
              <a:gd name="connsiteX4889" fmla="*/ 4031930 w 12203753"/>
              <a:gd name="connsiteY4889" fmla="*/ 3733103 h 6858000"/>
              <a:gd name="connsiteX4890" fmla="*/ 3936200 w 12203753"/>
              <a:gd name="connsiteY4890" fmla="*/ 3795632 h 6858000"/>
              <a:gd name="connsiteX4891" fmla="*/ 3834153 w 12203753"/>
              <a:gd name="connsiteY4891" fmla="*/ 3847262 h 6858000"/>
              <a:gd name="connsiteX4892" fmla="*/ 3811524 w 12203753"/>
              <a:gd name="connsiteY4892" fmla="*/ 3808061 h 6858000"/>
              <a:gd name="connsiteX4893" fmla="*/ 3811587 w 12203753"/>
              <a:gd name="connsiteY4893" fmla="*/ 3808061 h 6858000"/>
              <a:gd name="connsiteX4894" fmla="*/ 3907323 w 12203753"/>
              <a:gd name="connsiteY4894" fmla="*/ 3745532 h 6858000"/>
              <a:gd name="connsiteX4895" fmla="*/ 4009303 w 12203753"/>
              <a:gd name="connsiteY4895" fmla="*/ 3693903 h 6858000"/>
              <a:gd name="connsiteX4896" fmla="*/ 3438650 w 12203753"/>
              <a:gd name="connsiteY4896" fmla="*/ 3693903 h 6858000"/>
              <a:gd name="connsiteX4897" fmla="*/ 3438713 w 12203753"/>
              <a:gd name="connsiteY4897" fmla="*/ 3693903 h 6858000"/>
              <a:gd name="connsiteX4898" fmla="*/ 3438701 w 12203753"/>
              <a:gd name="connsiteY4898" fmla="*/ 3693926 h 6858000"/>
              <a:gd name="connsiteX4899" fmla="*/ 3218179 w 12203753"/>
              <a:gd name="connsiteY4899" fmla="*/ 3693903 h 6858000"/>
              <a:gd name="connsiteX4900" fmla="*/ 3240807 w 12203753"/>
              <a:gd name="connsiteY4900" fmla="*/ 3733103 h 6858000"/>
              <a:gd name="connsiteX4901" fmla="*/ 3145079 w 12203753"/>
              <a:gd name="connsiteY4901" fmla="*/ 3795632 h 6858000"/>
              <a:gd name="connsiteX4902" fmla="*/ 3043026 w 12203753"/>
              <a:gd name="connsiteY4902" fmla="*/ 3847262 h 6858000"/>
              <a:gd name="connsiteX4903" fmla="*/ 3020398 w 12203753"/>
              <a:gd name="connsiteY4903" fmla="*/ 3808061 h 6858000"/>
              <a:gd name="connsiteX4904" fmla="*/ 3020464 w 12203753"/>
              <a:gd name="connsiteY4904" fmla="*/ 3808061 h 6858000"/>
              <a:gd name="connsiteX4905" fmla="*/ 3116202 w 12203753"/>
              <a:gd name="connsiteY4905" fmla="*/ 3745532 h 6858000"/>
              <a:gd name="connsiteX4906" fmla="*/ 3218179 w 12203753"/>
              <a:gd name="connsiteY4906" fmla="*/ 3693903 h 6858000"/>
              <a:gd name="connsiteX4907" fmla="*/ 2647521 w 12203753"/>
              <a:gd name="connsiteY4907" fmla="*/ 3693903 h 6858000"/>
              <a:gd name="connsiteX4908" fmla="*/ 2647585 w 12203753"/>
              <a:gd name="connsiteY4908" fmla="*/ 3693903 h 6858000"/>
              <a:gd name="connsiteX4909" fmla="*/ 2647573 w 12203753"/>
              <a:gd name="connsiteY4909" fmla="*/ 3693926 h 6858000"/>
              <a:gd name="connsiteX4910" fmla="*/ 2427043 w 12203753"/>
              <a:gd name="connsiteY4910" fmla="*/ 3693903 h 6858000"/>
              <a:gd name="connsiteX4911" fmla="*/ 2449673 w 12203753"/>
              <a:gd name="connsiteY4911" fmla="*/ 3733103 h 6858000"/>
              <a:gd name="connsiteX4912" fmla="*/ 2353932 w 12203753"/>
              <a:gd name="connsiteY4912" fmla="*/ 3795632 h 6858000"/>
              <a:gd name="connsiteX4913" fmla="*/ 2251888 w 12203753"/>
              <a:gd name="connsiteY4913" fmla="*/ 3847262 h 6858000"/>
              <a:gd name="connsiteX4914" fmla="*/ 2229258 w 12203753"/>
              <a:gd name="connsiteY4914" fmla="*/ 3808061 h 6858000"/>
              <a:gd name="connsiteX4915" fmla="*/ 2229324 w 12203753"/>
              <a:gd name="connsiteY4915" fmla="*/ 3808061 h 6858000"/>
              <a:gd name="connsiteX4916" fmla="*/ 2325057 w 12203753"/>
              <a:gd name="connsiteY4916" fmla="*/ 3745532 h 6858000"/>
              <a:gd name="connsiteX4917" fmla="*/ 2427043 w 12203753"/>
              <a:gd name="connsiteY4917" fmla="*/ 3693903 h 6858000"/>
              <a:gd name="connsiteX4918" fmla="*/ 1856390 w 12203753"/>
              <a:gd name="connsiteY4918" fmla="*/ 3693903 h 6858000"/>
              <a:gd name="connsiteX4919" fmla="*/ 1856455 w 12203753"/>
              <a:gd name="connsiteY4919" fmla="*/ 3693903 h 6858000"/>
              <a:gd name="connsiteX4920" fmla="*/ 1856440 w 12203753"/>
              <a:gd name="connsiteY4920" fmla="*/ 3693926 h 6858000"/>
              <a:gd name="connsiteX4921" fmla="*/ 1635915 w 12203753"/>
              <a:gd name="connsiteY4921" fmla="*/ 3693903 h 6858000"/>
              <a:gd name="connsiteX4922" fmla="*/ 1658544 w 12203753"/>
              <a:gd name="connsiteY4922" fmla="*/ 3733103 h 6858000"/>
              <a:gd name="connsiteX4923" fmla="*/ 1562806 w 12203753"/>
              <a:gd name="connsiteY4923" fmla="*/ 3795632 h 6858000"/>
              <a:gd name="connsiteX4924" fmla="*/ 1460759 w 12203753"/>
              <a:gd name="connsiteY4924" fmla="*/ 3847262 h 6858000"/>
              <a:gd name="connsiteX4925" fmla="*/ 1438131 w 12203753"/>
              <a:gd name="connsiteY4925" fmla="*/ 3808061 h 6858000"/>
              <a:gd name="connsiteX4926" fmla="*/ 1438196 w 12203753"/>
              <a:gd name="connsiteY4926" fmla="*/ 3808061 h 6858000"/>
              <a:gd name="connsiteX4927" fmla="*/ 1533932 w 12203753"/>
              <a:gd name="connsiteY4927" fmla="*/ 3745532 h 6858000"/>
              <a:gd name="connsiteX4928" fmla="*/ 1635915 w 12203753"/>
              <a:gd name="connsiteY4928" fmla="*/ 3693903 h 6858000"/>
              <a:gd name="connsiteX4929" fmla="*/ 1065317 w 12203753"/>
              <a:gd name="connsiteY4929" fmla="*/ 3693903 h 6858000"/>
              <a:gd name="connsiteX4930" fmla="*/ 1065382 w 12203753"/>
              <a:gd name="connsiteY4930" fmla="*/ 3693903 h 6858000"/>
              <a:gd name="connsiteX4931" fmla="*/ 1065369 w 12203753"/>
              <a:gd name="connsiteY4931" fmla="*/ 3693926 h 6858000"/>
              <a:gd name="connsiteX4932" fmla="*/ 844900 w 12203753"/>
              <a:gd name="connsiteY4932" fmla="*/ 3693903 h 6858000"/>
              <a:gd name="connsiteX4933" fmla="*/ 867526 w 12203753"/>
              <a:gd name="connsiteY4933" fmla="*/ 3733103 h 6858000"/>
              <a:gd name="connsiteX4934" fmla="*/ 771791 w 12203753"/>
              <a:gd name="connsiteY4934" fmla="*/ 3795632 h 6858000"/>
              <a:gd name="connsiteX4935" fmla="*/ 669744 w 12203753"/>
              <a:gd name="connsiteY4935" fmla="*/ 3847262 h 6858000"/>
              <a:gd name="connsiteX4936" fmla="*/ 647116 w 12203753"/>
              <a:gd name="connsiteY4936" fmla="*/ 3808061 h 6858000"/>
              <a:gd name="connsiteX4937" fmla="*/ 742854 w 12203753"/>
              <a:gd name="connsiteY4937" fmla="*/ 3745532 h 6858000"/>
              <a:gd name="connsiteX4938" fmla="*/ 844900 w 12203753"/>
              <a:gd name="connsiteY4938" fmla="*/ 3693903 h 6858000"/>
              <a:gd name="connsiteX4939" fmla="*/ 274178 w 12203753"/>
              <a:gd name="connsiteY4939" fmla="*/ 3693903 h 6858000"/>
              <a:gd name="connsiteX4940" fmla="*/ 274242 w 12203753"/>
              <a:gd name="connsiteY4940" fmla="*/ 3693903 h 6858000"/>
              <a:gd name="connsiteX4941" fmla="*/ 274229 w 12203753"/>
              <a:gd name="connsiteY4941" fmla="*/ 3693926 h 6858000"/>
              <a:gd name="connsiteX4942" fmla="*/ 53706 w 12203753"/>
              <a:gd name="connsiteY4942" fmla="*/ 3693903 h 6858000"/>
              <a:gd name="connsiteX4943" fmla="*/ 76333 w 12203753"/>
              <a:gd name="connsiteY4943" fmla="*/ 3733103 h 6858000"/>
              <a:gd name="connsiteX4944" fmla="*/ 48496 w 12203753"/>
              <a:gd name="connsiteY4944" fmla="*/ 3752799 h 6858000"/>
              <a:gd name="connsiteX4945" fmla="*/ 0 w 12203753"/>
              <a:gd name="connsiteY4945" fmla="*/ 3783392 h 6858000"/>
              <a:gd name="connsiteX4946" fmla="*/ 0 w 12203753"/>
              <a:gd name="connsiteY4946" fmla="*/ 3720121 h 6858000"/>
              <a:gd name="connsiteX4947" fmla="*/ 22745 w 12203753"/>
              <a:gd name="connsiteY4947" fmla="*/ 3708149 h 6858000"/>
              <a:gd name="connsiteX4948" fmla="*/ 53706 w 12203753"/>
              <a:gd name="connsiteY4948" fmla="*/ 3693903 h 6858000"/>
              <a:gd name="connsiteX4949" fmla="*/ 11612508 w 12203753"/>
              <a:gd name="connsiteY4949" fmla="*/ 3542202 h 6858000"/>
              <a:gd name="connsiteX4950" fmla="*/ 11657764 w 12203753"/>
              <a:gd name="connsiteY4950" fmla="*/ 3542202 h 6858000"/>
              <a:gd name="connsiteX4951" fmla="*/ 11664075 w 12203753"/>
              <a:gd name="connsiteY4951" fmla="*/ 3656424 h 6858000"/>
              <a:gd name="connsiteX4952" fmla="*/ 11657764 w 12203753"/>
              <a:gd name="connsiteY4952" fmla="*/ 3770583 h 6858000"/>
              <a:gd name="connsiteX4953" fmla="*/ 11612508 w 12203753"/>
              <a:gd name="connsiteY4953" fmla="*/ 3770583 h 6858000"/>
              <a:gd name="connsiteX4954" fmla="*/ 11606262 w 12203753"/>
              <a:gd name="connsiteY4954" fmla="*/ 3656424 h 6858000"/>
              <a:gd name="connsiteX4955" fmla="*/ 11612508 w 12203753"/>
              <a:gd name="connsiteY4955" fmla="*/ 3542202 h 6858000"/>
              <a:gd name="connsiteX4956" fmla="*/ 10821367 w 12203753"/>
              <a:gd name="connsiteY4956" fmla="*/ 3542202 h 6858000"/>
              <a:gd name="connsiteX4957" fmla="*/ 10866623 w 12203753"/>
              <a:gd name="connsiteY4957" fmla="*/ 3542202 h 6858000"/>
              <a:gd name="connsiteX4958" fmla="*/ 10872933 w 12203753"/>
              <a:gd name="connsiteY4958" fmla="*/ 3656424 h 6858000"/>
              <a:gd name="connsiteX4959" fmla="*/ 10866623 w 12203753"/>
              <a:gd name="connsiteY4959" fmla="*/ 3770583 h 6858000"/>
              <a:gd name="connsiteX4960" fmla="*/ 10821367 w 12203753"/>
              <a:gd name="connsiteY4960" fmla="*/ 3770583 h 6858000"/>
              <a:gd name="connsiteX4961" fmla="*/ 10815121 w 12203753"/>
              <a:gd name="connsiteY4961" fmla="*/ 3656424 h 6858000"/>
              <a:gd name="connsiteX4962" fmla="*/ 10821367 w 12203753"/>
              <a:gd name="connsiteY4962" fmla="*/ 3542202 h 6858000"/>
              <a:gd name="connsiteX4963" fmla="*/ 10030289 w 12203753"/>
              <a:gd name="connsiteY4963" fmla="*/ 3542202 h 6858000"/>
              <a:gd name="connsiteX4964" fmla="*/ 10075481 w 12203753"/>
              <a:gd name="connsiteY4964" fmla="*/ 3542202 h 6858000"/>
              <a:gd name="connsiteX4965" fmla="*/ 10081791 w 12203753"/>
              <a:gd name="connsiteY4965" fmla="*/ 3656424 h 6858000"/>
              <a:gd name="connsiteX4966" fmla="*/ 10075481 w 12203753"/>
              <a:gd name="connsiteY4966" fmla="*/ 3770583 h 6858000"/>
              <a:gd name="connsiteX4967" fmla="*/ 10030289 w 12203753"/>
              <a:gd name="connsiteY4967" fmla="*/ 3770583 h 6858000"/>
              <a:gd name="connsiteX4968" fmla="*/ 10023979 w 12203753"/>
              <a:gd name="connsiteY4968" fmla="*/ 3656424 h 6858000"/>
              <a:gd name="connsiteX4969" fmla="*/ 10030289 w 12203753"/>
              <a:gd name="connsiteY4969" fmla="*/ 3542202 h 6858000"/>
              <a:gd name="connsiteX4970" fmla="*/ 9239147 w 12203753"/>
              <a:gd name="connsiteY4970" fmla="*/ 3542202 h 6858000"/>
              <a:gd name="connsiteX4971" fmla="*/ 9284403 w 12203753"/>
              <a:gd name="connsiteY4971" fmla="*/ 3542202 h 6858000"/>
              <a:gd name="connsiteX4972" fmla="*/ 9290649 w 12203753"/>
              <a:gd name="connsiteY4972" fmla="*/ 3656424 h 6858000"/>
              <a:gd name="connsiteX4973" fmla="*/ 9284403 w 12203753"/>
              <a:gd name="connsiteY4973" fmla="*/ 3770583 h 6858000"/>
              <a:gd name="connsiteX4974" fmla="*/ 9239147 w 12203753"/>
              <a:gd name="connsiteY4974" fmla="*/ 3770583 h 6858000"/>
              <a:gd name="connsiteX4975" fmla="*/ 9232901 w 12203753"/>
              <a:gd name="connsiteY4975" fmla="*/ 3656424 h 6858000"/>
              <a:gd name="connsiteX4976" fmla="*/ 9239147 w 12203753"/>
              <a:gd name="connsiteY4976" fmla="*/ 3542202 h 6858000"/>
              <a:gd name="connsiteX4977" fmla="*/ 8448006 w 12203753"/>
              <a:gd name="connsiteY4977" fmla="*/ 3542202 h 6858000"/>
              <a:gd name="connsiteX4978" fmla="*/ 8493262 w 12203753"/>
              <a:gd name="connsiteY4978" fmla="*/ 3542202 h 6858000"/>
              <a:gd name="connsiteX4979" fmla="*/ 8499508 w 12203753"/>
              <a:gd name="connsiteY4979" fmla="*/ 3656424 h 6858000"/>
              <a:gd name="connsiteX4980" fmla="*/ 8493262 w 12203753"/>
              <a:gd name="connsiteY4980" fmla="*/ 3770583 h 6858000"/>
              <a:gd name="connsiteX4981" fmla="*/ 8448006 w 12203753"/>
              <a:gd name="connsiteY4981" fmla="*/ 3770583 h 6858000"/>
              <a:gd name="connsiteX4982" fmla="*/ 8441760 w 12203753"/>
              <a:gd name="connsiteY4982" fmla="*/ 3656424 h 6858000"/>
              <a:gd name="connsiteX4983" fmla="*/ 8448006 w 12203753"/>
              <a:gd name="connsiteY4983" fmla="*/ 3542202 h 6858000"/>
              <a:gd name="connsiteX4984" fmla="*/ 7656865 w 12203753"/>
              <a:gd name="connsiteY4984" fmla="*/ 3542202 h 6858000"/>
              <a:gd name="connsiteX4985" fmla="*/ 7702121 w 12203753"/>
              <a:gd name="connsiteY4985" fmla="*/ 3542202 h 6858000"/>
              <a:gd name="connsiteX4986" fmla="*/ 7708431 w 12203753"/>
              <a:gd name="connsiteY4986" fmla="*/ 3656424 h 6858000"/>
              <a:gd name="connsiteX4987" fmla="*/ 7702121 w 12203753"/>
              <a:gd name="connsiteY4987" fmla="*/ 3770583 h 6858000"/>
              <a:gd name="connsiteX4988" fmla="*/ 7656865 w 12203753"/>
              <a:gd name="connsiteY4988" fmla="*/ 3770583 h 6858000"/>
              <a:gd name="connsiteX4989" fmla="*/ 7650619 w 12203753"/>
              <a:gd name="connsiteY4989" fmla="*/ 3656424 h 6858000"/>
              <a:gd name="connsiteX4990" fmla="*/ 7656865 w 12203753"/>
              <a:gd name="connsiteY4990" fmla="*/ 3542202 h 6858000"/>
              <a:gd name="connsiteX4991" fmla="*/ 6865787 w 12203753"/>
              <a:gd name="connsiteY4991" fmla="*/ 3542202 h 6858000"/>
              <a:gd name="connsiteX4992" fmla="*/ 6910979 w 12203753"/>
              <a:gd name="connsiteY4992" fmla="*/ 3542202 h 6858000"/>
              <a:gd name="connsiteX4993" fmla="*/ 6917290 w 12203753"/>
              <a:gd name="connsiteY4993" fmla="*/ 3656424 h 6858000"/>
              <a:gd name="connsiteX4994" fmla="*/ 6910979 w 12203753"/>
              <a:gd name="connsiteY4994" fmla="*/ 3770583 h 6858000"/>
              <a:gd name="connsiteX4995" fmla="*/ 6865787 w 12203753"/>
              <a:gd name="connsiteY4995" fmla="*/ 3770583 h 6858000"/>
              <a:gd name="connsiteX4996" fmla="*/ 6859477 w 12203753"/>
              <a:gd name="connsiteY4996" fmla="*/ 3656424 h 6858000"/>
              <a:gd name="connsiteX4997" fmla="*/ 6865787 w 12203753"/>
              <a:gd name="connsiteY4997" fmla="*/ 3542202 h 6858000"/>
              <a:gd name="connsiteX4998" fmla="*/ 6074648 w 12203753"/>
              <a:gd name="connsiteY4998" fmla="*/ 3542202 h 6858000"/>
              <a:gd name="connsiteX4999" fmla="*/ 6119901 w 12203753"/>
              <a:gd name="connsiteY4999" fmla="*/ 3542202 h 6858000"/>
              <a:gd name="connsiteX5000" fmla="*/ 6126212 w 12203753"/>
              <a:gd name="connsiteY5000" fmla="*/ 3656424 h 6858000"/>
              <a:gd name="connsiteX5001" fmla="*/ 6119901 w 12203753"/>
              <a:gd name="connsiteY5001" fmla="*/ 3770583 h 6858000"/>
              <a:gd name="connsiteX5002" fmla="*/ 6074648 w 12203753"/>
              <a:gd name="connsiteY5002" fmla="*/ 3770583 h 6858000"/>
              <a:gd name="connsiteX5003" fmla="*/ 6068400 w 12203753"/>
              <a:gd name="connsiteY5003" fmla="*/ 3656424 h 6858000"/>
              <a:gd name="connsiteX5004" fmla="*/ 6074648 w 12203753"/>
              <a:gd name="connsiteY5004" fmla="*/ 3542202 h 6858000"/>
              <a:gd name="connsiteX5005" fmla="*/ 5283517 w 12203753"/>
              <a:gd name="connsiteY5005" fmla="*/ 3542202 h 6858000"/>
              <a:gd name="connsiteX5006" fmla="*/ 5328774 w 12203753"/>
              <a:gd name="connsiteY5006" fmla="*/ 3542202 h 6858000"/>
              <a:gd name="connsiteX5007" fmla="*/ 5335084 w 12203753"/>
              <a:gd name="connsiteY5007" fmla="*/ 3656424 h 6858000"/>
              <a:gd name="connsiteX5008" fmla="*/ 5328774 w 12203753"/>
              <a:gd name="connsiteY5008" fmla="*/ 3770583 h 6858000"/>
              <a:gd name="connsiteX5009" fmla="*/ 5283517 w 12203753"/>
              <a:gd name="connsiteY5009" fmla="*/ 3770583 h 6858000"/>
              <a:gd name="connsiteX5010" fmla="*/ 5277271 w 12203753"/>
              <a:gd name="connsiteY5010" fmla="*/ 3656424 h 6858000"/>
              <a:gd name="connsiteX5011" fmla="*/ 5283517 w 12203753"/>
              <a:gd name="connsiteY5011" fmla="*/ 3542202 h 6858000"/>
              <a:gd name="connsiteX5012" fmla="*/ 4492377 w 12203753"/>
              <a:gd name="connsiteY5012" fmla="*/ 3542202 h 6858000"/>
              <a:gd name="connsiteX5013" fmla="*/ 4537632 w 12203753"/>
              <a:gd name="connsiteY5013" fmla="*/ 3542202 h 6858000"/>
              <a:gd name="connsiteX5014" fmla="*/ 4543944 w 12203753"/>
              <a:gd name="connsiteY5014" fmla="*/ 3656424 h 6858000"/>
              <a:gd name="connsiteX5015" fmla="*/ 4537632 w 12203753"/>
              <a:gd name="connsiteY5015" fmla="*/ 3770583 h 6858000"/>
              <a:gd name="connsiteX5016" fmla="*/ 4492377 w 12203753"/>
              <a:gd name="connsiteY5016" fmla="*/ 3770583 h 6858000"/>
              <a:gd name="connsiteX5017" fmla="*/ 4486128 w 12203753"/>
              <a:gd name="connsiteY5017" fmla="*/ 3656424 h 6858000"/>
              <a:gd name="connsiteX5018" fmla="*/ 4492377 w 12203753"/>
              <a:gd name="connsiteY5018" fmla="*/ 3542202 h 6858000"/>
              <a:gd name="connsiteX5019" fmla="*/ 3701387 w 12203753"/>
              <a:gd name="connsiteY5019" fmla="*/ 3542202 h 6858000"/>
              <a:gd name="connsiteX5020" fmla="*/ 3746642 w 12203753"/>
              <a:gd name="connsiteY5020" fmla="*/ 3542202 h 6858000"/>
              <a:gd name="connsiteX5021" fmla="*/ 3752953 w 12203753"/>
              <a:gd name="connsiteY5021" fmla="*/ 3656424 h 6858000"/>
              <a:gd name="connsiteX5022" fmla="*/ 3746642 w 12203753"/>
              <a:gd name="connsiteY5022" fmla="*/ 3770583 h 6858000"/>
              <a:gd name="connsiteX5023" fmla="*/ 3701387 w 12203753"/>
              <a:gd name="connsiteY5023" fmla="*/ 3770583 h 6858000"/>
              <a:gd name="connsiteX5024" fmla="*/ 3695075 w 12203753"/>
              <a:gd name="connsiteY5024" fmla="*/ 3656424 h 6858000"/>
              <a:gd name="connsiteX5025" fmla="*/ 3701387 w 12203753"/>
              <a:gd name="connsiteY5025" fmla="*/ 3542202 h 6858000"/>
              <a:gd name="connsiteX5026" fmla="*/ 2910259 w 12203753"/>
              <a:gd name="connsiteY5026" fmla="*/ 3542202 h 6858000"/>
              <a:gd name="connsiteX5027" fmla="*/ 2955512 w 12203753"/>
              <a:gd name="connsiteY5027" fmla="*/ 3542202 h 6858000"/>
              <a:gd name="connsiteX5028" fmla="*/ 2961822 w 12203753"/>
              <a:gd name="connsiteY5028" fmla="*/ 3656424 h 6858000"/>
              <a:gd name="connsiteX5029" fmla="*/ 2955512 w 12203753"/>
              <a:gd name="connsiteY5029" fmla="*/ 3770583 h 6858000"/>
              <a:gd name="connsiteX5030" fmla="*/ 2910259 w 12203753"/>
              <a:gd name="connsiteY5030" fmla="*/ 3770583 h 6858000"/>
              <a:gd name="connsiteX5031" fmla="*/ 2903952 w 12203753"/>
              <a:gd name="connsiteY5031" fmla="*/ 3656424 h 6858000"/>
              <a:gd name="connsiteX5032" fmla="*/ 2910259 w 12203753"/>
              <a:gd name="connsiteY5032" fmla="*/ 3542202 h 6858000"/>
              <a:gd name="connsiteX5033" fmla="*/ 2119119 w 12203753"/>
              <a:gd name="connsiteY5033" fmla="*/ 3542202 h 6858000"/>
              <a:gd name="connsiteX5034" fmla="*/ 2164366 w 12203753"/>
              <a:gd name="connsiteY5034" fmla="*/ 3542202 h 6858000"/>
              <a:gd name="connsiteX5035" fmla="*/ 2170679 w 12203753"/>
              <a:gd name="connsiteY5035" fmla="*/ 3656424 h 6858000"/>
              <a:gd name="connsiteX5036" fmla="*/ 2164366 w 12203753"/>
              <a:gd name="connsiteY5036" fmla="*/ 3770583 h 6858000"/>
              <a:gd name="connsiteX5037" fmla="*/ 2119119 w 12203753"/>
              <a:gd name="connsiteY5037" fmla="*/ 3770583 h 6858000"/>
              <a:gd name="connsiteX5038" fmla="*/ 2112868 w 12203753"/>
              <a:gd name="connsiteY5038" fmla="*/ 3656424 h 6858000"/>
              <a:gd name="connsiteX5039" fmla="*/ 2119119 w 12203753"/>
              <a:gd name="connsiteY5039" fmla="*/ 3542202 h 6858000"/>
              <a:gd name="connsiteX5040" fmla="*/ 1327990 w 12203753"/>
              <a:gd name="connsiteY5040" fmla="*/ 3542202 h 6858000"/>
              <a:gd name="connsiteX5041" fmla="*/ 1373245 w 12203753"/>
              <a:gd name="connsiteY5041" fmla="*/ 3542202 h 6858000"/>
              <a:gd name="connsiteX5042" fmla="*/ 1379556 w 12203753"/>
              <a:gd name="connsiteY5042" fmla="*/ 3656424 h 6858000"/>
              <a:gd name="connsiteX5043" fmla="*/ 1373245 w 12203753"/>
              <a:gd name="connsiteY5043" fmla="*/ 3770583 h 6858000"/>
              <a:gd name="connsiteX5044" fmla="*/ 1327990 w 12203753"/>
              <a:gd name="connsiteY5044" fmla="*/ 3770583 h 6858000"/>
              <a:gd name="connsiteX5045" fmla="*/ 1321744 w 12203753"/>
              <a:gd name="connsiteY5045" fmla="*/ 3656424 h 6858000"/>
              <a:gd name="connsiteX5046" fmla="*/ 1327990 w 12203753"/>
              <a:gd name="connsiteY5046" fmla="*/ 3542202 h 6858000"/>
              <a:gd name="connsiteX5047" fmla="*/ 536912 w 12203753"/>
              <a:gd name="connsiteY5047" fmla="*/ 3542202 h 6858000"/>
              <a:gd name="connsiteX5048" fmla="*/ 582167 w 12203753"/>
              <a:gd name="connsiteY5048" fmla="*/ 3542202 h 6858000"/>
              <a:gd name="connsiteX5049" fmla="*/ 588477 w 12203753"/>
              <a:gd name="connsiteY5049" fmla="*/ 3656424 h 6858000"/>
              <a:gd name="connsiteX5050" fmla="*/ 582167 w 12203753"/>
              <a:gd name="connsiteY5050" fmla="*/ 3770583 h 6858000"/>
              <a:gd name="connsiteX5051" fmla="*/ 536912 w 12203753"/>
              <a:gd name="connsiteY5051" fmla="*/ 3770583 h 6858000"/>
              <a:gd name="connsiteX5052" fmla="*/ 530665 w 12203753"/>
              <a:gd name="connsiteY5052" fmla="*/ 3656424 h 6858000"/>
              <a:gd name="connsiteX5053" fmla="*/ 536912 w 12203753"/>
              <a:gd name="connsiteY5053" fmla="*/ 3542202 h 6858000"/>
              <a:gd name="connsiteX5054" fmla="*/ 0 w 12203753"/>
              <a:gd name="connsiteY5054" fmla="*/ 3529352 h 6858000"/>
              <a:gd name="connsiteX5055" fmla="*/ 48559 w 12203753"/>
              <a:gd name="connsiteY5055" fmla="*/ 3559985 h 6858000"/>
              <a:gd name="connsiteX5056" fmla="*/ 76396 w 12203753"/>
              <a:gd name="connsiteY5056" fmla="*/ 3579681 h 6858000"/>
              <a:gd name="connsiteX5057" fmla="*/ 53769 w 12203753"/>
              <a:gd name="connsiteY5057" fmla="*/ 3618881 h 6858000"/>
              <a:gd name="connsiteX5058" fmla="*/ 22784 w 12203753"/>
              <a:gd name="connsiteY5058" fmla="*/ 3604635 h 6858000"/>
              <a:gd name="connsiteX5059" fmla="*/ 0 w 12203753"/>
              <a:gd name="connsiteY5059" fmla="*/ 3592638 h 6858000"/>
              <a:gd name="connsiteX5060" fmla="*/ 12203753 w 12203753"/>
              <a:gd name="connsiteY5060" fmla="*/ 3523666 h 6858000"/>
              <a:gd name="connsiteX5061" fmla="*/ 12203753 w 12203753"/>
              <a:gd name="connsiteY5061" fmla="*/ 3587898 h 6858000"/>
              <a:gd name="connsiteX5062" fmla="*/ 12171908 w 12203753"/>
              <a:gd name="connsiteY5062" fmla="*/ 3604667 h 6858000"/>
              <a:gd name="connsiteX5063" fmla="*/ 12140914 w 12203753"/>
              <a:gd name="connsiteY5063" fmla="*/ 3618944 h 6858000"/>
              <a:gd name="connsiteX5064" fmla="*/ 12118286 w 12203753"/>
              <a:gd name="connsiteY5064" fmla="*/ 3579744 h 6858000"/>
              <a:gd name="connsiteX5065" fmla="*/ 12118286 w 12203753"/>
              <a:gd name="connsiteY5065" fmla="*/ 3579681 h 6858000"/>
              <a:gd name="connsiteX5066" fmla="*/ 12146132 w 12203753"/>
              <a:gd name="connsiteY5066" fmla="*/ 3559985 h 6858000"/>
              <a:gd name="connsiteX5067" fmla="*/ 5416402 w 12203753"/>
              <a:gd name="connsiteY5067" fmla="*/ 3465545 h 6858000"/>
              <a:gd name="connsiteX5068" fmla="*/ 5424781 w 12203753"/>
              <a:gd name="connsiteY5068" fmla="*/ 3469260 h 6858000"/>
              <a:gd name="connsiteX5069" fmla="*/ 5518395 w 12203753"/>
              <a:gd name="connsiteY5069" fmla="*/ 3517152 h 6858000"/>
              <a:gd name="connsiteX5070" fmla="*/ 5614131 w 12203753"/>
              <a:gd name="connsiteY5070" fmla="*/ 3579681 h 6858000"/>
              <a:gd name="connsiteX5071" fmla="*/ 5591504 w 12203753"/>
              <a:gd name="connsiteY5071" fmla="*/ 3618881 h 6858000"/>
              <a:gd name="connsiteX5072" fmla="*/ 5489521 w 12203753"/>
              <a:gd name="connsiteY5072" fmla="*/ 3567251 h 6858000"/>
              <a:gd name="connsiteX5073" fmla="*/ 5393787 w 12203753"/>
              <a:gd name="connsiteY5073" fmla="*/ 3504722 h 6858000"/>
              <a:gd name="connsiteX5074" fmla="*/ 4625259 w 12203753"/>
              <a:gd name="connsiteY5074" fmla="*/ 3465545 h 6858000"/>
              <a:gd name="connsiteX5075" fmla="*/ 4633642 w 12203753"/>
              <a:gd name="connsiteY5075" fmla="*/ 3469260 h 6858000"/>
              <a:gd name="connsiteX5076" fmla="*/ 4727254 w 12203753"/>
              <a:gd name="connsiteY5076" fmla="*/ 3517152 h 6858000"/>
              <a:gd name="connsiteX5077" fmla="*/ 4822988 w 12203753"/>
              <a:gd name="connsiteY5077" fmla="*/ 3579681 h 6858000"/>
              <a:gd name="connsiteX5078" fmla="*/ 4800366 w 12203753"/>
              <a:gd name="connsiteY5078" fmla="*/ 3618881 h 6858000"/>
              <a:gd name="connsiteX5079" fmla="*/ 4698380 w 12203753"/>
              <a:gd name="connsiteY5079" fmla="*/ 3567251 h 6858000"/>
              <a:gd name="connsiteX5080" fmla="*/ 4602649 w 12203753"/>
              <a:gd name="connsiteY5080" fmla="*/ 3504722 h 6858000"/>
              <a:gd name="connsiteX5081" fmla="*/ 3834266 w 12203753"/>
              <a:gd name="connsiteY5081" fmla="*/ 3465545 h 6858000"/>
              <a:gd name="connsiteX5082" fmla="*/ 3842651 w 12203753"/>
              <a:gd name="connsiteY5082" fmla="*/ 3469260 h 6858000"/>
              <a:gd name="connsiteX5083" fmla="*/ 3936263 w 12203753"/>
              <a:gd name="connsiteY5083" fmla="*/ 3517152 h 6858000"/>
              <a:gd name="connsiteX5084" fmla="*/ 4031992 w 12203753"/>
              <a:gd name="connsiteY5084" fmla="*/ 3579681 h 6858000"/>
              <a:gd name="connsiteX5085" fmla="*/ 4009366 w 12203753"/>
              <a:gd name="connsiteY5085" fmla="*/ 3618881 h 6858000"/>
              <a:gd name="connsiteX5086" fmla="*/ 3907391 w 12203753"/>
              <a:gd name="connsiteY5086" fmla="*/ 3567251 h 6858000"/>
              <a:gd name="connsiteX5087" fmla="*/ 3811651 w 12203753"/>
              <a:gd name="connsiteY5087" fmla="*/ 3504722 h 6858000"/>
              <a:gd name="connsiteX5088" fmla="*/ 3043144 w 12203753"/>
              <a:gd name="connsiteY5088" fmla="*/ 3465545 h 6858000"/>
              <a:gd name="connsiteX5089" fmla="*/ 3051523 w 12203753"/>
              <a:gd name="connsiteY5089" fmla="*/ 3469260 h 6858000"/>
              <a:gd name="connsiteX5090" fmla="*/ 3145144 w 12203753"/>
              <a:gd name="connsiteY5090" fmla="*/ 3517152 h 6858000"/>
              <a:gd name="connsiteX5091" fmla="*/ 3240871 w 12203753"/>
              <a:gd name="connsiteY5091" fmla="*/ 3579681 h 6858000"/>
              <a:gd name="connsiteX5092" fmla="*/ 3218243 w 12203753"/>
              <a:gd name="connsiteY5092" fmla="*/ 3618881 h 6858000"/>
              <a:gd name="connsiteX5093" fmla="*/ 3116268 w 12203753"/>
              <a:gd name="connsiteY5093" fmla="*/ 3567251 h 6858000"/>
              <a:gd name="connsiteX5094" fmla="*/ 3020525 w 12203753"/>
              <a:gd name="connsiteY5094" fmla="*/ 3504722 h 6858000"/>
              <a:gd name="connsiteX5095" fmla="*/ 2252000 w 12203753"/>
              <a:gd name="connsiteY5095" fmla="*/ 3465545 h 6858000"/>
              <a:gd name="connsiteX5096" fmla="*/ 2260383 w 12203753"/>
              <a:gd name="connsiteY5096" fmla="*/ 3469260 h 6858000"/>
              <a:gd name="connsiteX5097" fmla="*/ 2353993 w 12203753"/>
              <a:gd name="connsiteY5097" fmla="*/ 3517152 h 6858000"/>
              <a:gd name="connsiteX5098" fmla="*/ 2449735 w 12203753"/>
              <a:gd name="connsiteY5098" fmla="*/ 3579681 h 6858000"/>
              <a:gd name="connsiteX5099" fmla="*/ 2427108 w 12203753"/>
              <a:gd name="connsiteY5099" fmla="*/ 3618881 h 6858000"/>
              <a:gd name="connsiteX5100" fmla="*/ 2325122 w 12203753"/>
              <a:gd name="connsiteY5100" fmla="*/ 3567251 h 6858000"/>
              <a:gd name="connsiteX5101" fmla="*/ 2229387 w 12203753"/>
              <a:gd name="connsiteY5101" fmla="*/ 3504722 h 6858000"/>
              <a:gd name="connsiteX5102" fmla="*/ 1460873 w 12203753"/>
              <a:gd name="connsiteY5102" fmla="*/ 3465545 h 6858000"/>
              <a:gd name="connsiteX5103" fmla="*/ 1469257 w 12203753"/>
              <a:gd name="connsiteY5103" fmla="*/ 3469260 h 6858000"/>
              <a:gd name="connsiteX5104" fmla="*/ 1562870 w 12203753"/>
              <a:gd name="connsiteY5104" fmla="*/ 3517152 h 6858000"/>
              <a:gd name="connsiteX5105" fmla="*/ 1658607 w 12203753"/>
              <a:gd name="connsiteY5105" fmla="*/ 3579681 h 6858000"/>
              <a:gd name="connsiteX5106" fmla="*/ 1635980 w 12203753"/>
              <a:gd name="connsiteY5106" fmla="*/ 3618881 h 6858000"/>
              <a:gd name="connsiteX5107" fmla="*/ 1533999 w 12203753"/>
              <a:gd name="connsiteY5107" fmla="*/ 3567251 h 6858000"/>
              <a:gd name="connsiteX5108" fmla="*/ 1438259 w 12203753"/>
              <a:gd name="connsiteY5108" fmla="*/ 3504722 h 6858000"/>
              <a:gd name="connsiteX5109" fmla="*/ 669795 w 12203753"/>
              <a:gd name="connsiteY5109" fmla="*/ 3465545 h 6858000"/>
              <a:gd name="connsiteX5110" fmla="*/ 678178 w 12203753"/>
              <a:gd name="connsiteY5110" fmla="*/ 3469260 h 6858000"/>
              <a:gd name="connsiteX5111" fmla="*/ 771792 w 12203753"/>
              <a:gd name="connsiteY5111" fmla="*/ 3517152 h 6858000"/>
              <a:gd name="connsiteX5112" fmla="*/ 867526 w 12203753"/>
              <a:gd name="connsiteY5112" fmla="*/ 3579681 h 6858000"/>
              <a:gd name="connsiteX5113" fmla="*/ 844900 w 12203753"/>
              <a:gd name="connsiteY5113" fmla="*/ 3618881 h 6858000"/>
              <a:gd name="connsiteX5114" fmla="*/ 742918 w 12203753"/>
              <a:gd name="connsiteY5114" fmla="*/ 3567251 h 6858000"/>
              <a:gd name="connsiteX5115" fmla="*/ 647181 w 12203753"/>
              <a:gd name="connsiteY5115" fmla="*/ 3504722 h 6858000"/>
              <a:gd name="connsiteX5116" fmla="*/ 11745343 w 12203753"/>
              <a:gd name="connsiteY5116" fmla="*/ 3465522 h 6858000"/>
              <a:gd name="connsiteX5117" fmla="*/ 11847390 w 12203753"/>
              <a:gd name="connsiteY5117" fmla="*/ 3517152 h 6858000"/>
              <a:gd name="connsiteX5118" fmla="*/ 11943128 w 12203753"/>
              <a:gd name="connsiteY5118" fmla="*/ 3579681 h 6858000"/>
              <a:gd name="connsiteX5119" fmla="*/ 11920501 w 12203753"/>
              <a:gd name="connsiteY5119" fmla="*/ 3618881 h 6858000"/>
              <a:gd name="connsiteX5120" fmla="*/ 11818516 w 12203753"/>
              <a:gd name="connsiteY5120" fmla="*/ 3567251 h 6858000"/>
              <a:gd name="connsiteX5121" fmla="*/ 11722715 w 12203753"/>
              <a:gd name="connsiteY5121" fmla="*/ 3504722 h 6858000"/>
              <a:gd name="connsiteX5122" fmla="*/ 11524930 w 12203753"/>
              <a:gd name="connsiteY5122" fmla="*/ 3465522 h 6858000"/>
              <a:gd name="connsiteX5123" fmla="*/ 11547558 w 12203753"/>
              <a:gd name="connsiteY5123" fmla="*/ 3504722 h 6858000"/>
              <a:gd name="connsiteX5124" fmla="*/ 11451820 w 12203753"/>
              <a:gd name="connsiteY5124" fmla="*/ 3567251 h 6858000"/>
              <a:gd name="connsiteX5125" fmla="*/ 11349836 w 12203753"/>
              <a:gd name="connsiteY5125" fmla="*/ 3618944 h 6858000"/>
              <a:gd name="connsiteX5126" fmla="*/ 11327208 w 12203753"/>
              <a:gd name="connsiteY5126" fmla="*/ 3579744 h 6858000"/>
              <a:gd name="connsiteX5127" fmla="*/ 11327208 w 12203753"/>
              <a:gd name="connsiteY5127" fmla="*/ 3579681 h 6858000"/>
              <a:gd name="connsiteX5128" fmla="*/ 11422946 w 12203753"/>
              <a:gd name="connsiteY5128" fmla="*/ 3517152 h 6858000"/>
              <a:gd name="connsiteX5129" fmla="*/ 11524930 w 12203753"/>
              <a:gd name="connsiteY5129" fmla="*/ 3465522 h 6858000"/>
              <a:gd name="connsiteX5130" fmla="*/ 10954265 w 12203753"/>
              <a:gd name="connsiteY5130" fmla="*/ 3465522 h 6858000"/>
              <a:gd name="connsiteX5131" fmla="*/ 11056249 w 12203753"/>
              <a:gd name="connsiteY5131" fmla="*/ 3517152 h 6858000"/>
              <a:gd name="connsiteX5132" fmla="*/ 11151987 w 12203753"/>
              <a:gd name="connsiteY5132" fmla="*/ 3579681 h 6858000"/>
              <a:gd name="connsiteX5133" fmla="*/ 11129360 w 12203753"/>
              <a:gd name="connsiteY5133" fmla="*/ 3618881 h 6858000"/>
              <a:gd name="connsiteX5134" fmla="*/ 11027376 w 12203753"/>
              <a:gd name="connsiteY5134" fmla="*/ 3567251 h 6858000"/>
              <a:gd name="connsiteX5135" fmla="*/ 10931638 w 12203753"/>
              <a:gd name="connsiteY5135" fmla="*/ 3504722 h 6858000"/>
              <a:gd name="connsiteX5136" fmla="*/ 10733788 w 12203753"/>
              <a:gd name="connsiteY5136" fmla="*/ 3465522 h 6858000"/>
              <a:gd name="connsiteX5137" fmla="*/ 10756416 w 12203753"/>
              <a:gd name="connsiteY5137" fmla="*/ 3504722 h 6858000"/>
              <a:gd name="connsiteX5138" fmla="*/ 10660678 w 12203753"/>
              <a:gd name="connsiteY5138" fmla="*/ 3567251 h 6858000"/>
              <a:gd name="connsiteX5139" fmla="*/ 10558694 w 12203753"/>
              <a:gd name="connsiteY5139" fmla="*/ 3618944 h 6858000"/>
              <a:gd name="connsiteX5140" fmla="*/ 10536066 w 12203753"/>
              <a:gd name="connsiteY5140" fmla="*/ 3579744 h 6858000"/>
              <a:gd name="connsiteX5141" fmla="*/ 10536066 w 12203753"/>
              <a:gd name="connsiteY5141" fmla="*/ 3579681 h 6858000"/>
              <a:gd name="connsiteX5142" fmla="*/ 10631804 w 12203753"/>
              <a:gd name="connsiteY5142" fmla="*/ 3517152 h 6858000"/>
              <a:gd name="connsiteX5143" fmla="*/ 10733788 w 12203753"/>
              <a:gd name="connsiteY5143" fmla="*/ 3465522 h 6858000"/>
              <a:gd name="connsiteX5144" fmla="*/ 10163123 w 12203753"/>
              <a:gd name="connsiteY5144" fmla="*/ 3465522 h 6858000"/>
              <a:gd name="connsiteX5145" fmla="*/ 10265107 w 12203753"/>
              <a:gd name="connsiteY5145" fmla="*/ 3517152 h 6858000"/>
              <a:gd name="connsiteX5146" fmla="*/ 10360845 w 12203753"/>
              <a:gd name="connsiteY5146" fmla="*/ 3579681 h 6858000"/>
              <a:gd name="connsiteX5147" fmla="*/ 10338218 w 12203753"/>
              <a:gd name="connsiteY5147" fmla="*/ 3618881 h 6858000"/>
              <a:gd name="connsiteX5148" fmla="*/ 10236234 w 12203753"/>
              <a:gd name="connsiteY5148" fmla="*/ 3567251 h 6858000"/>
              <a:gd name="connsiteX5149" fmla="*/ 10140496 w 12203753"/>
              <a:gd name="connsiteY5149" fmla="*/ 3504722 h 6858000"/>
              <a:gd name="connsiteX5150" fmla="*/ 9942711 w 12203753"/>
              <a:gd name="connsiteY5150" fmla="*/ 3465522 h 6858000"/>
              <a:gd name="connsiteX5151" fmla="*/ 9965275 w 12203753"/>
              <a:gd name="connsiteY5151" fmla="*/ 3504722 h 6858000"/>
              <a:gd name="connsiteX5152" fmla="*/ 9869601 w 12203753"/>
              <a:gd name="connsiteY5152" fmla="*/ 3567251 h 6858000"/>
              <a:gd name="connsiteX5153" fmla="*/ 9767553 w 12203753"/>
              <a:gd name="connsiteY5153" fmla="*/ 3618944 h 6858000"/>
              <a:gd name="connsiteX5154" fmla="*/ 9744925 w 12203753"/>
              <a:gd name="connsiteY5154" fmla="*/ 3579744 h 6858000"/>
              <a:gd name="connsiteX5155" fmla="*/ 9744925 w 12203753"/>
              <a:gd name="connsiteY5155" fmla="*/ 3579681 h 6858000"/>
              <a:gd name="connsiteX5156" fmla="*/ 9840663 w 12203753"/>
              <a:gd name="connsiteY5156" fmla="*/ 3517152 h 6858000"/>
              <a:gd name="connsiteX5157" fmla="*/ 9942711 w 12203753"/>
              <a:gd name="connsiteY5157" fmla="*/ 3465522 h 6858000"/>
              <a:gd name="connsiteX5158" fmla="*/ 9371982 w 12203753"/>
              <a:gd name="connsiteY5158" fmla="*/ 3465522 h 6858000"/>
              <a:gd name="connsiteX5159" fmla="*/ 9474030 w 12203753"/>
              <a:gd name="connsiteY5159" fmla="*/ 3517152 h 6858000"/>
              <a:gd name="connsiteX5160" fmla="*/ 9569768 w 12203753"/>
              <a:gd name="connsiteY5160" fmla="*/ 3579681 h 6858000"/>
              <a:gd name="connsiteX5161" fmla="*/ 9547140 w 12203753"/>
              <a:gd name="connsiteY5161" fmla="*/ 3618881 h 6858000"/>
              <a:gd name="connsiteX5162" fmla="*/ 9445093 w 12203753"/>
              <a:gd name="connsiteY5162" fmla="*/ 3567251 h 6858000"/>
              <a:gd name="connsiteX5163" fmla="*/ 9349355 w 12203753"/>
              <a:gd name="connsiteY5163" fmla="*/ 3504722 h 6858000"/>
              <a:gd name="connsiteX5164" fmla="*/ 9151570 w 12203753"/>
              <a:gd name="connsiteY5164" fmla="*/ 3465522 h 6858000"/>
              <a:gd name="connsiteX5165" fmla="*/ 9174198 w 12203753"/>
              <a:gd name="connsiteY5165" fmla="*/ 3504722 h 6858000"/>
              <a:gd name="connsiteX5166" fmla="*/ 9078460 w 12203753"/>
              <a:gd name="connsiteY5166" fmla="*/ 3567251 h 6858000"/>
              <a:gd name="connsiteX5167" fmla="*/ 8976412 w 12203753"/>
              <a:gd name="connsiteY5167" fmla="*/ 3618944 h 6858000"/>
              <a:gd name="connsiteX5168" fmla="*/ 8953784 w 12203753"/>
              <a:gd name="connsiteY5168" fmla="*/ 3579744 h 6858000"/>
              <a:gd name="connsiteX5169" fmla="*/ 8953784 w 12203753"/>
              <a:gd name="connsiteY5169" fmla="*/ 3579681 h 6858000"/>
              <a:gd name="connsiteX5170" fmla="*/ 9049585 w 12203753"/>
              <a:gd name="connsiteY5170" fmla="*/ 3517152 h 6858000"/>
              <a:gd name="connsiteX5171" fmla="*/ 9151570 w 12203753"/>
              <a:gd name="connsiteY5171" fmla="*/ 3465522 h 6858000"/>
              <a:gd name="connsiteX5172" fmla="*/ 8580840 w 12203753"/>
              <a:gd name="connsiteY5172" fmla="*/ 3465522 h 6858000"/>
              <a:gd name="connsiteX5173" fmla="*/ 8682888 w 12203753"/>
              <a:gd name="connsiteY5173" fmla="*/ 3517152 h 6858000"/>
              <a:gd name="connsiteX5174" fmla="*/ 8778626 w 12203753"/>
              <a:gd name="connsiteY5174" fmla="*/ 3579681 h 6858000"/>
              <a:gd name="connsiteX5175" fmla="*/ 8755998 w 12203753"/>
              <a:gd name="connsiteY5175" fmla="*/ 3618881 h 6858000"/>
              <a:gd name="connsiteX5176" fmla="*/ 8654014 w 12203753"/>
              <a:gd name="connsiteY5176" fmla="*/ 3567251 h 6858000"/>
              <a:gd name="connsiteX5177" fmla="*/ 8558213 w 12203753"/>
              <a:gd name="connsiteY5177" fmla="*/ 3504722 h 6858000"/>
              <a:gd name="connsiteX5178" fmla="*/ 8360428 w 12203753"/>
              <a:gd name="connsiteY5178" fmla="*/ 3465522 h 6858000"/>
              <a:gd name="connsiteX5179" fmla="*/ 8383056 w 12203753"/>
              <a:gd name="connsiteY5179" fmla="*/ 3504722 h 6858000"/>
              <a:gd name="connsiteX5180" fmla="*/ 8287318 w 12203753"/>
              <a:gd name="connsiteY5180" fmla="*/ 3567251 h 6858000"/>
              <a:gd name="connsiteX5181" fmla="*/ 8185270 w 12203753"/>
              <a:gd name="connsiteY5181" fmla="*/ 3618944 h 6858000"/>
              <a:gd name="connsiteX5182" fmla="*/ 8162642 w 12203753"/>
              <a:gd name="connsiteY5182" fmla="*/ 3579744 h 6858000"/>
              <a:gd name="connsiteX5183" fmla="*/ 8162642 w 12203753"/>
              <a:gd name="connsiteY5183" fmla="*/ 3579681 h 6858000"/>
              <a:gd name="connsiteX5184" fmla="*/ 8258443 w 12203753"/>
              <a:gd name="connsiteY5184" fmla="*/ 3517152 h 6858000"/>
              <a:gd name="connsiteX5185" fmla="*/ 8360428 w 12203753"/>
              <a:gd name="connsiteY5185" fmla="*/ 3465522 h 6858000"/>
              <a:gd name="connsiteX5186" fmla="*/ 7789699 w 12203753"/>
              <a:gd name="connsiteY5186" fmla="*/ 3465522 h 6858000"/>
              <a:gd name="connsiteX5187" fmla="*/ 7891747 w 12203753"/>
              <a:gd name="connsiteY5187" fmla="*/ 3517152 h 6858000"/>
              <a:gd name="connsiteX5188" fmla="*/ 7987485 w 12203753"/>
              <a:gd name="connsiteY5188" fmla="*/ 3579681 h 6858000"/>
              <a:gd name="connsiteX5189" fmla="*/ 7964857 w 12203753"/>
              <a:gd name="connsiteY5189" fmla="*/ 3618881 h 6858000"/>
              <a:gd name="connsiteX5190" fmla="*/ 7862873 w 12203753"/>
              <a:gd name="connsiteY5190" fmla="*/ 3567251 h 6858000"/>
              <a:gd name="connsiteX5191" fmla="*/ 7767072 w 12203753"/>
              <a:gd name="connsiteY5191" fmla="*/ 3504722 h 6858000"/>
              <a:gd name="connsiteX5192" fmla="*/ 7569286 w 12203753"/>
              <a:gd name="connsiteY5192" fmla="*/ 3465522 h 6858000"/>
              <a:gd name="connsiteX5193" fmla="*/ 7591913 w 12203753"/>
              <a:gd name="connsiteY5193" fmla="*/ 3504722 h 6858000"/>
              <a:gd name="connsiteX5194" fmla="*/ 7496176 w 12203753"/>
              <a:gd name="connsiteY5194" fmla="*/ 3567251 h 6858000"/>
              <a:gd name="connsiteX5195" fmla="*/ 7394128 w 12203753"/>
              <a:gd name="connsiteY5195" fmla="*/ 3618944 h 6858000"/>
              <a:gd name="connsiteX5196" fmla="*/ 7371564 w 12203753"/>
              <a:gd name="connsiteY5196" fmla="*/ 3579744 h 6858000"/>
              <a:gd name="connsiteX5197" fmla="*/ 7371564 w 12203753"/>
              <a:gd name="connsiteY5197" fmla="*/ 3579681 h 6858000"/>
              <a:gd name="connsiteX5198" fmla="*/ 7467302 w 12203753"/>
              <a:gd name="connsiteY5198" fmla="*/ 3517152 h 6858000"/>
              <a:gd name="connsiteX5199" fmla="*/ 7569286 w 12203753"/>
              <a:gd name="connsiteY5199" fmla="*/ 3465522 h 6858000"/>
              <a:gd name="connsiteX5200" fmla="*/ 6998558 w 12203753"/>
              <a:gd name="connsiteY5200" fmla="*/ 3465522 h 6858000"/>
              <a:gd name="connsiteX5201" fmla="*/ 7100606 w 12203753"/>
              <a:gd name="connsiteY5201" fmla="*/ 3517152 h 6858000"/>
              <a:gd name="connsiteX5202" fmla="*/ 7196344 w 12203753"/>
              <a:gd name="connsiteY5202" fmla="*/ 3579681 h 6858000"/>
              <a:gd name="connsiteX5203" fmla="*/ 7173716 w 12203753"/>
              <a:gd name="connsiteY5203" fmla="*/ 3618881 h 6858000"/>
              <a:gd name="connsiteX5204" fmla="*/ 7071731 w 12203753"/>
              <a:gd name="connsiteY5204" fmla="*/ 3567251 h 6858000"/>
              <a:gd name="connsiteX5205" fmla="*/ 6975995 w 12203753"/>
              <a:gd name="connsiteY5205" fmla="*/ 3504722 h 6858000"/>
              <a:gd name="connsiteX5206" fmla="*/ 6778210 w 12203753"/>
              <a:gd name="connsiteY5206" fmla="*/ 3465522 h 6858000"/>
              <a:gd name="connsiteX5207" fmla="*/ 6800772 w 12203753"/>
              <a:gd name="connsiteY5207" fmla="*/ 3504722 h 6858000"/>
              <a:gd name="connsiteX5208" fmla="*/ 6705100 w 12203753"/>
              <a:gd name="connsiteY5208" fmla="*/ 3567251 h 6858000"/>
              <a:gd name="connsiteX5209" fmla="*/ 6603052 w 12203753"/>
              <a:gd name="connsiteY5209" fmla="*/ 3618944 h 6858000"/>
              <a:gd name="connsiteX5210" fmla="*/ 6580424 w 12203753"/>
              <a:gd name="connsiteY5210" fmla="*/ 3579744 h 6858000"/>
              <a:gd name="connsiteX5211" fmla="*/ 6580424 w 12203753"/>
              <a:gd name="connsiteY5211" fmla="*/ 3579681 h 6858000"/>
              <a:gd name="connsiteX5212" fmla="*/ 6676161 w 12203753"/>
              <a:gd name="connsiteY5212" fmla="*/ 3517152 h 6858000"/>
              <a:gd name="connsiteX5213" fmla="*/ 6778210 w 12203753"/>
              <a:gd name="connsiteY5213" fmla="*/ 3465522 h 6858000"/>
              <a:gd name="connsiteX5214" fmla="*/ 6207480 w 12203753"/>
              <a:gd name="connsiteY5214" fmla="*/ 3465522 h 6858000"/>
              <a:gd name="connsiteX5215" fmla="*/ 6309528 w 12203753"/>
              <a:gd name="connsiteY5215" fmla="*/ 3517152 h 6858000"/>
              <a:gd name="connsiteX5216" fmla="*/ 6405201 w 12203753"/>
              <a:gd name="connsiteY5216" fmla="*/ 3579681 h 6858000"/>
              <a:gd name="connsiteX5217" fmla="*/ 6382638 w 12203753"/>
              <a:gd name="connsiteY5217" fmla="*/ 3618881 h 6858000"/>
              <a:gd name="connsiteX5218" fmla="*/ 6280590 w 12203753"/>
              <a:gd name="connsiteY5218" fmla="*/ 3567251 h 6858000"/>
              <a:gd name="connsiteX5219" fmla="*/ 6184852 w 12203753"/>
              <a:gd name="connsiteY5219" fmla="*/ 3504722 h 6858000"/>
              <a:gd name="connsiteX5220" fmla="*/ 5987007 w 12203753"/>
              <a:gd name="connsiteY5220" fmla="*/ 3465522 h 6858000"/>
              <a:gd name="connsiteX5221" fmla="*/ 6009633 w 12203753"/>
              <a:gd name="connsiteY5221" fmla="*/ 3504722 h 6858000"/>
              <a:gd name="connsiteX5222" fmla="*/ 5913898 w 12203753"/>
              <a:gd name="connsiteY5222" fmla="*/ 3567251 h 6858000"/>
              <a:gd name="connsiteX5223" fmla="*/ 5811850 w 12203753"/>
              <a:gd name="connsiteY5223" fmla="*/ 3618944 h 6858000"/>
              <a:gd name="connsiteX5224" fmla="*/ 5789224 w 12203753"/>
              <a:gd name="connsiteY5224" fmla="*/ 3579744 h 6858000"/>
              <a:gd name="connsiteX5225" fmla="*/ 5789287 w 12203753"/>
              <a:gd name="connsiteY5225" fmla="*/ 3579681 h 6858000"/>
              <a:gd name="connsiteX5226" fmla="*/ 5885024 w 12203753"/>
              <a:gd name="connsiteY5226" fmla="*/ 3517152 h 6858000"/>
              <a:gd name="connsiteX5227" fmla="*/ 5987007 w 12203753"/>
              <a:gd name="connsiteY5227" fmla="*/ 3465522 h 6858000"/>
              <a:gd name="connsiteX5228" fmla="*/ 5416352 w 12203753"/>
              <a:gd name="connsiteY5228" fmla="*/ 3465522 h 6858000"/>
              <a:gd name="connsiteX5229" fmla="*/ 5416414 w 12203753"/>
              <a:gd name="connsiteY5229" fmla="*/ 3465522 h 6858000"/>
              <a:gd name="connsiteX5230" fmla="*/ 5416402 w 12203753"/>
              <a:gd name="connsiteY5230" fmla="*/ 3465545 h 6858000"/>
              <a:gd name="connsiteX5231" fmla="*/ 5195941 w 12203753"/>
              <a:gd name="connsiteY5231" fmla="*/ 3465522 h 6858000"/>
              <a:gd name="connsiteX5232" fmla="*/ 5218566 w 12203753"/>
              <a:gd name="connsiteY5232" fmla="*/ 3504722 h 6858000"/>
              <a:gd name="connsiteX5233" fmla="*/ 5122827 w 12203753"/>
              <a:gd name="connsiteY5233" fmla="*/ 3567251 h 6858000"/>
              <a:gd name="connsiteX5234" fmla="*/ 5020783 w 12203753"/>
              <a:gd name="connsiteY5234" fmla="*/ 3618944 h 6858000"/>
              <a:gd name="connsiteX5235" fmla="*/ 4998155 w 12203753"/>
              <a:gd name="connsiteY5235" fmla="*/ 3579744 h 6858000"/>
              <a:gd name="connsiteX5236" fmla="*/ 4998215 w 12203753"/>
              <a:gd name="connsiteY5236" fmla="*/ 3579681 h 6858000"/>
              <a:gd name="connsiteX5237" fmla="*/ 5093953 w 12203753"/>
              <a:gd name="connsiteY5237" fmla="*/ 3517152 h 6858000"/>
              <a:gd name="connsiteX5238" fmla="*/ 5195941 w 12203753"/>
              <a:gd name="connsiteY5238" fmla="*/ 3465522 h 6858000"/>
              <a:gd name="connsiteX5239" fmla="*/ 4625211 w 12203753"/>
              <a:gd name="connsiteY5239" fmla="*/ 3465522 h 6858000"/>
              <a:gd name="connsiteX5240" fmla="*/ 4625271 w 12203753"/>
              <a:gd name="connsiteY5240" fmla="*/ 3465522 h 6858000"/>
              <a:gd name="connsiteX5241" fmla="*/ 4625259 w 12203753"/>
              <a:gd name="connsiteY5241" fmla="*/ 3465545 h 6858000"/>
              <a:gd name="connsiteX5242" fmla="*/ 4404792 w 12203753"/>
              <a:gd name="connsiteY5242" fmla="*/ 3465522 h 6858000"/>
              <a:gd name="connsiteX5243" fmla="*/ 4427424 w 12203753"/>
              <a:gd name="connsiteY5243" fmla="*/ 3504722 h 6858000"/>
              <a:gd name="connsiteX5244" fmla="*/ 4331686 w 12203753"/>
              <a:gd name="connsiteY5244" fmla="*/ 3567251 h 6858000"/>
              <a:gd name="connsiteX5245" fmla="*/ 4229635 w 12203753"/>
              <a:gd name="connsiteY5245" fmla="*/ 3618944 h 6858000"/>
              <a:gd name="connsiteX5246" fmla="*/ 4207009 w 12203753"/>
              <a:gd name="connsiteY5246" fmla="*/ 3579744 h 6858000"/>
              <a:gd name="connsiteX5247" fmla="*/ 4207074 w 12203753"/>
              <a:gd name="connsiteY5247" fmla="*/ 3579681 h 6858000"/>
              <a:gd name="connsiteX5248" fmla="*/ 4302809 w 12203753"/>
              <a:gd name="connsiteY5248" fmla="*/ 3517152 h 6858000"/>
              <a:gd name="connsiteX5249" fmla="*/ 4404792 w 12203753"/>
              <a:gd name="connsiteY5249" fmla="*/ 3465522 h 6858000"/>
              <a:gd name="connsiteX5250" fmla="*/ 3834218 w 12203753"/>
              <a:gd name="connsiteY5250" fmla="*/ 3465522 h 6858000"/>
              <a:gd name="connsiteX5251" fmla="*/ 3834279 w 12203753"/>
              <a:gd name="connsiteY5251" fmla="*/ 3465522 h 6858000"/>
              <a:gd name="connsiteX5252" fmla="*/ 3834266 w 12203753"/>
              <a:gd name="connsiteY5252" fmla="*/ 3465545 h 6858000"/>
              <a:gd name="connsiteX5253" fmla="*/ 3613742 w 12203753"/>
              <a:gd name="connsiteY5253" fmla="*/ 3465522 h 6858000"/>
              <a:gd name="connsiteX5254" fmla="*/ 3636372 w 12203753"/>
              <a:gd name="connsiteY5254" fmla="*/ 3504722 h 6858000"/>
              <a:gd name="connsiteX5255" fmla="*/ 3540639 w 12203753"/>
              <a:gd name="connsiteY5255" fmla="*/ 3567251 h 6858000"/>
              <a:gd name="connsiteX5256" fmla="*/ 3438588 w 12203753"/>
              <a:gd name="connsiteY5256" fmla="*/ 3618944 h 6858000"/>
              <a:gd name="connsiteX5257" fmla="*/ 3415959 w 12203753"/>
              <a:gd name="connsiteY5257" fmla="*/ 3579744 h 6858000"/>
              <a:gd name="connsiteX5258" fmla="*/ 3416027 w 12203753"/>
              <a:gd name="connsiteY5258" fmla="*/ 3579681 h 6858000"/>
              <a:gd name="connsiteX5259" fmla="*/ 3511767 w 12203753"/>
              <a:gd name="connsiteY5259" fmla="*/ 3517152 h 6858000"/>
              <a:gd name="connsiteX5260" fmla="*/ 3613742 w 12203753"/>
              <a:gd name="connsiteY5260" fmla="*/ 3465522 h 6858000"/>
              <a:gd name="connsiteX5261" fmla="*/ 3043094 w 12203753"/>
              <a:gd name="connsiteY5261" fmla="*/ 3465522 h 6858000"/>
              <a:gd name="connsiteX5262" fmla="*/ 3043156 w 12203753"/>
              <a:gd name="connsiteY5262" fmla="*/ 3465522 h 6858000"/>
              <a:gd name="connsiteX5263" fmla="*/ 3043144 w 12203753"/>
              <a:gd name="connsiteY5263" fmla="*/ 3465545 h 6858000"/>
              <a:gd name="connsiteX5264" fmla="*/ 2822615 w 12203753"/>
              <a:gd name="connsiteY5264" fmla="*/ 3465522 h 6858000"/>
              <a:gd name="connsiteX5265" fmla="*/ 2845242 w 12203753"/>
              <a:gd name="connsiteY5265" fmla="*/ 3504722 h 6858000"/>
              <a:gd name="connsiteX5266" fmla="*/ 2749503 w 12203753"/>
              <a:gd name="connsiteY5266" fmla="*/ 3567251 h 6858000"/>
              <a:gd name="connsiteX5267" fmla="*/ 2647458 w 12203753"/>
              <a:gd name="connsiteY5267" fmla="*/ 3618944 h 6858000"/>
              <a:gd name="connsiteX5268" fmla="*/ 2624830 w 12203753"/>
              <a:gd name="connsiteY5268" fmla="*/ 3579744 h 6858000"/>
              <a:gd name="connsiteX5269" fmla="*/ 2624892 w 12203753"/>
              <a:gd name="connsiteY5269" fmla="*/ 3579681 h 6858000"/>
              <a:gd name="connsiteX5270" fmla="*/ 2720633 w 12203753"/>
              <a:gd name="connsiteY5270" fmla="*/ 3517152 h 6858000"/>
              <a:gd name="connsiteX5271" fmla="*/ 2822615 w 12203753"/>
              <a:gd name="connsiteY5271" fmla="*/ 3465522 h 6858000"/>
              <a:gd name="connsiteX5272" fmla="*/ 2251951 w 12203753"/>
              <a:gd name="connsiteY5272" fmla="*/ 3465522 h 6858000"/>
              <a:gd name="connsiteX5273" fmla="*/ 2252012 w 12203753"/>
              <a:gd name="connsiteY5273" fmla="*/ 3465522 h 6858000"/>
              <a:gd name="connsiteX5274" fmla="*/ 2252000 w 12203753"/>
              <a:gd name="connsiteY5274" fmla="*/ 3465545 h 6858000"/>
              <a:gd name="connsiteX5275" fmla="*/ 2031482 w 12203753"/>
              <a:gd name="connsiteY5275" fmla="*/ 3465522 h 6858000"/>
              <a:gd name="connsiteX5276" fmla="*/ 2054113 w 12203753"/>
              <a:gd name="connsiteY5276" fmla="*/ 3504722 h 6858000"/>
              <a:gd name="connsiteX5277" fmla="*/ 1958376 w 12203753"/>
              <a:gd name="connsiteY5277" fmla="*/ 3567251 h 6858000"/>
              <a:gd name="connsiteX5278" fmla="*/ 1856328 w 12203753"/>
              <a:gd name="connsiteY5278" fmla="*/ 3618944 h 6858000"/>
              <a:gd name="connsiteX5279" fmla="*/ 1833699 w 12203753"/>
              <a:gd name="connsiteY5279" fmla="*/ 3579744 h 6858000"/>
              <a:gd name="connsiteX5280" fmla="*/ 1833765 w 12203753"/>
              <a:gd name="connsiteY5280" fmla="*/ 3579681 h 6858000"/>
              <a:gd name="connsiteX5281" fmla="*/ 1929500 w 12203753"/>
              <a:gd name="connsiteY5281" fmla="*/ 3517152 h 6858000"/>
              <a:gd name="connsiteX5282" fmla="*/ 2031482 w 12203753"/>
              <a:gd name="connsiteY5282" fmla="*/ 3465522 h 6858000"/>
              <a:gd name="connsiteX5283" fmla="*/ 1460821 w 12203753"/>
              <a:gd name="connsiteY5283" fmla="*/ 3465522 h 6858000"/>
              <a:gd name="connsiteX5284" fmla="*/ 1460890 w 12203753"/>
              <a:gd name="connsiteY5284" fmla="*/ 3465522 h 6858000"/>
              <a:gd name="connsiteX5285" fmla="*/ 1460873 w 12203753"/>
              <a:gd name="connsiteY5285" fmla="*/ 3465545 h 6858000"/>
              <a:gd name="connsiteX5286" fmla="*/ 1240411 w 12203753"/>
              <a:gd name="connsiteY5286" fmla="*/ 3465522 h 6858000"/>
              <a:gd name="connsiteX5287" fmla="*/ 1263039 w 12203753"/>
              <a:gd name="connsiteY5287" fmla="*/ 3504722 h 6858000"/>
              <a:gd name="connsiteX5288" fmla="*/ 1167301 w 12203753"/>
              <a:gd name="connsiteY5288" fmla="*/ 3567251 h 6858000"/>
              <a:gd name="connsiteX5289" fmla="*/ 1065253 w 12203753"/>
              <a:gd name="connsiteY5289" fmla="*/ 3618944 h 6858000"/>
              <a:gd name="connsiteX5290" fmla="*/ 1042617 w 12203753"/>
              <a:gd name="connsiteY5290" fmla="*/ 3579744 h 6858000"/>
              <a:gd name="connsiteX5291" fmla="*/ 1042681 w 12203753"/>
              <a:gd name="connsiteY5291" fmla="*/ 3579681 h 6858000"/>
              <a:gd name="connsiteX5292" fmla="*/ 1138424 w 12203753"/>
              <a:gd name="connsiteY5292" fmla="*/ 3517152 h 6858000"/>
              <a:gd name="connsiteX5293" fmla="*/ 1240411 w 12203753"/>
              <a:gd name="connsiteY5293" fmla="*/ 3465522 h 6858000"/>
              <a:gd name="connsiteX5294" fmla="*/ 669744 w 12203753"/>
              <a:gd name="connsiteY5294" fmla="*/ 3465522 h 6858000"/>
              <a:gd name="connsiteX5295" fmla="*/ 669808 w 12203753"/>
              <a:gd name="connsiteY5295" fmla="*/ 3465522 h 6858000"/>
              <a:gd name="connsiteX5296" fmla="*/ 669795 w 12203753"/>
              <a:gd name="connsiteY5296" fmla="*/ 3465545 h 6858000"/>
              <a:gd name="connsiteX5297" fmla="*/ 449268 w 12203753"/>
              <a:gd name="connsiteY5297" fmla="*/ 3465522 h 6858000"/>
              <a:gd name="connsiteX5298" fmla="*/ 471896 w 12203753"/>
              <a:gd name="connsiteY5298" fmla="*/ 3504722 h 6858000"/>
              <a:gd name="connsiteX5299" fmla="*/ 376162 w 12203753"/>
              <a:gd name="connsiteY5299" fmla="*/ 3567251 h 6858000"/>
              <a:gd name="connsiteX5300" fmla="*/ 274116 w 12203753"/>
              <a:gd name="connsiteY5300" fmla="*/ 3618944 h 6858000"/>
              <a:gd name="connsiteX5301" fmla="*/ 251487 w 12203753"/>
              <a:gd name="connsiteY5301" fmla="*/ 3579744 h 6858000"/>
              <a:gd name="connsiteX5302" fmla="*/ 251551 w 12203753"/>
              <a:gd name="connsiteY5302" fmla="*/ 3579681 h 6858000"/>
              <a:gd name="connsiteX5303" fmla="*/ 347288 w 12203753"/>
              <a:gd name="connsiteY5303" fmla="*/ 3517152 h 6858000"/>
              <a:gd name="connsiteX5304" fmla="*/ 449268 w 12203753"/>
              <a:gd name="connsiteY5304" fmla="*/ 3465522 h 6858000"/>
              <a:gd name="connsiteX5305" fmla="*/ 932415 w 12203753"/>
              <a:gd name="connsiteY5305" fmla="*/ 3313920 h 6858000"/>
              <a:gd name="connsiteX5306" fmla="*/ 977669 w 12203753"/>
              <a:gd name="connsiteY5306" fmla="*/ 3313920 h 6858000"/>
              <a:gd name="connsiteX5307" fmla="*/ 983979 w 12203753"/>
              <a:gd name="connsiteY5307" fmla="*/ 3428043 h 6858000"/>
              <a:gd name="connsiteX5308" fmla="*/ 977669 w 12203753"/>
              <a:gd name="connsiteY5308" fmla="*/ 3542202 h 6858000"/>
              <a:gd name="connsiteX5309" fmla="*/ 932415 w 12203753"/>
              <a:gd name="connsiteY5309" fmla="*/ 3542202 h 6858000"/>
              <a:gd name="connsiteX5310" fmla="*/ 926168 w 12203753"/>
              <a:gd name="connsiteY5310" fmla="*/ 3428043 h 6858000"/>
              <a:gd name="connsiteX5311" fmla="*/ 932415 w 12203753"/>
              <a:gd name="connsiteY5311" fmla="*/ 3313920 h 6858000"/>
              <a:gd name="connsiteX5312" fmla="*/ 141346 w 12203753"/>
              <a:gd name="connsiteY5312" fmla="*/ 3313920 h 6858000"/>
              <a:gd name="connsiteX5313" fmla="*/ 186600 w 12203753"/>
              <a:gd name="connsiteY5313" fmla="*/ 3313920 h 6858000"/>
              <a:gd name="connsiteX5314" fmla="*/ 192910 w 12203753"/>
              <a:gd name="connsiteY5314" fmla="*/ 3428043 h 6858000"/>
              <a:gd name="connsiteX5315" fmla="*/ 186600 w 12203753"/>
              <a:gd name="connsiteY5315" fmla="*/ 3542202 h 6858000"/>
              <a:gd name="connsiteX5316" fmla="*/ 141346 w 12203753"/>
              <a:gd name="connsiteY5316" fmla="*/ 3542202 h 6858000"/>
              <a:gd name="connsiteX5317" fmla="*/ 135099 w 12203753"/>
              <a:gd name="connsiteY5317" fmla="*/ 3428043 h 6858000"/>
              <a:gd name="connsiteX5318" fmla="*/ 141346 w 12203753"/>
              <a:gd name="connsiteY5318" fmla="*/ 3313920 h 6858000"/>
              <a:gd name="connsiteX5319" fmla="*/ 1723556 w 12203753"/>
              <a:gd name="connsiteY5319" fmla="*/ 3313908 h 6858000"/>
              <a:gd name="connsiteX5320" fmla="*/ 1768814 w 12203753"/>
              <a:gd name="connsiteY5320" fmla="*/ 3313908 h 6858000"/>
              <a:gd name="connsiteX5321" fmla="*/ 1775125 w 12203753"/>
              <a:gd name="connsiteY5321" fmla="*/ 3428043 h 6858000"/>
              <a:gd name="connsiteX5322" fmla="*/ 1768814 w 12203753"/>
              <a:gd name="connsiteY5322" fmla="*/ 3542202 h 6858000"/>
              <a:gd name="connsiteX5323" fmla="*/ 1723556 w 12203753"/>
              <a:gd name="connsiteY5323" fmla="*/ 3542202 h 6858000"/>
              <a:gd name="connsiteX5324" fmla="*/ 1717247 w 12203753"/>
              <a:gd name="connsiteY5324" fmla="*/ 3428043 h 6858000"/>
              <a:gd name="connsiteX5325" fmla="*/ 1723556 w 12203753"/>
              <a:gd name="connsiteY5325" fmla="*/ 3313908 h 6858000"/>
              <a:gd name="connsiteX5326" fmla="*/ 2514689 w 12203753"/>
              <a:gd name="connsiteY5326" fmla="*/ 3313902 h 6858000"/>
              <a:gd name="connsiteX5327" fmla="*/ 2559944 w 12203753"/>
              <a:gd name="connsiteY5327" fmla="*/ 3313902 h 6858000"/>
              <a:gd name="connsiteX5328" fmla="*/ 2566255 w 12203753"/>
              <a:gd name="connsiteY5328" fmla="*/ 3428043 h 6858000"/>
              <a:gd name="connsiteX5329" fmla="*/ 2559944 w 12203753"/>
              <a:gd name="connsiteY5329" fmla="*/ 3542202 h 6858000"/>
              <a:gd name="connsiteX5330" fmla="*/ 2514689 w 12203753"/>
              <a:gd name="connsiteY5330" fmla="*/ 3542202 h 6858000"/>
              <a:gd name="connsiteX5331" fmla="*/ 2508444 w 12203753"/>
              <a:gd name="connsiteY5331" fmla="*/ 3428043 h 6858000"/>
              <a:gd name="connsiteX5332" fmla="*/ 2514689 w 12203753"/>
              <a:gd name="connsiteY5332" fmla="*/ 3313902 h 6858000"/>
              <a:gd name="connsiteX5333" fmla="*/ 3305820 w 12203753"/>
              <a:gd name="connsiteY5333" fmla="*/ 3313896 h 6858000"/>
              <a:gd name="connsiteX5334" fmla="*/ 3351078 w 12203753"/>
              <a:gd name="connsiteY5334" fmla="*/ 3313896 h 6858000"/>
              <a:gd name="connsiteX5335" fmla="*/ 3357385 w 12203753"/>
              <a:gd name="connsiteY5335" fmla="*/ 3428043 h 6858000"/>
              <a:gd name="connsiteX5336" fmla="*/ 3351078 w 12203753"/>
              <a:gd name="connsiteY5336" fmla="*/ 3542202 h 6858000"/>
              <a:gd name="connsiteX5337" fmla="*/ 3305820 w 12203753"/>
              <a:gd name="connsiteY5337" fmla="*/ 3542202 h 6858000"/>
              <a:gd name="connsiteX5338" fmla="*/ 3299575 w 12203753"/>
              <a:gd name="connsiteY5338" fmla="*/ 3428043 h 6858000"/>
              <a:gd name="connsiteX5339" fmla="*/ 3305820 w 12203753"/>
              <a:gd name="connsiteY5339" fmla="*/ 3313896 h 6858000"/>
              <a:gd name="connsiteX5340" fmla="*/ 4096880 w 12203753"/>
              <a:gd name="connsiteY5340" fmla="*/ 3313890 h 6858000"/>
              <a:gd name="connsiteX5341" fmla="*/ 4142136 w 12203753"/>
              <a:gd name="connsiteY5341" fmla="*/ 3313890 h 6858000"/>
              <a:gd name="connsiteX5342" fmla="*/ 4148446 w 12203753"/>
              <a:gd name="connsiteY5342" fmla="*/ 3428043 h 6858000"/>
              <a:gd name="connsiteX5343" fmla="*/ 4142136 w 12203753"/>
              <a:gd name="connsiteY5343" fmla="*/ 3542202 h 6858000"/>
              <a:gd name="connsiteX5344" fmla="*/ 4096880 w 12203753"/>
              <a:gd name="connsiteY5344" fmla="*/ 3542202 h 6858000"/>
              <a:gd name="connsiteX5345" fmla="*/ 4090633 w 12203753"/>
              <a:gd name="connsiteY5345" fmla="*/ 3428043 h 6858000"/>
              <a:gd name="connsiteX5346" fmla="*/ 4096880 w 12203753"/>
              <a:gd name="connsiteY5346" fmla="*/ 3313890 h 6858000"/>
              <a:gd name="connsiteX5347" fmla="*/ 4887944 w 12203753"/>
              <a:gd name="connsiteY5347" fmla="*/ 3313884 h 6858000"/>
              <a:gd name="connsiteX5348" fmla="*/ 4933198 w 12203753"/>
              <a:gd name="connsiteY5348" fmla="*/ 3313884 h 6858000"/>
              <a:gd name="connsiteX5349" fmla="*/ 4939507 w 12203753"/>
              <a:gd name="connsiteY5349" fmla="*/ 3428043 h 6858000"/>
              <a:gd name="connsiteX5350" fmla="*/ 4933198 w 12203753"/>
              <a:gd name="connsiteY5350" fmla="*/ 3542202 h 6858000"/>
              <a:gd name="connsiteX5351" fmla="*/ 4887944 w 12203753"/>
              <a:gd name="connsiteY5351" fmla="*/ 3542202 h 6858000"/>
              <a:gd name="connsiteX5352" fmla="*/ 4881696 w 12203753"/>
              <a:gd name="connsiteY5352" fmla="*/ 3428043 h 6858000"/>
              <a:gd name="connsiteX5353" fmla="*/ 4887944 w 12203753"/>
              <a:gd name="connsiteY5353" fmla="*/ 3313884 h 6858000"/>
              <a:gd name="connsiteX5354" fmla="*/ 5679084 w 12203753"/>
              <a:gd name="connsiteY5354" fmla="*/ 3313878 h 6858000"/>
              <a:gd name="connsiteX5355" fmla="*/ 5724338 w 12203753"/>
              <a:gd name="connsiteY5355" fmla="*/ 3313878 h 6858000"/>
              <a:gd name="connsiteX5356" fmla="*/ 5730645 w 12203753"/>
              <a:gd name="connsiteY5356" fmla="*/ 3428043 h 6858000"/>
              <a:gd name="connsiteX5357" fmla="*/ 5724338 w 12203753"/>
              <a:gd name="connsiteY5357" fmla="*/ 3542202 h 6858000"/>
              <a:gd name="connsiteX5358" fmla="*/ 5679084 w 12203753"/>
              <a:gd name="connsiteY5358" fmla="*/ 3542202 h 6858000"/>
              <a:gd name="connsiteX5359" fmla="*/ 5672769 w 12203753"/>
              <a:gd name="connsiteY5359" fmla="*/ 3428043 h 6858000"/>
              <a:gd name="connsiteX5360" fmla="*/ 5679084 w 12203753"/>
              <a:gd name="connsiteY5360" fmla="*/ 3313878 h 6858000"/>
              <a:gd name="connsiteX5361" fmla="*/ 6470217 w 12203753"/>
              <a:gd name="connsiteY5361" fmla="*/ 3313870 h 6858000"/>
              <a:gd name="connsiteX5362" fmla="*/ 6515408 w 12203753"/>
              <a:gd name="connsiteY5362" fmla="*/ 3313870 h 6858000"/>
              <a:gd name="connsiteX5363" fmla="*/ 6521719 w 12203753"/>
              <a:gd name="connsiteY5363" fmla="*/ 3428043 h 6858000"/>
              <a:gd name="connsiteX5364" fmla="*/ 6515408 w 12203753"/>
              <a:gd name="connsiteY5364" fmla="*/ 3542202 h 6858000"/>
              <a:gd name="connsiteX5365" fmla="*/ 6470217 w 12203753"/>
              <a:gd name="connsiteY5365" fmla="*/ 3542202 h 6858000"/>
              <a:gd name="connsiteX5366" fmla="*/ 6463906 w 12203753"/>
              <a:gd name="connsiteY5366" fmla="*/ 3428043 h 6858000"/>
              <a:gd name="connsiteX5367" fmla="*/ 6470217 w 12203753"/>
              <a:gd name="connsiteY5367" fmla="*/ 3313870 h 6858000"/>
              <a:gd name="connsiteX5368" fmla="*/ 7261293 w 12203753"/>
              <a:gd name="connsiteY5368" fmla="*/ 3313866 h 6858000"/>
              <a:gd name="connsiteX5369" fmla="*/ 7306549 w 12203753"/>
              <a:gd name="connsiteY5369" fmla="*/ 3313866 h 6858000"/>
              <a:gd name="connsiteX5370" fmla="*/ 7312860 w 12203753"/>
              <a:gd name="connsiteY5370" fmla="*/ 3428043 h 6858000"/>
              <a:gd name="connsiteX5371" fmla="*/ 7306549 w 12203753"/>
              <a:gd name="connsiteY5371" fmla="*/ 3542202 h 6858000"/>
              <a:gd name="connsiteX5372" fmla="*/ 7261293 w 12203753"/>
              <a:gd name="connsiteY5372" fmla="*/ 3542202 h 6858000"/>
              <a:gd name="connsiteX5373" fmla="*/ 7255047 w 12203753"/>
              <a:gd name="connsiteY5373" fmla="*/ 3428043 h 6858000"/>
              <a:gd name="connsiteX5374" fmla="*/ 7261293 w 12203753"/>
              <a:gd name="connsiteY5374" fmla="*/ 3313866 h 6858000"/>
              <a:gd name="connsiteX5375" fmla="*/ 8052435 w 12203753"/>
              <a:gd name="connsiteY5375" fmla="*/ 3313860 h 6858000"/>
              <a:gd name="connsiteX5376" fmla="*/ 8097691 w 12203753"/>
              <a:gd name="connsiteY5376" fmla="*/ 3313860 h 6858000"/>
              <a:gd name="connsiteX5377" fmla="*/ 8103938 w 12203753"/>
              <a:gd name="connsiteY5377" fmla="*/ 3428043 h 6858000"/>
              <a:gd name="connsiteX5378" fmla="*/ 8097691 w 12203753"/>
              <a:gd name="connsiteY5378" fmla="*/ 3542202 h 6858000"/>
              <a:gd name="connsiteX5379" fmla="*/ 8052435 w 12203753"/>
              <a:gd name="connsiteY5379" fmla="*/ 3542202 h 6858000"/>
              <a:gd name="connsiteX5380" fmla="*/ 8046189 w 12203753"/>
              <a:gd name="connsiteY5380" fmla="*/ 3428043 h 6858000"/>
              <a:gd name="connsiteX5381" fmla="*/ 8052435 w 12203753"/>
              <a:gd name="connsiteY5381" fmla="*/ 3313860 h 6858000"/>
              <a:gd name="connsiteX5382" fmla="*/ 8843577 w 12203753"/>
              <a:gd name="connsiteY5382" fmla="*/ 3313852 h 6858000"/>
              <a:gd name="connsiteX5383" fmla="*/ 8888832 w 12203753"/>
              <a:gd name="connsiteY5383" fmla="*/ 3313852 h 6858000"/>
              <a:gd name="connsiteX5384" fmla="*/ 8895079 w 12203753"/>
              <a:gd name="connsiteY5384" fmla="*/ 3428043 h 6858000"/>
              <a:gd name="connsiteX5385" fmla="*/ 8888832 w 12203753"/>
              <a:gd name="connsiteY5385" fmla="*/ 3542202 h 6858000"/>
              <a:gd name="connsiteX5386" fmla="*/ 8843577 w 12203753"/>
              <a:gd name="connsiteY5386" fmla="*/ 3542202 h 6858000"/>
              <a:gd name="connsiteX5387" fmla="*/ 8837330 w 12203753"/>
              <a:gd name="connsiteY5387" fmla="*/ 3428043 h 6858000"/>
              <a:gd name="connsiteX5388" fmla="*/ 8843577 w 12203753"/>
              <a:gd name="connsiteY5388" fmla="*/ 3313852 h 6858000"/>
              <a:gd name="connsiteX5389" fmla="*/ 9634719 w 12203753"/>
              <a:gd name="connsiteY5389" fmla="*/ 3313846 h 6858000"/>
              <a:gd name="connsiteX5390" fmla="*/ 9679910 w 12203753"/>
              <a:gd name="connsiteY5390" fmla="*/ 3313846 h 6858000"/>
              <a:gd name="connsiteX5391" fmla="*/ 9686221 w 12203753"/>
              <a:gd name="connsiteY5391" fmla="*/ 3428043 h 6858000"/>
              <a:gd name="connsiteX5392" fmla="*/ 9679910 w 12203753"/>
              <a:gd name="connsiteY5392" fmla="*/ 3542202 h 6858000"/>
              <a:gd name="connsiteX5393" fmla="*/ 9634719 w 12203753"/>
              <a:gd name="connsiteY5393" fmla="*/ 3542202 h 6858000"/>
              <a:gd name="connsiteX5394" fmla="*/ 9628408 w 12203753"/>
              <a:gd name="connsiteY5394" fmla="*/ 3428043 h 6858000"/>
              <a:gd name="connsiteX5395" fmla="*/ 9634719 w 12203753"/>
              <a:gd name="connsiteY5395" fmla="*/ 3313846 h 6858000"/>
              <a:gd name="connsiteX5396" fmla="*/ 10425796 w 12203753"/>
              <a:gd name="connsiteY5396" fmla="*/ 3313841 h 6858000"/>
              <a:gd name="connsiteX5397" fmla="*/ 10471052 w 12203753"/>
              <a:gd name="connsiteY5397" fmla="*/ 3313841 h 6858000"/>
              <a:gd name="connsiteX5398" fmla="*/ 10477362 w 12203753"/>
              <a:gd name="connsiteY5398" fmla="*/ 3428043 h 6858000"/>
              <a:gd name="connsiteX5399" fmla="*/ 10471052 w 12203753"/>
              <a:gd name="connsiteY5399" fmla="*/ 3542202 h 6858000"/>
              <a:gd name="connsiteX5400" fmla="*/ 10425796 w 12203753"/>
              <a:gd name="connsiteY5400" fmla="*/ 3542202 h 6858000"/>
              <a:gd name="connsiteX5401" fmla="*/ 10419550 w 12203753"/>
              <a:gd name="connsiteY5401" fmla="*/ 3428043 h 6858000"/>
              <a:gd name="connsiteX5402" fmla="*/ 10425796 w 12203753"/>
              <a:gd name="connsiteY5402" fmla="*/ 3313841 h 6858000"/>
              <a:gd name="connsiteX5403" fmla="*/ 11216938 w 12203753"/>
              <a:gd name="connsiteY5403" fmla="*/ 3313832 h 6858000"/>
              <a:gd name="connsiteX5404" fmla="*/ 11262194 w 12203753"/>
              <a:gd name="connsiteY5404" fmla="*/ 3313832 h 6858000"/>
              <a:gd name="connsiteX5405" fmla="*/ 11268504 w 12203753"/>
              <a:gd name="connsiteY5405" fmla="*/ 3428043 h 6858000"/>
              <a:gd name="connsiteX5406" fmla="*/ 11262194 w 12203753"/>
              <a:gd name="connsiteY5406" fmla="*/ 3542202 h 6858000"/>
              <a:gd name="connsiteX5407" fmla="*/ 11216938 w 12203753"/>
              <a:gd name="connsiteY5407" fmla="*/ 3542202 h 6858000"/>
              <a:gd name="connsiteX5408" fmla="*/ 11210692 w 12203753"/>
              <a:gd name="connsiteY5408" fmla="*/ 3428043 h 6858000"/>
              <a:gd name="connsiteX5409" fmla="*/ 11216938 w 12203753"/>
              <a:gd name="connsiteY5409" fmla="*/ 3313832 h 6858000"/>
              <a:gd name="connsiteX5410" fmla="*/ 12008079 w 12203753"/>
              <a:gd name="connsiteY5410" fmla="*/ 3313825 h 6858000"/>
              <a:gd name="connsiteX5411" fmla="*/ 12053335 w 12203753"/>
              <a:gd name="connsiteY5411" fmla="*/ 3313825 h 6858000"/>
              <a:gd name="connsiteX5412" fmla="*/ 12059581 w 12203753"/>
              <a:gd name="connsiteY5412" fmla="*/ 3428043 h 6858000"/>
              <a:gd name="connsiteX5413" fmla="*/ 12053335 w 12203753"/>
              <a:gd name="connsiteY5413" fmla="*/ 3542202 h 6858000"/>
              <a:gd name="connsiteX5414" fmla="*/ 12008079 w 12203753"/>
              <a:gd name="connsiteY5414" fmla="*/ 3542202 h 6858000"/>
              <a:gd name="connsiteX5415" fmla="*/ 12001833 w 12203753"/>
              <a:gd name="connsiteY5415" fmla="*/ 3428043 h 6858000"/>
              <a:gd name="connsiteX5416" fmla="*/ 12008079 w 12203753"/>
              <a:gd name="connsiteY5416" fmla="*/ 3313825 h 6858000"/>
              <a:gd name="connsiteX5417" fmla="*/ 274229 w 12203753"/>
              <a:gd name="connsiteY5417" fmla="*/ 3237268 h 6858000"/>
              <a:gd name="connsiteX5418" fmla="*/ 282613 w 12203753"/>
              <a:gd name="connsiteY5418" fmla="*/ 3240982 h 6858000"/>
              <a:gd name="connsiteX5419" fmla="*/ 376224 w 12203753"/>
              <a:gd name="connsiteY5419" fmla="*/ 3288875 h 6858000"/>
              <a:gd name="connsiteX5420" fmla="*/ 471959 w 12203753"/>
              <a:gd name="connsiteY5420" fmla="*/ 3351390 h 6858000"/>
              <a:gd name="connsiteX5421" fmla="*/ 449332 w 12203753"/>
              <a:gd name="connsiteY5421" fmla="*/ 3390590 h 6858000"/>
              <a:gd name="connsiteX5422" fmla="*/ 347352 w 12203753"/>
              <a:gd name="connsiteY5422" fmla="*/ 3338945 h 6858000"/>
              <a:gd name="connsiteX5423" fmla="*/ 251614 w 12203753"/>
              <a:gd name="connsiteY5423" fmla="*/ 3276439 h 6858000"/>
              <a:gd name="connsiteX5424" fmla="*/ 1065369 w 12203753"/>
              <a:gd name="connsiteY5424" fmla="*/ 3237261 h 6858000"/>
              <a:gd name="connsiteX5425" fmla="*/ 1073750 w 12203753"/>
              <a:gd name="connsiteY5425" fmla="*/ 3240976 h 6858000"/>
              <a:gd name="connsiteX5426" fmla="*/ 1167366 w 12203753"/>
              <a:gd name="connsiteY5426" fmla="*/ 3288866 h 6858000"/>
              <a:gd name="connsiteX5427" fmla="*/ 1263103 w 12203753"/>
              <a:gd name="connsiteY5427" fmla="*/ 3351383 h 6858000"/>
              <a:gd name="connsiteX5428" fmla="*/ 1240476 w 12203753"/>
              <a:gd name="connsiteY5428" fmla="*/ 3390585 h 6858000"/>
              <a:gd name="connsiteX5429" fmla="*/ 1138491 w 12203753"/>
              <a:gd name="connsiteY5429" fmla="*/ 3338940 h 6858000"/>
              <a:gd name="connsiteX5430" fmla="*/ 1042746 w 12203753"/>
              <a:gd name="connsiteY5430" fmla="*/ 3276431 h 6858000"/>
              <a:gd name="connsiteX5431" fmla="*/ 1856440 w 12203753"/>
              <a:gd name="connsiteY5431" fmla="*/ 3237254 h 6858000"/>
              <a:gd name="connsiteX5432" fmla="*/ 1864826 w 12203753"/>
              <a:gd name="connsiteY5432" fmla="*/ 3240970 h 6858000"/>
              <a:gd name="connsiteX5433" fmla="*/ 1958439 w 12203753"/>
              <a:gd name="connsiteY5433" fmla="*/ 3288861 h 6858000"/>
              <a:gd name="connsiteX5434" fmla="*/ 2054174 w 12203753"/>
              <a:gd name="connsiteY5434" fmla="*/ 3351377 h 6858000"/>
              <a:gd name="connsiteX5435" fmla="*/ 2031546 w 12203753"/>
              <a:gd name="connsiteY5435" fmla="*/ 3390579 h 6858000"/>
              <a:gd name="connsiteX5436" fmla="*/ 1929564 w 12203753"/>
              <a:gd name="connsiteY5436" fmla="*/ 3338935 h 6858000"/>
              <a:gd name="connsiteX5437" fmla="*/ 1833827 w 12203753"/>
              <a:gd name="connsiteY5437" fmla="*/ 3276427 h 6858000"/>
              <a:gd name="connsiteX5438" fmla="*/ 53706 w 12203753"/>
              <a:gd name="connsiteY5438" fmla="*/ 3237249 h 6858000"/>
              <a:gd name="connsiteX5439" fmla="*/ 76333 w 12203753"/>
              <a:gd name="connsiteY5439" fmla="*/ 3276439 h 6858000"/>
              <a:gd name="connsiteX5440" fmla="*/ 48496 w 12203753"/>
              <a:gd name="connsiteY5440" fmla="*/ 3296132 h 6858000"/>
              <a:gd name="connsiteX5441" fmla="*/ 0 w 12203753"/>
              <a:gd name="connsiteY5441" fmla="*/ 3326713 h 6858000"/>
              <a:gd name="connsiteX5442" fmla="*/ 0 w 12203753"/>
              <a:gd name="connsiteY5442" fmla="*/ 3263466 h 6858000"/>
              <a:gd name="connsiteX5443" fmla="*/ 22745 w 12203753"/>
              <a:gd name="connsiteY5443" fmla="*/ 3251495 h 6858000"/>
              <a:gd name="connsiteX5444" fmla="*/ 53706 w 12203753"/>
              <a:gd name="connsiteY5444" fmla="*/ 3237249 h 6858000"/>
              <a:gd name="connsiteX5445" fmla="*/ 2647573 w 12203753"/>
              <a:gd name="connsiteY5445" fmla="*/ 3237247 h 6858000"/>
              <a:gd name="connsiteX5446" fmla="*/ 2655955 w 12203753"/>
              <a:gd name="connsiteY5446" fmla="*/ 3240962 h 6858000"/>
              <a:gd name="connsiteX5447" fmla="*/ 2749571 w 12203753"/>
              <a:gd name="connsiteY5447" fmla="*/ 3288856 h 6858000"/>
              <a:gd name="connsiteX5448" fmla="*/ 2845305 w 12203753"/>
              <a:gd name="connsiteY5448" fmla="*/ 3351372 h 6858000"/>
              <a:gd name="connsiteX5449" fmla="*/ 2822677 w 12203753"/>
              <a:gd name="connsiteY5449" fmla="*/ 3390572 h 6858000"/>
              <a:gd name="connsiteX5450" fmla="*/ 2720696 w 12203753"/>
              <a:gd name="connsiteY5450" fmla="*/ 3338931 h 6858000"/>
              <a:gd name="connsiteX5451" fmla="*/ 2624959 w 12203753"/>
              <a:gd name="connsiteY5451" fmla="*/ 3276421 h 6858000"/>
              <a:gd name="connsiteX5452" fmla="*/ 274178 w 12203753"/>
              <a:gd name="connsiteY5452" fmla="*/ 3237245 h 6858000"/>
              <a:gd name="connsiteX5453" fmla="*/ 274242 w 12203753"/>
              <a:gd name="connsiteY5453" fmla="*/ 3237245 h 6858000"/>
              <a:gd name="connsiteX5454" fmla="*/ 274229 w 12203753"/>
              <a:gd name="connsiteY5454" fmla="*/ 3237268 h 6858000"/>
              <a:gd name="connsiteX5455" fmla="*/ 844900 w 12203753"/>
              <a:gd name="connsiteY5455" fmla="*/ 3237242 h 6858000"/>
              <a:gd name="connsiteX5456" fmla="*/ 867526 w 12203753"/>
              <a:gd name="connsiteY5456" fmla="*/ 3276439 h 6858000"/>
              <a:gd name="connsiteX5457" fmla="*/ 771791 w 12203753"/>
              <a:gd name="connsiteY5457" fmla="*/ 3338945 h 6858000"/>
              <a:gd name="connsiteX5458" fmla="*/ 669744 w 12203753"/>
              <a:gd name="connsiteY5458" fmla="*/ 3390652 h 6858000"/>
              <a:gd name="connsiteX5459" fmla="*/ 647116 w 12203753"/>
              <a:gd name="connsiteY5459" fmla="*/ 3351450 h 6858000"/>
              <a:gd name="connsiteX5460" fmla="*/ 647116 w 12203753"/>
              <a:gd name="connsiteY5460" fmla="*/ 3351390 h 6858000"/>
              <a:gd name="connsiteX5461" fmla="*/ 742854 w 12203753"/>
              <a:gd name="connsiteY5461" fmla="*/ 3288866 h 6858000"/>
              <a:gd name="connsiteX5462" fmla="*/ 844900 w 12203753"/>
              <a:gd name="connsiteY5462" fmla="*/ 3237242 h 6858000"/>
              <a:gd name="connsiteX5463" fmla="*/ 3438701 w 12203753"/>
              <a:gd name="connsiteY5463" fmla="*/ 3237241 h 6858000"/>
              <a:gd name="connsiteX5464" fmla="*/ 3447084 w 12203753"/>
              <a:gd name="connsiteY5464" fmla="*/ 3240956 h 6858000"/>
              <a:gd name="connsiteX5465" fmla="*/ 3540702 w 12203753"/>
              <a:gd name="connsiteY5465" fmla="*/ 3288848 h 6858000"/>
              <a:gd name="connsiteX5466" fmla="*/ 3636436 w 12203753"/>
              <a:gd name="connsiteY5466" fmla="*/ 3351365 h 6858000"/>
              <a:gd name="connsiteX5467" fmla="*/ 3613807 w 12203753"/>
              <a:gd name="connsiteY5467" fmla="*/ 3390572 h 6858000"/>
              <a:gd name="connsiteX5468" fmla="*/ 3511829 w 12203753"/>
              <a:gd name="connsiteY5468" fmla="*/ 3338925 h 6858000"/>
              <a:gd name="connsiteX5469" fmla="*/ 3416090 w 12203753"/>
              <a:gd name="connsiteY5469" fmla="*/ 3276411 h 6858000"/>
              <a:gd name="connsiteX5470" fmla="*/ 1065317 w 12203753"/>
              <a:gd name="connsiteY5470" fmla="*/ 3237238 h 6858000"/>
              <a:gd name="connsiteX5471" fmla="*/ 1065382 w 12203753"/>
              <a:gd name="connsiteY5471" fmla="*/ 3237238 h 6858000"/>
              <a:gd name="connsiteX5472" fmla="*/ 1065369 w 12203753"/>
              <a:gd name="connsiteY5472" fmla="*/ 3237261 h 6858000"/>
              <a:gd name="connsiteX5473" fmla="*/ 1635915 w 12203753"/>
              <a:gd name="connsiteY5473" fmla="*/ 3237235 h 6858000"/>
              <a:gd name="connsiteX5474" fmla="*/ 1658544 w 12203753"/>
              <a:gd name="connsiteY5474" fmla="*/ 3276431 h 6858000"/>
              <a:gd name="connsiteX5475" fmla="*/ 1562806 w 12203753"/>
              <a:gd name="connsiteY5475" fmla="*/ 3338940 h 6858000"/>
              <a:gd name="connsiteX5476" fmla="*/ 1460759 w 12203753"/>
              <a:gd name="connsiteY5476" fmla="*/ 3390645 h 6858000"/>
              <a:gd name="connsiteX5477" fmla="*/ 1438131 w 12203753"/>
              <a:gd name="connsiteY5477" fmla="*/ 3351444 h 6858000"/>
              <a:gd name="connsiteX5478" fmla="*/ 1438196 w 12203753"/>
              <a:gd name="connsiteY5478" fmla="*/ 3351383 h 6858000"/>
              <a:gd name="connsiteX5479" fmla="*/ 1533932 w 12203753"/>
              <a:gd name="connsiteY5479" fmla="*/ 3288861 h 6858000"/>
              <a:gd name="connsiteX5480" fmla="*/ 1635915 w 12203753"/>
              <a:gd name="connsiteY5480" fmla="*/ 3237235 h 6858000"/>
              <a:gd name="connsiteX5481" fmla="*/ 4229752 w 12203753"/>
              <a:gd name="connsiteY5481" fmla="*/ 3237233 h 6858000"/>
              <a:gd name="connsiteX5482" fmla="*/ 4238133 w 12203753"/>
              <a:gd name="connsiteY5482" fmla="*/ 3240949 h 6858000"/>
              <a:gd name="connsiteX5483" fmla="*/ 4331748 w 12203753"/>
              <a:gd name="connsiteY5483" fmla="*/ 3288843 h 6858000"/>
              <a:gd name="connsiteX5484" fmla="*/ 4427491 w 12203753"/>
              <a:gd name="connsiteY5484" fmla="*/ 3351359 h 6858000"/>
              <a:gd name="connsiteX5485" fmla="*/ 4404860 w 12203753"/>
              <a:gd name="connsiteY5485" fmla="*/ 3390566 h 6858000"/>
              <a:gd name="connsiteX5486" fmla="*/ 4302877 w 12203753"/>
              <a:gd name="connsiteY5486" fmla="*/ 3338923 h 6858000"/>
              <a:gd name="connsiteX5487" fmla="*/ 4207137 w 12203753"/>
              <a:gd name="connsiteY5487" fmla="*/ 3276408 h 6858000"/>
              <a:gd name="connsiteX5488" fmla="*/ 1856390 w 12203753"/>
              <a:gd name="connsiteY5488" fmla="*/ 3237231 h 6858000"/>
              <a:gd name="connsiteX5489" fmla="*/ 1856455 w 12203753"/>
              <a:gd name="connsiteY5489" fmla="*/ 3237231 h 6858000"/>
              <a:gd name="connsiteX5490" fmla="*/ 1856440 w 12203753"/>
              <a:gd name="connsiteY5490" fmla="*/ 3237254 h 6858000"/>
              <a:gd name="connsiteX5491" fmla="*/ 2427043 w 12203753"/>
              <a:gd name="connsiteY5491" fmla="*/ 3237228 h 6858000"/>
              <a:gd name="connsiteX5492" fmla="*/ 2449673 w 12203753"/>
              <a:gd name="connsiteY5492" fmla="*/ 3276425 h 6858000"/>
              <a:gd name="connsiteX5493" fmla="*/ 2353932 w 12203753"/>
              <a:gd name="connsiteY5493" fmla="*/ 3338935 h 6858000"/>
              <a:gd name="connsiteX5494" fmla="*/ 2251888 w 12203753"/>
              <a:gd name="connsiteY5494" fmla="*/ 3390645 h 6858000"/>
              <a:gd name="connsiteX5495" fmla="*/ 2229258 w 12203753"/>
              <a:gd name="connsiteY5495" fmla="*/ 3351438 h 6858000"/>
              <a:gd name="connsiteX5496" fmla="*/ 2229324 w 12203753"/>
              <a:gd name="connsiteY5496" fmla="*/ 3351377 h 6858000"/>
              <a:gd name="connsiteX5497" fmla="*/ 2325057 w 12203753"/>
              <a:gd name="connsiteY5497" fmla="*/ 3288856 h 6858000"/>
              <a:gd name="connsiteX5498" fmla="*/ 2427043 w 12203753"/>
              <a:gd name="connsiteY5498" fmla="*/ 3237228 h 6858000"/>
              <a:gd name="connsiteX5499" fmla="*/ 5020837 w 12203753"/>
              <a:gd name="connsiteY5499" fmla="*/ 3237227 h 6858000"/>
              <a:gd name="connsiteX5500" fmla="*/ 5029217 w 12203753"/>
              <a:gd name="connsiteY5500" fmla="*/ 3240943 h 6858000"/>
              <a:gd name="connsiteX5501" fmla="*/ 5122827 w 12203753"/>
              <a:gd name="connsiteY5501" fmla="*/ 3288838 h 6858000"/>
              <a:gd name="connsiteX5502" fmla="*/ 5218566 w 12203753"/>
              <a:gd name="connsiteY5502" fmla="*/ 3351353 h 6858000"/>
              <a:gd name="connsiteX5503" fmla="*/ 5195941 w 12203753"/>
              <a:gd name="connsiteY5503" fmla="*/ 3390561 h 6858000"/>
              <a:gd name="connsiteX5504" fmla="*/ 5093953 w 12203753"/>
              <a:gd name="connsiteY5504" fmla="*/ 3338916 h 6858000"/>
              <a:gd name="connsiteX5505" fmla="*/ 4998215 w 12203753"/>
              <a:gd name="connsiteY5505" fmla="*/ 3276400 h 6858000"/>
              <a:gd name="connsiteX5506" fmla="*/ 2647521 w 12203753"/>
              <a:gd name="connsiteY5506" fmla="*/ 3237224 h 6858000"/>
              <a:gd name="connsiteX5507" fmla="*/ 2647585 w 12203753"/>
              <a:gd name="connsiteY5507" fmla="*/ 3237224 h 6858000"/>
              <a:gd name="connsiteX5508" fmla="*/ 2647573 w 12203753"/>
              <a:gd name="connsiteY5508" fmla="*/ 3237247 h 6858000"/>
              <a:gd name="connsiteX5509" fmla="*/ 5811965 w 12203753"/>
              <a:gd name="connsiteY5509" fmla="*/ 3237220 h 6858000"/>
              <a:gd name="connsiteX5510" fmla="*/ 5820348 w 12203753"/>
              <a:gd name="connsiteY5510" fmla="*/ 3240935 h 6858000"/>
              <a:gd name="connsiteX5511" fmla="*/ 5913960 w 12203753"/>
              <a:gd name="connsiteY5511" fmla="*/ 3288828 h 6858000"/>
              <a:gd name="connsiteX5512" fmla="*/ 6009695 w 12203753"/>
              <a:gd name="connsiteY5512" fmla="*/ 3351347 h 6858000"/>
              <a:gd name="connsiteX5513" fmla="*/ 5987067 w 12203753"/>
              <a:gd name="connsiteY5513" fmla="*/ 3390549 h 6858000"/>
              <a:gd name="connsiteX5514" fmla="*/ 5885086 w 12203753"/>
              <a:gd name="connsiteY5514" fmla="*/ 3338909 h 6858000"/>
              <a:gd name="connsiteX5515" fmla="*/ 5789350 w 12203753"/>
              <a:gd name="connsiteY5515" fmla="*/ 3276391 h 6858000"/>
              <a:gd name="connsiteX5516" fmla="*/ 3218179 w 12203753"/>
              <a:gd name="connsiteY5516" fmla="*/ 3237220 h 6858000"/>
              <a:gd name="connsiteX5517" fmla="*/ 3240807 w 12203753"/>
              <a:gd name="connsiteY5517" fmla="*/ 3276418 h 6858000"/>
              <a:gd name="connsiteX5518" fmla="*/ 3145079 w 12203753"/>
              <a:gd name="connsiteY5518" fmla="*/ 3338931 h 6858000"/>
              <a:gd name="connsiteX5519" fmla="*/ 3043026 w 12203753"/>
              <a:gd name="connsiteY5519" fmla="*/ 3390634 h 6858000"/>
              <a:gd name="connsiteX5520" fmla="*/ 3020398 w 12203753"/>
              <a:gd name="connsiteY5520" fmla="*/ 3351432 h 6858000"/>
              <a:gd name="connsiteX5521" fmla="*/ 3020464 w 12203753"/>
              <a:gd name="connsiteY5521" fmla="*/ 3351372 h 6858000"/>
              <a:gd name="connsiteX5522" fmla="*/ 3116202 w 12203753"/>
              <a:gd name="connsiteY5522" fmla="*/ 3288848 h 6858000"/>
              <a:gd name="connsiteX5523" fmla="*/ 3218179 w 12203753"/>
              <a:gd name="connsiteY5523" fmla="*/ 3237220 h 6858000"/>
              <a:gd name="connsiteX5524" fmla="*/ 3438650 w 12203753"/>
              <a:gd name="connsiteY5524" fmla="*/ 3237218 h 6858000"/>
              <a:gd name="connsiteX5525" fmla="*/ 3438713 w 12203753"/>
              <a:gd name="connsiteY5525" fmla="*/ 3237218 h 6858000"/>
              <a:gd name="connsiteX5526" fmla="*/ 3438701 w 12203753"/>
              <a:gd name="connsiteY5526" fmla="*/ 3237241 h 6858000"/>
              <a:gd name="connsiteX5527" fmla="*/ 4009303 w 12203753"/>
              <a:gd name="connsiteY5527" fmla="*/ 3237215 h 6858000"/>
              <a:gd name="connsiteX5528" fmla="*/ 4031930 w 12203753"/>
              <a:gd name="connsiteY5528" fmla="*/ 3276411 h 6858000"/>
              <a:gd name="connsiteX5529" fmla="*/ 3936200 w 12203753"/>
              <a:gd name="connsiteY5529" fmla="*/ 3338925 h 6858000"/>
              <a:gd name="connsiteX5530" fmla="*/ 3834153 w 12203753"/>
              <a:gd name="connsiteY5530" fmla="*/ 3390627 h 6858000"/>
              <a:gd name="connsiteX5531" fmla="*/ 3811524 w 12203753"/>
              <a:gd name="connsiteY5531" fmla="*/ 3351426 h 6858000"/>
              <a:gd name="connsiteX5532" fmla="*/ 3811587 w 12203753"/>
              <a:gd name="connsiteY5532" fmla="*/ 3351365 h 6858000"/>
              <a:gd name="connsiteX5533" fmla="*/ 3907323 w 12203753"/>
              <a:gd name="connsiteY5533" fmla="*/ 3288843 h 6858000"/>
              <a:gd name="connsiteX5534" fmla="*/ 4009303 w 12203753"/>
              <a:gd name="connsiteY5534" fmla="*/ 3237215 h 6858000"/>
              <a:gd name="connsiteX5535" fmla="*/ 4229702 w 12203753"/>
              <a:gd name="connsiteY5535" fmla="*/ 3237211 h 6858000"/>
              <a:gd name="connsiteX5536" fmla="*/ 4229764 w 12203753"/>
              <a:gd name="connsiteY5536" fmla="*/ 3237211 h 6858000"/>
              <a:gd name="connsiteX5537" fmla="*/ 4229752 w 12203753"/>
              <a:gd name="connsiteY5537" fmla="*/ 3237233 h 6858000"/>
              <a:gd name="connsiteX5538" fmla="*/ 4800366 w 12203753"/>
              <a:gd name="connsiteY5538" fmla="*/ 3237207 h 6858000"/>
              <a:gd name="connsiteX5539" fmla="*/ 4822988 w 12203753"/>
              <a:gd name="connsiteY5539" fmla="*/ 3276405 h 6858000"/>
              <a:gd name="connsiteX5540" fmla="*/ 4727254 w 12203753"/>
              <a:gd name="connsiteY5540" fmla="*/ 3338920 h 6858000"/>
              <a:gd name="connsiteX5541" fmla="*/ 4625211 w 12203753"/>
              <a:gd name="connsiteY5541" fmla="*/ 3390627 h 6858000"/>
              <a:gd name="connsiteX5542" fmla="*/ 4602581 w 12203753"/>
              <a:gd name="connsiteY5542" fmla="*/ 3351420 h 6858000"/>
              <a:gd name="connsiteX5543" fmla="*/ 4602649 w 12203753"/>
              <a:gd name="connsiteY5543" fmla="*/ 3351359 h 6858000"/>
              <a:gd name="connsiteX5544" fmla="*/ 4698380 w 12203753"/>
              <a:gd name="connsiteY5544" fmla="*/ 3288838 h 6858000"/>
              <a:gd name="connsiteX5545" fmla="*/ 4800366 w 12203753"/>
              <a:gd name="connsiteY5545" fmla="*/ 3237207 h 6858000"/>
              <a:gd name="connsiteX5546" fmla="*/ 5020783 w 12203753"/>
              <a:gd name="connsiteY5546" fmla="*/ 3237206 h 6858000"/>
              <a:gd name="connsiteX5547" fmla="*/ 5020848 w 12203753"/>
              <a:gd name="connsiteY5547" fmla="*/ 3237206 h 6858000"/>
              <a:gd name="connsiteX5548" fmla="*/ 5020837 w 12203753"/>
              <a:gd name="connsiteY5548" fmla="*/ 3237227 h 6858000"/>
              <a:gd name="connsiteX5549" fmla="*/ 5591444 w 12203753"/>
              <a:gd name="connsiteY5549" fmla="*/ 3237201 h 6858000"/>
              <a:gd name="connsiteX5550" fmla="*/ 5614067 w 12203753"/>
              <a:gd name="connsiteY5550" fmla="*/ 3276398 h 6858000"/>
              <a:gd name="connsiteX5551" fmla="*/ 5518332 w 12203753"/>
              <a:gd name="connsiteY5551" fmla="*/ 3338916 h 6858000"/>
              <a:gd name="connsiteX5552" fmla="*/ 5416289 w 12203753"/>
              <a:gd name="connsiteY5552" fmla="*/ 3390615 h 6858000"/>
              <a:gd name="connsiteX5553" fmla="*/ 5393662 w 12203753"/>
              <a:gd name="connsiteY5553" fmla="*/ 3351414 h 6858000"/>
              <a:gd name="connsiteX5554" fmla="*/ 5393724 w 12203753"/>
              <a:gd name="connsiteY5554" fmla="*/ 3351353 h 6858000"/>
              <a:gd name="connsiteX5555" fmla="*/ 5489459 w 12203753"/>
              <a:gd name="connsiteY5555" fmla="*/ 3288830 h 6858000"/>
              <a:gd name="connsiteX5556" fmla="*/ 5591444 w 12203753"/>
              <a:gd name="connsiteY5556" fmla="*/ 3237201 h 6858000"/>
              <a:gd name="connsiteX5557" fmla="*/ 5811914 w 12203753"/>
              <a:gd name="connsiteY5557" fmla="*/ 3237197 h 6858000"/>
              <a:gd name="connsiteX5558" fmla="*/ 5811979 w 12203753"/>
              <a:gd name="connsiteY5558" fmla="*/ 3237197 h 6858000"/>
              <a:gd name="connsiteX5559" fmla="*/ 5811965 w 12203753"/>
              <a:gd name="connsiteY5559" fmla="*/ 3237220 h 6858000"/>
              <a:gd name="connsiteX5560" fmla="*/ 6382638 w 12203753"/>
              <a:gd name="connsiteY5560" fmla="*/ 3237194 h 6858000"/>
              <a:gd name="connsiteX5561" fmla="*/ 6405201 w 12203753"/>
              <a:gd name="connsiteY5561" fmla="*/ 3276391 h 6858000"/>
              <a:gd name="connsiteX5562" fmla="*/ 6309528 w 12203753"/>
              <a:gd name="connsiteY5562" fmla="*/ 3338909 h 6858000"/>
              <a:gd name="connsiteX5563" fmla="*/ 6207480 w 12203753"/>
              <a:gd name="connsiteY5563" fmla="*/ 3390609 h 6858000"/>
              <a:gd name="connsiteX5564" fmla="*/ 6184852 w 12203753"/>
              <a:gd name="connsiteY5564" fmla="*/ 3351408 h 6858000"/>
              <a:gd name="connsiteX5565" fmla="*/ 6184852 w 12203753"/>
              <a:gd name="connsiteY5565" fmla="*/ 3351347 h 6858000"/>
              <a:gd name="connsiteX5566" fmla="*/ 6280590 w 12203753"/>
              <a:gd name="connsiteY5566" fmla="*/ 3288824 h 6858000"/>
              <a:gd name="connsiteX5567" fmla="*/ 6382638 w 12203753"/>
              <a:gd name="connsiteY5567" fmla="*/ 3237194 h 6858000"/>
              <a:gd name="connsiteX5568" fmla="*/ 6603052 w 12203753"/>
              <a:gd name="connsiteY5568" fmla="*/ 3237190 h 6858000"/>
              <a:gd name="connsiteX5569" fmla="*/ 6705100 w 12203753"/>
              <a:gd name="connsiteY5569" fmla="*/ 3288821 h 6858000"/>
              <a:gd name="connsiteX5570" fmla="*/ 6800772 w 12203753"/>
              <a:gd name="connsiteY5570" fmla="*/ 3351341 h 6858000"/>
              <a:gd name="connsiteX5571" fmla="*/ 6778210 w 12203753"/>
              <a:gd name="connsiteY5571" fmla="*/ 3390542 h 6858000"/>
              <a:gd name="connsiteX5572" fmla="*/ 6676161 w 12203753"/>
              <a:gd name="connsiteY5572" fmla="*/ 3338904 h 6858000"/>
              <a:gd name="connsiteX5573" fmla="*/ 6580424 w 12203753"/>
              <a:gd name="connsiteY5573" fmla="*/ 3276386 h 6858000"/>
              <a:gd name="connsiteX5574" fmla="*/ 7173716 w 12203753"/>
              <a:gd name="connsiteY5574" fmla="*/ 3237188 h 6858000"/>
              <a:gd name="connsiteX5575" fmla="*/ 7196344 w 12203753"/>
              <a:gd name="connsiteY5575" fmla="*/ 3276386 h 6858000"/>
              <a:gd name="connsiteX5576" fmla="*/ 7100606 w 12203753"/>
              <a:gd name="connsiteY5576" fmla="*/ 3338904 h 6858000"/>
              <a:gd name="connsiteX5577" fmla="*/ 6998558 w 12203753"/>
              <a:gd name="connsiteY5577" fmla="*/ 3390603 h 6858000"/>
              <a:gd name="connsiteX5578" fmla="*/ 6975995 w 12203753"/>
              <a:gd name="connsiteY5578" fmla="*/ 3351402 h 6858000"/>
              <a:gd name="connsiteX5579" fmla="*/ 6975995 w 12203753"/>
              <a:gd name="connsiteY5579" fmla="*/ 3351341 h 6858000"/>
              <a:gd name="connsiteX5580" fmla="*/ 7071731 w 12203753"/>
              <a:gd name="connsiteY5580" fmla="*/ 3288820 h 6858000"/>
              <a:gd name="connsiteX5581" fmla="*/ 7173716 w 12203753"/>
              <a:gd name="connsiteY5581" fmla="*/ 3237188 h 6858000"/>
              <a:gd name="connsiteX5582" fmla="*/ 7394128 w 12203753"/>
              <a:gd name="connsiteY5582" fmla="*/ 3237184 h 6858000"/>
              <a:gd name="connsiteX5583" fmla="*/ 7496176 w 12203753"/>
              <a:gd name="connsiteY5583" fmla="*/ 3288813 h 6858000"/>
              <a:gd name="connsiteX5584" fmla="*/ 7591913 w 12203753"/>
              <a:gd name="connsiteY5584" fmla="*/ 3351335 h 6858000"/>
              <a:gd name="connsiteX5585" fmla="*/ 7569286 w 12203753"/>
              <a:gd name="connsiteY5585" fmla="*/ 3390537 h 6858000"/>
              <a:gd name="connsiteX5586" fmla="*/ 7467302 w 12203753"/>
              <a:gd name="connsiteY5586" fmla="*/ 3338900 h 6858000"/>
              <a:gd name="connsiteX5587" fmla="*/ 7371564 w 12203753"/>
              <a:gd name="connsiteY5587" fmla="*/ 3276380 h 6858000"/>
              <a:gd name="connsiteX5588" fmla="*/ 7964857 w 12203753"/>
              <a:gd name="connsiteY5588" fmla="*/ 3237180 h 6858000"/>
              <a:gd name="connsiteX5589" fmla="*/ 7987485 w 12203753"/>
              <a:gd name="connsiteY5589" fmla="*/ 3276380 h 6858000"/>
              <a:gd name="connsiteX5590" fmla="*/ 7891747 w 12203753"/>
              <a:gd name="connsiteY5590" fmla="*/ 3338900 h 6858000"/>
              <a:gd name="connsiteX5591" fmla="*/ 7789699 w 12203753"/>
              <a:gd name="connsiteY5591" fmla="*/ 3390597 h 6858000"/>
              <a:gd name="connsiteX5592" fmla="*/ 7767072 w 12203753"/>
              <a:gd name="connsiteY5592" fmla="*/ 3351396 h 6858000"/>
              <a:gd name="connsiteX5593" fmla="*/ 7767072 w 12203753"/>
              <a:gd name="connsiteY5593" fmla="*/ 3351335 h 6858000"/>
              <a:gd name="connsiteX5594" fmla="*/ 7862873 w 12203753"/>
              <a:gd name="connsiteY5594" fmla="*/ 3288811 h 6858000"/>
              <a:gd name="connsiteX5595" fmla="*/ 7964857 w 12203753"/>
              <a:gd name="connsiteY5595" fmla="*/ 3237180 h 6858000"/>
              <a:gd name="connsiteX5596" fmla="*/ 8185270 w 12203753"/>
              <a:gd name="connsiteY5596" fmla="*/ 3237176 h 6858000"/>
              <a:gd name="connsiteX5597" fmla="*/ 8287318 w 12203753"/>
              <a:gd name="connsiteY5597" fmla="*/ 3288807 h 6858000"/>
              <a:gd name="connsiteX5598" fmla="*/ 8383056 w 12203753"/>
              <a:gd name="connsiteY5598" fmla="*/ 3351329 h 6858000"/>
              <a:gd name="connsiteX5599" fmla="*/ 8360428 w 12203753"/>
              <a:gd name="connsiteY5599" fmla="*/ 3390531 h 6858000"/>
              <a:gd name="connsiteX5600" fmla="*/ 8258443 w 12203753"/>
              <a:gd name="connsiteY5600" fmla="*/ 3338895 h 6858000"/>
              <a:gd name="connsiteX5601" fmla="*/ 8162642 w 12203753"/>
              <a:gd name="connsiteY5601" fmla="*/ 3276373 h 6858000"/>
              <a:gd name="connsiteX5602" fmla="*/ 8755998 w 12203753"/>
              <a:gd name="connsiteY5602" fmla="*/ 3237173 h 6858000"/>
              <a:gd name="connsiteX5603" fmla="*/ 8778626 w 12203753"/>
              <a:gd name="connsiteY5603" fmla="*/ 3276373 h 6858000"/>
              <a:gd name="connsiteX5604" fmla="*/ 8682888 w 12203753"/>
              <a:gd name="connsiteY5604" fmla="*/ 3338895 h 6858000"/>
              <a:gd name="connsiteX5605" fmla="*/ 8580840 w 12203753"/>
              <a:gd name="connsiteY5605" fmla="*/ 3390590 h 6858000"/>
              <a:gd name="connsiteX5606" fmla="*/ 8558213 w 12203753"/>
              <a:gd name="connsiteY5606" fmla="*/ 3351390 h 6858000"/>
              <a:gd name="connsiteX5607" fmla="*/ 8558213 w 12203753"/>
              <a:gd name="connsiteY5607" fmla="*/ 3351329 h 6858000"/>
              <a:gd name="connsiteX5608" fmla="*/ 8654014 w 12203753"/>
              <a:gd name="connsiteY5608" fmla="*/ 3288803 h 6858000"/>
              <a:gd name="connsiteX5609" fmla="*/ 8755998 w 12203753"/>
              <a:gd name="connsiteY5609" fmla="*/ 3237173 h 6858000"/>
              <a:gd name="connsiteX5610" fmla="*/ 8976412 w 12203753"/>
              <a:gd name="connsiteY5610" fmla="*/ 3237170 h 6858000"/>
              <a:gd name="connsiteX5611" fmla="*/ 9078460 w 12203753"/>
              <a:gd name="connsiteY5611" fmla="*/ 3288802 h 6858000"/>
              <a:gd name="connsiteX5612" fmla="*/ 9174198 w 12203753"/>
              <a:gd name="connsiteY5612" fmla="*/ 3351323 h 6858000"/>
              <a:gd name="connsiteX5613" fmla="*/ 9151570 w 12203753"/>
              <a:gd name="connsiteY5613" fmla="*/ 3390524 h 6858000"/>
              <a:gd name="connsiteX5614" fmla="*/ 9049585 w 12203753"/>
              <a:gd name="connsiteY5614" fmla="*/ 3338891 h 6858000"/>
              <a:gd name="connsiteX5615" fmla="*/ 8953784 w 12203753"/>
              <a:gd name="connsiteY5615" fmla="*/ 3276368 h 6858000"/>
              <a:gd name="connsiteX5616" fmla="*/ 9547140 w 12203753"/>
              <a:gd name="connsiteY5616" fmla="*/ 3237167 h 6858000"/>
              <a:gd name="connsiteX5617" fmla="*/ 9569768 w 12203753"/>
              <a:gd name="connsiteY5617" fmla="*/ 3276366 h 6858000"/>
              <a:gd name="connsiteX5618" fmla="*/ 9474030 w 12203753"/>
              <a:gd name="connsiteY5618" fmla="*/ 3338890 h 6858000"/>
              <a:gd name="connsiteX5619" fmla="*/ 9371982 w 12203753"/>
              <a:gd name="connsiteY5619" fmla="*/ 3390586 h 6858000"/>
              <a:gd name="connsiteX5620" fmla="*/ 9349355 w 12203753"/>
              <a:gd name="connsiteY5620" fmla="*/ 3351383 h 6858000"/>
              <a:gd name="connsiteX5621" fmla="*/ 9349355 w 12203753"/>
              <a:gd name="connsiteY5621" fmla="*/ 3351322 h 6858000"/>
              <a:gd name="connsiteX5622" fmla="*/ 9445093 w 12203753"/>
              <a:gd name="connsiteY5622" fmla="*/ 3288795 h 6858000"/>
              <a:gd name="connsiteX5623" fmla="*/ 9547140 w 12203753"/>
              <a:gd name="connsiteY5623" fmla="*/ 3237167 h 6858000"/>
              <a:gd name="connsiteX5624" fmla="*/ 9767553 w 12203753"/>
              <a:gd name="connsiteY5624" fmla="*/ 3237163 h 6858000"/>
              <a:gd name="connsiteX5625" fmla="*/ 9869601 w 12203753"/>
              <a:gd name="connsiteY5625" fmla="*/ 3288795 h 6858000"/>
              <a:gd name="connsiteX5626" fmla="*/ 9965339 w 12203753"/>
              <a:gd name="connsiteY5626" fmla="*/ 3351317 h 6858000"/>
              <a:gd name="connsiteX5627" fmla="*/ 9942711 w 12203753"/>
              <a:gd name="connsiteY5627" fmla="*/ 3390518 h 6858000"/>
              <a:gd name="connsiteX5628" fmla="*/ 9840663 w 12203753"/>
              <a:gd name="connsiteY5628" fmla="*/ 3338886 h 6858000"/>
              <a:gd name="connsiteX5629" fmla="*/ 9744925 w 12203753"/>
              <a:gd name="connsiteY5629" fmla="*/ 3276361 h 6858000"/>
              <a:gd name="connsiteX5630" fmla="*/ 10338218 w 12203753"/>
              <a:gd name="connsiteY5630" fmla="*/ 3237159 h 6858000"/>
              <a:gd name="connsiteX5631" fmla="*/ 10360845 w 12203753"/>
              <a:gd name="connsiteY5631" fmla="*/ 3276359 h 6858000"/>
              <a:gd name="connsiteX5632" fmla="*/ 10265107 w 12203753"/>
              <a:gd name="connsiteY5632" fmla="*/ 3338886 h 6858000"/>
              <a:gd name="connsiteX5633" fmla="*/ 10163123 w 12203753"/>
              <a:gd name="connsiteY5633" fmla="*/ 3390579 h 6858000"/>
              <a:gd name="connsiteX5634" fmla="*/ 10140496 w 12203753"/>
              <a:gd name="connsiteY5634" fmla="*/ 3351377 h 6858000"/>
              <a:gd name="connsiteX5635" fmla="*/ 10140496 w 12203753"/>
              <a:gd name="connsiteY5635" fmla="*/ 3351315 h 6858000"/>
              <a:gd name="connsiteX5636" fmla="*/ 10236234 w 12203753"/>
              <a:gd name="connsiteY5636" fmla="*/ 3288788 h 6858000"/>
              <a:gd name="connsiteX5637" fmla="*/ 10338218 w 12203753"/>
              <a:gd name="connsiteY5637" fmla="*/ 3237159 h 6858000"/>
              <a:gd name="connsiteX5638" fmla="*/ 10558694 w 12203753"/>
              <a:gd name="connsiteY5638" fmla="*/ 3237156 h 6858000"/>
              <a:gd name="connsiteX5639" fmla="*/ 10660678 w 12203753"/>
              <a:gd name="connsiteY5639" fmla="*/ 3288787 h 6858000"/>
              <a:gd name="connsiteX5640" fmla="*/ 10756416 w 12203753"/>
              <a:gd name="connsiteY5640" fmla="*/ 3351311 h 6858000"/>
              <a:gd name="connsiteX5641" fmla="*/ 10733788 w 12203753"/>
              <a:gd name="connsiteY5641" fmla="*/ 3390514 h 6858000"/>
              <a:gd name="connsiteX5642" fmla="*/ 10631804 w 12203753"/>
              <a:gd name="connsiteY5642" fmla="*/ 3338880 h 6858000"/>
              <a:gd name="connsiteX5643" fmla="*/ 10536066 w 12203753"/>
              <a:gd name="connsiteY5643" fmla="*/ 3276355 h 6858000"/>
              <a:gd name="connsiteX5644" fmla="*/ 11129360 w 12203753"/>
              <a:gd name="connsiteY5644" fmla="*/ 3237152 h 6858000"/>
              <a:gd name="connsiteX5645" fmla="*/ 11151987 w 12203753"/>
              <a:gd name="connsiteY5645" fmla="*/ 3276353 h 6858000"/>
              <a:gd name="connsiteX5646" fmla="*/ 11056249 w 12203753"/>
              <a:gd name="connsiteY5646" fmla="*/ 3338879 h 6858000"/>
              <a:gd name="connsiteX5647" fmla="*/ 10954265 w 12203753"/>
              <a:gd name="connsiteY5647" fmla="*/ 3390573 h 6858000"/>
              <a:gd name="connsiteX5648" fmla="*/ 10931638 w 12203753"/>
              <a:gd name="connsiteY5648" fmla="*/ 3351373 h 6858000"/>
              <a:gd name="connsiteX5649" fmla="*/ 10931638 w 12203753"/>
              <a:gd name="connsiteY5649" fmla="*/ 3351309 h 6858000"/>
              <a:gd name="connsiteX5650" fmla="*/ 11027376 w 12203753"/>
              <a:gd name="connsiteY5650" fmla="*/ 3288783 h 6858000"/>
              <a:gd name="connsiteX5651" fmla="*/ 11129360 w 12203753"/>
              <a:gd name="connsiteY5651" fmla="*/ 3237152 h 6858000"/>
              <a:gd name="connsiteX5652" fmla="*/ 11349836 w 12203753"/>
              <a:gd name="connsiteY5652" fmla="*/ 3237150 h 6858000"/>
              <a:gd name="connsiteX5653" fmla="*/ 11451820 w 12203753"/>
              <a:gd name="connsiteY5653" fmla="*/ 3288781 h 6858000"/>
              <a:gd name="connsiteX5654" fmla="*/ 11547558 w 12203753"/>
              <a:gd name="connsiteY5654" fmla="*/ 3351306 h 6858000"/>
              <a:gd name="connsiteX5655" fmla="*/ 11524930 w 12203753"/>
              <a:gd name="connsiteY5655" fmla="*/ 3390507 h 6858000"/>
              <a:gd name="connsiteX5656" fmla="*/ 11422946 w 12203753"/>
              <a:gd name="connsiteY5656" fmla="*/ 3338876 h 6858000"/>
              <a:gd name="connsiteX5657" fmla="*/ 11327208 w 12203753"/>
              <a:gd name="connsiteY5657" fmla="*/ 3276350 h 6858000"/>
              <a:gd name="connsiteX5658" fmla="*/ 11920501 w 12203753"/>
              <a:gd name="connsiteY5658" fmla="*/ 3237146 h 6858000"/>
              <a:gd name="connsiteX5659" fmla="*/ 11943128 w 12203753"/>
              <a:gd name="connsiteY5659" fmla="*/ 3276345 h 6858000"/>
              <a:gd name="connsiteX5660" fmla="*/ 11847390 w 12203753"/>
              <a:gd name="connsiteY5660" fmla="*/ 3338875 h 6858000"/>
              <a:gd name="connsiteX5661" fmla="*/ 11745343 w 12203753"/>
              <a:gd name="connsiteY5661" fmla="*/ 3390567 h 6858000"/>
              <a:gd name="connsiteX5662" fmla="*/ 11722715 w 12203753"/>
              <a:gd name="connsiteY5662" fmla="*/ 3351368 h 6858000"/>
              <a:gd name="connsiteX5663" fmla="*/ 11722715 w 12203753"/>
              <a:gd name="connsiteY5663" fmla="*/ 3351303 h 6858000"/>
              <a:gd name="connsiteX5664" fmla="*/ 11818516 w 12203753"/>
              <a:gd name="connsiteY5664" fmla="*/ 3288775 h 6858000"/>
              <a:gd name="connsiteX5665" fmla="*/ 11920501 w 12203753"/>
              <a:gd name="connsiteY5665" fmla="*/ 3237146 h 6858000"/>
              <a:gd name="connsiteX5666" fmla="*/ 12140914 w 12203753"/>
              <a:gd name="connsiteY5666" fmla="*/ 3237144 h 6858000"/>
              <a:gd name="connsiteX5667" fmla="*/ 12171908 w 12203753"/>
              <a:gd name="connsiteY5667" fmla="*/ 3251413 h 6858000"/>
              <a:gd name="connsiteX5668" fmla="*/ 12203753 w 12203753"/>
              <a:gd name="connsiteY5668" fmla="*/ 3268157 h 6858000"/>
              <a:gd name="connsiteX5669" fmla="*/ 12203753 w 12203753"/>
              <a:gd name="connsiteY5669" fmla="*/ 3332358 h 6858000"/>
              <a:gd name="connsiteX5670" fmla="*/ 12146132 w 12203753"/>
              <a:gd name="connsiteY5670" fmla="*/ 3296039 h 6858000"/>
              <a:gd name="connsiteX5671" fmla="*/ 12118286 w 12203753"/>
              <a:gd name="connsiteY5671" fmla="*/ 3276343 h 6858000"/>
              <a:gd name="connsiteX5672" fmla="*/ 536912 w 12203753"/>
              <a:gd name="connsiteY5672" fmla="*/ 3085601 h 6858000"/>
              <a:gd name="connsiteX5673" fmla="*/ 582167 w 12203753"/>
              <a:gd name="connsiteY5673" fmla="*/ 3085601 h 6858000"/>
              <a:gd name="connsiteX5674" fmla="*/ 588477 w 12203753"/>
              <a:gd name="connsiteY5674" fmla="*/ 3199714 h 6858000"/>
              <a:gd name="connsiteX5675" fmla="*/ 582167 w 12203753"/>
              <a:gd name="connsiteY5675" fmla="*/ 3313864 h 6858000"/>
              <a:gd name="connsiteX5676" fmla="*/ 536912 w 12203753"/>
              <a:gd name="connsiteY5676" fmla="*/ 3313864 h 6858000"/>
              <a:gd name="connsiteX5677" fmla="*/ 530665 w 12203753"/>
              <a:gd name="connsiteY5677" fmla="*/ 3199714 h 6858000"/>
              <a:gd name="connsiteX5678" fmla="*/ 536912 w 12203753"/>
              <a:gd name="connsiteY5678" fmla="*/ 3085601 h 6858000"/>
              <a:gd name="connsiteX5679" fmla="*/ 1327990 w 12203753"/>
              <a:gd name="connsiteY5679" fmla="*/ 3085591 h 6858000"/>
              <a:gd name="connsiteX5680" fmla="*/ 1373245 w 12203753"/>
              <a:gd name="connsiteY5680" fmla="*/ 3085591 h 6858000"/>
              <a:gd name="connsiteX5681" fmla="*/ 1379556 w 12203753"/>
              <a:gd name="connsiteY5681" fmla="*/ 3199707 h 6858000"/>
              <a:gd name="connsiteX5682" fmla="*/ 1373245 w 12203753"/>
              <a:gd name="connsiteY5682" fmla="*/ 3313859 h 6858000"/>
              <a:gd name="connsiteX5683" fmla="*/ 1327990 w 12203753"/>
              <a:gd name="connsiteY5683" fmla="*/ 3313859 h 6858000"/>
              <a:gd name="connsiteX5684" fmla="*/ 1321744 w 12203753"/>
              <a:gd name="connsiteY5684" fmla="*/ 3199707 h 6858000"/>
              <a:gd name="connsiteX5685" fmla="*/ 1327990 w 12203753"/>
              <a:gd name="connsiteY5685" fmla="*/ 3085591 h 6858000"/>
              <a:gd name="connsiteX5686" fmla="*/ 2119119 w 12203753"/>
              <a:gd name="connsiteY5686" fmla="*/ 3085580 h 6858000"/>
              <a:gd name="connsiteX5687" fmla="*/ 2164366 w 12203753"/>
              <a:gd name="connsiteY5687" fmla="*/ 3085580 h 6858000"/>
              <a:gd name="connsiteX5688" fmla="*/ 2170679 w 12203753"/>
              <a:gd name="connsiteY5688" fmla="*/ 3199700 h 6858000"/>
              <a:gd name="connsiteX5689" fmla="*/ 2164366 w 12203753"/>
              <a:gd name="connsiteY5689" fmla="*/ 3313846 h 6858000"/>
              <a:gd name="connsiteX5690" fmla="*/ 2119119 w 12203753"/>
              <a:gd name="connsiteY5690" fmla="*/ 3313846 h 6858000"/>
              <a:gd name="connsiteX5691" fmla="*/ 2112868 w 12203753"/>
              <a:gd name="connsiteY5691" fmla="*/ 3199700 h 6858000"/>
              <a:gd name="connsiteX5692" fmla="*/ 2119119 w 12203753"/>
              <a:gd name="connsiteY5692" fmla="*/ 3085580 h 6858000"/>
              <a:gd name="connsiteX5693" fmla="*/ 2910259 w 12203753"/>
              <a:gd name="connsiteY5693" fmla="*/ 3085571 h 6858000"/>
              <a:gd name="connsiteX5694" fmla="*/ 2955512 w 12203753"/>
              <a:gd name="connsiteY5694" fmla="*/ 3085571 h 6858000"/>
              <a:gd name="connsiteX5695" fmla="*/ 2961822 w 12203753"/>
              <a:gd name="connsiteY5695" fmla="*/ 3199692 h 6858000"/>
              <a:gd name="connsiteX5696" fmla="*/ 2955512 w 12203753"/>
              <a:gd name="connsiteY5696" fmla="*/ 3313842 h 6858000"/>
              <a:gd name="connsiteX5697" fmla="*/ 2910259 w 12203753"/>
              <a:gd name="connsiteY5697" fmla="*/ 3313842 h 6858000"/>
              <a:gd name="connsiteX5698" fmla="*/ 2903952 w 12203753"/>
              <a:gd name="connsiteY5698" fmla="*/ 3199692 h 6858000"/>
              <a:gd name="connsiteX5699" fmla="*/ 2910259 w 12203753"/>
              <a:gd name="connsiteY5699" fmla="*/ 3085571 h 6858000"/>
              <a:gd name="connsiteX5700" fmla="*/ 3701387 w 12203753"/>
              <a:gd name="connsiteY5700" fmla="*/ 3085560 h 6858000"/>
              <a:gd name="connsiteX5701" fmla="*/ 3746642 w 12203753"/>
              <a:gd name="connsiteY5701" fmla="*/ 3085560 h 6858000"/>
              <a:gd name="connsiteX5702" fmla="*/ 3752953 w 12203753"/>
              <a:gd name="connsiteY5702" fmla="*/ 3199685 h 6858000"/>
              <a:gd name="connsiteX5703" fmla="*/ 3746642 w 12203753"/>
              <a:gd name="connsiteY5703" fmla="*/ 3313835 h 6858000"/>
              <a:gd name="connsiteX5704" fmla="*/ 3701387 w 12203753"/>
              <a:gd name="connsiteY5704" fmla="*/ 3313835 h 6858000"/>
              <a:gd name="connsiteX5705" fmla="*/ 3695075 w 12203753"/>
              <a:gd name="connsiteY5705" fmla="*/ 3199685 h 6858000"/>
              <a:gd name="connsiteX5706" fmla="*/ 3701387 w 12203753"/>
              <a:gd name="connsiteY5706" fmla="*/ 3085560 h 6858000"/>
              <a:gd name="connsiteX5707" fmla="*/ 4492377 w 12203753"/>
              <a:gd name="connsiteY5707" fmla="*/ 3085549 h 6858000"/>
              <a:gd name="connsiteX5708" fmla="*/ 4537632 w 12203753"/>
              <a:gd name="connsiteY5708" fmla="*/ 3085549 h 6858000"/>
              <a:gd name="connsiteX5709" fmla="*/ 4543944 w 12203753"/>
              <a:gd name="connsiteY5709" fmla="*/ 3199676 h 6858000"/>
              <a:gd name="connsiteX5710" fmla="*/ 4537632 w 12203753"/>
              <a:gd name="connsiteY5710" fmla="*/ 3313829 h 6858000"/>
              <a:gd name="connsiteX5711" fmla="*/ 4492377 w 12203753"/>
              <a:gd name="connsiteY5711" fmla="*/ 3313829 h 6858000"/>
              <a:gd name="connsiteX5712" fmla="*/ 4486128 w 12203753"/>
              <a:gd name="connsiteY5712" fmla="*/ 3199676 h 6858000"/>
              <a:gd name="connsiteX5713" fmla="*/ 4492377 w 12203753"/>
              <a:gd name="connsiteY5713" fmla="*/ 3085549 h 6858000"/>
              <a:gd name="connsiteX5714" fmla="*/ 5283517 w 12203753"/>
              <a:gd name="connsiteY5714" fmla="*/ 3085536 h 6858000"/>
              <a:gd name="connsiteX5715" fmla="*/ 5328774 w 12203753"/>
              <a:gd name="connsiteY5715" fmla="*/ 3085536 h 6858000"/>
              <a:gd name="connsiteX5716" fmla="*/ 5335084 w 12203753"/>
              <a:gd name="connsiteY5716" fmla="*/ 3199668 h 6858000"/>
              <a:gd name="connsiteX5717" fmla="*/ 5328774 w 12203753"/>
              <a:gd name="connsiteY5717" fmla="*/ 3313821 h 6858000"/>
              <a:gd name="connsiteX5718" fmla="*/ 5283517 w 12203753"/>
              <a:gd name="connsiteY5718" fmla="*/ 3313821 h 6858000"/>
              <a:gd name="connsiteX5719" fmla="*/ 5277271 w 12203753"/>
              <a:gd name="connsiteY5719" fmla="*/ 3199668 h 6858000"/>
              <a:gd name="connsiteX5720" fmla="*/ 5283517 w 12203753"/>
              <a:gd name="connsiteY5720" fmla="*/ 3085536 h 6858000"/>
              <a:gd name="connsiteX5721" fmla="*/ 6074648 w 12203753"/>
              <a:gd name="connsiteY5721" fmla="*/ 3085527 h 6858000"/>
              <a:gd name="connsiteX5722" fmla="*/ 6119901 w 12203753"/>
              <a:gd name="connsiteY5722" fmla="*/ 3085527 h 6858000"/>
              <a:gd name="connsiteX5723" fmla="*/ 6126212 w 12203753"/>
              <a:gd name="connsiteY5723" fmla="*/ 3199661 h 6858000"/>
              <a:gd name="connsiteX5724" fmla="*/ 6119901 w 12203753"/>
              <a:gd name="connsiteY5724" fmla="*/ 3313814 h 6858000"/>
              <a:gd name="connsiteX5725" fmla="*/ 6074648 w 12203753"/>
              <a:gd name="connsiteY5725" fmla="*/ 3313814 h 6858000"/>
              <a:gd name="connsiteX5726" fmla="*/ 6068400 w 12203753"/>
              <a:gd name="connsiteY5726" fmla="*/ 3199661 h 6858000"/>
              <a:gd name="connsiteX5727" fmla="*/ 6074648 w 12203753"/>
              <a:gd name="connsiteY5727" fmla="*/ 3085527 h 6858000"/>
              <a:gd name="connsiteX5728" fmla="*/ 6865787 w 12203753"/>
              <a:gd name="connsiteY5728" fmla="*/ 3085517 h 6858000"/>
              <a:gd name="connsiteX5729" fmla="*/ 6910979 w 12203753"/>
              <a:gd name="connsiteY5729" fmla="*/ 3085517 h 6858000"/>
              <a:gd name="connsiteX5730" fmla="*/ 6917290 w 12203753"/>
              <a:gd name="connsiteY5730" fmla="*/ 3199654 h 6858000"/>
              <a:gd name="connsiteX5731" fmla="*/ 6910979 w 12203753"/>
              <a:gd name="connsiteY5731" fmla="*/ 3313807 h 6858000"/>
              <a:gd name="connsiteX5732" fmla="*/ 6865787 w 12203753"/>
              <a:gd name="connsiteY5732" fmla="*/ 3313807 h 6858000"/>
              <a:gd name="connsiteX5733" fmla="*/ 6859477 w 12203753"/>
              <a:gd name="connsiteY5733" fmla="*/ 3199654 h 6858000"/>
              <a:gd name="connsiteX5734" fmla="*/ 6865787 w 12203753"/>
              <a:gd name="connsiteY5734" fmla="*/ 3085517 h 6858000"/>
              <a:gd name="connsiteX5735" fmla="*/ 7656865 w 12203753"/>
              <a:gd name="connsiteY5735" fmla="*/ 3085506 h 6858000"/>
              <a:gd name="connsiteX5736" fmla="*/ 7702121 w 12203753"/>
              <a:gd name="connsiteY5736" fmla="*/ 3085506 h 6858000"/>
              <a:gd name="connsiteX5737" fmla="*/ 7708431 w 12203753"/>
              <a:gd name="connsiteY5737" fmla="*/ 3199646 h 6858000"/>
              <a:gd name="connsiteX5738" fmla="*/ 7702121 w 12203753"/>
              <a:gd name="connsiteY5738" fmla="*/ 3313799 h 6858000"/>
              <a:gd name="connsiteX5739" fmla="*/ 7656865 w 12203753"/>
              <a:gd name="connsiteY5739" fmla="*/ 3313799 h 6858000"/>
              <a:gd name="connsiteX5740" fmla="*/ 7650619 w 12203753"/>
              <a:gd name="connsiteY5740" fmla="*/ 3199646 h 6858000"/>
              <a:gd name="connsiteX5741" fmla="*/ 7656865 w 12203753"/>
              <a:gd name="connsiteY5741" fmla="*/ 3085506 h 6858000"/>
              <a:gd name="connsiteX5742" fmla="*/ 8448006 w 12203753"/>
              <a:gd name="connsiteY5742" fmla="*/ 3085496 h 6858000"/>
              <a:gd name="connsiteX5743" fmla="*/ 8493262 w 12203753"/>
              <a:gd name="connsiteY5743" fmla="*/ 3085496 h 6858000"/>
              <a:gd name="connsiteX5744" fmla="*/ 8499508 w 12203753"/>
              <a:gd name="connsiteY5744" fmla="*/ 3199638 h 6858000"/>
              <a:gd name="connsiteX5745" fmla="*/ 8493262 w 12203753"/>
              <a:gd name="connsiteY5745" fmla="*/ 3313794 h 6858000"/>
              <a:gd name="connsiteX5746" fmla="*/ 8448006 w 12203753"/>
              <a:gd name="connsiteY5746" fmla="*/ 3313794 h 6858000"/>
              <a:gd name="connsiteX5747" fmla="*/ 8441760 w 12203753"/>
              <a:gd name="connsiteY5747" fmla="*/ 3199638 h 6858000"/>
              <a:gd name="connsiteX5748" fmla="*/ 8448006 w 12203753"/>
              <a:gd name="connsiteY5748" fmla="*/ 3085496 h 6858000"/>
              <a:gd name="connsiteX5749" fmla="*/ 9239147 w 12203753"/>
              <a:gd name="connsiteY5749" fmla="*/ 3085485 h 6858000"/>
              <a:gd name="connsiteX5750" fmla="*/ 9284403 w 12203753"/>
              <a:gd name="connsiteY5750" fmla="*/ 3085485 h 6858000"/>
              <a:gd name="connsiteX5751" fmla="*/ 9290649 w 12203753"/>
              <a:gd name="connsiteY5751" fmla="*/ 3199631 h 6858000"/>
              <a:gd name="connsiteX5752" fmla="*/ 9284403 w 12203753"/>
              <a:gd name="connsiteY5752" fmla="*/ 3313786 h 6858000"/>
              <a:gd name="connsiteX5753" fmla="*/ 9239147 w 12203753"/>
              <a:gd name="connsiteY5753" fmla="*/ 3313786 h 6858000"/>
              <a:gd name="connsiteX5754" fmla="*/ 9232901 w 12203753"/>
              <a:gd name="connsiteY5754" fmla="*/ 3199631 h 6858000"/>
              <a:gd name="connsiteX5755" fmla="*/ 9239147 w 12203753"/>
              <a:gd name="connsiteY5755" fmla="*/ 3085485 h 6858000"/>
              <a:gd name="connsiteX5756" fmla="*/ 10030289 w 12203753"/>
              <a:gd name="connsiteY5756" fmla="*/ 3085475 h 6858000"/>
              <a:gd name="connsiteX5757" fmla="*/ 10075481 w 12203753"/>
              <a:gd name="connsiteY5757" fmla="*/ 3085475 h 6858000"/>
              <a:gd name="connsiteX5758" fmla="*/ 10081791 w 12203753"/>
              <a:gd name="connsiteY5758" fmla="*/ 3199623 h 6858000"/>
              <a:gd name="connsiteX5759" fmla="*/ 10075481 w 12203753"/>
              <a:gd name="connsiteY5759" fmla="*/ 3313780 h 6858000"/>
              <a:gd name="connsiteX5760" fmla="*/ 10030289 w 12203753"/>
              <a:gd name="connsiteY5760" fmla="*/ 3313780 h 6858000"/>
              <a:gd name="connsiteX5761" fmla="*/ 10023979 w 12203753"/>
              <a:gd name="connsiteY5761" fmla="*/ 3199623 h 6858000"/>
              <a:gd name="connsiteX5762" fmla="*/ 10030289 w 12203753"/>
              <a:gd name="connsiteY5762" fmla="*/ 3085475 h 6858000"/>
              <a:gd name="connsiteX5763" fmla="*/ 10821367 w 12203753"/>
              <a:gd name="connsiteY5763" fmla="*/ 3085464 h 6858000"/>
              <a:gd name="connsiteX5764" fmla="*/ 10866623 w 12203753"/>
              <a:gd name="connsiteY5764" fmla="*/ 3085464 h 6858000"/>
              <a:gd name="connsiteX5765" fmla="*/ 10872933 w 12203753"/>
              <a:gd name="connsiteY5765" fmla="*/ 3199615 h 6858000"/>
              <a:gd name="connsiteX5766" fmla="*/ 10866623 w 12203753"/>
              <a:gd name="connsiteY5766" fmla="*/ 3313774 h 6858000"/>
              <a:gd name="connsiteX5767" fmla="*/ 10821367 w 12203753"/>
              <a:gd name="connsiteY5767" fmla="*/ 3313774 h 6858000"/>
              <a:gd name="connsiteX5768" fmla="*/ 10815121 w 12203753"/>
              <a:gd name="connsiteY5768" fmla="*/ 3199615 h 6858000"/>
              <a:gd name="connsiteX5769" fmla="*/ 10821367 w 12203753"/>
              <a:gd name="connsiteY5769" fmla="*/ 3085464 h 6858000"/>
              <a:gd name="connsiteX5770" fmla="*/ 11612508 w 12203753"/>
              <a:gd name="connsiteY5770" fmla="*/ 3085453 h 6858000"/>
              <a:gd name="connsiteX5771" fmla="*/ 11657764 w 12203753"/>
              <a:gd name="connsiteY5771" fmla="*/ 3085453 h 6858000"/>
              <a:gd name="connsiteX5772" fmla="*/ 11664075 w 12203753"/>
              <a:gd name="connsiteY5772" fmla="*/ 3199608 h 6858000"/>
              <a:gd name="connsiteX5773" fmla="*/ 11657764 w 12203753"/>
              <a:gd name="connsiteY5773" fmla="*/ 3313766 h 6858000"/>
              <a:gd name="connsiteX5774" fmla="*/ 11612508 w 12203753"/>
              <a:gd name="connsiteY5774" fmla="*/ 3313766 h 6858000"/>
              <a:gd name="connsiteX5775" fmla="*/ 11606262 w 12203753"/>
              <a:gd name="connsiteY5775" fmla="*/ 3199608 h 6858000"/>
              <a:gd name="connsiteX5776" fmla="*/ 11612508 w 12203753"/>
              <a:gd name="connsiteY5776" fmla="*/ 3085453 h 6858000"/>
              <a:gd name="connsiteX5777" fmla="*/ 0 w 12203753"/>
              <a:gd name="connsiteY5777" fmla="*/ 3072758 h 6858000"/>
              <a:gd name="connsiteX5778" fmla="*/ 48559 w 12203753"/>
              <a:gd name="connsiteY5778" fmla="*/ 3103379 h 6858000"/>
              <a:gd name="connsiteX5779" fmla="*/ 76396 w 12203753"/>
              <a:gd name="connsiteY5779" fmla="*/ 3123066 h 6858000"/>
              <a:gd name="connsiteX5780" fmla="*/ 53769 w 12203753"/>
              <a:gd name="connsiteY5780" fmla="*/ 3162252 h 6858000"/>
              <a:gd name="connsiteX5781" fmla="*/ 22784 w 12203753"/>
              <a:gd name="connsiteY5781" fmla="*/ 3147989 h 6858000"/>
              <a:gd name="connsiteX5782" fmla="*/ 0 w 12203753"/>
              <a:gd name="connsiteY5782" fmla="*/ 3136005 h 6858000"/>
              <a:gd name="connsiteX5783" fmla="*/ 12203753 w 12203753"/>
              <a:gd name="connsiteY5783" fmla="*/ 3066970 h 6858000"/>
              <a:gd name="connsiteX5784" fmla="*/ 12203753 w 12203753"/>
              <a:gd name="connsiteY5784" fmla="*/ 3131185 h 6858000"/>
              <a:gd name="connsiteX5785" fmla="*/ 12171908 w 12203753"/>
              <a:gd name="connsiteY5785" fmla="*/ 3147940 h 6858000"/>
              <a:gd name="connsiteX5786" fmla="*/ 12140914 w 12203753"/>
              <a:gd name="connsiteY5786" fmla="*/ 3162185 h 6858000"/>
              <a:gd name="connsiteX5787" fmla="*/ 12118286 w 12203753"/>
              <a:gd name="connsiteY5787" fmla="*/ 3122985 h 6858000"/>
              <a:gd name="connsiteX5788" fmla="*/ 12146132 w 12203753"/>
              <a:gd name="connsiteY5788" fmla="*/ 3103290 h 6858000"/>
              <a:gd name="connsiteX5789" fmla="*/ 449268 w 12203753"/>
              <a:gd name="connsiteY5789" fmla="*/ 3009001 h 6858000"/>
              <a:gd name="connsiteX5790" fmla="*/ 471896 w 12203753"/>
              <a:gd name="connsiteY5790" fmla="*/ 3048191 h 6858000"/>
              <a:gd name="connsiteX5791" fmla="*/ 376162 w 12203753"/>
              <a:gd name="connsiteY5791" fmla="*/ 3110705 h 6858000"/>
              <a:gd name="connsiteX5792" fmla="*/ 274116 w 12203753"/>
              <a:gd name="connsiteY5792" fmla="*/ 3162314 h 6858000"/>
              <a:gd name="connsiteX5793" fmla="*/ 251487 w 12203753"/>
              <a:gd name="connsiteY5793" fmla="*/ 3123128 h 6858000"/>
              <a:gd name="connsiteX5794" fmla="*/ 251551 w 12203753"/>
              <a:gd name="connsiteY5794" fmla="*/ 3123128 h 6858000"/>
              <a:gd name="connsiteX5795" fmla="*/ 347288 w 12203753"/>
              <a:gd name="connsiteY5795" fmla="*/ 3060625 h 6858000"/>
              <a:gd name="connsiteX5796" fmla="*/ 449268 w 12203753"/>
              <a:gd name="connsiteY5796" fmla="*/ 3009001 h 6858000"/>
              <a:gd name="connsiteX5797" fmla="*/ 1240411 w 12203753"/>
              <a:gd name="connsiteY5797" fmla="*/ 3008981 h 6858000"/>
              <a:gd name="connsiteX5798" fmla="*/ 1263039 w 12203753"/>
              <a:gd name="connsiteY5798" fmla="*/ 3048183 h 6858000"/>
              <a:gd name="connsiteX5799" fmla="*/ 1167301 w 12203753"/>
              <a:gd name="connsiteY5799" fmla="*/ 3110697 h 6858000"/>
              <a:gd name="connsiteX5800" fmla="*/ 1065253 w 12203753"/>
              <a:gd name="connsiteY5800" fmla="*/ 3162306 h 6858000"/>
              <a:gd name="connsiteX5801" fmla="*/ 1042617 w 12203753"/>
              <a:gd name="connsiteY5801" fmla="*/ 3123118 h 6858000"/>
              <a:gd name="connsiteX5802" fmla="*/ 1042681 w 12203753"/>
              <a:gd name="connsiteY5802" fmla="*/ 3123118 h 6858000"/>
              <a:gd name="connsiteX5803" fmla="*/ 1138424 w 12203753"/>
              <a:gd name="connsiteY5803" fmla="*/ 3060614 h 6858000"/>
              <a:gd name="connsiteX5804" fmla="*/ 1240411 w 12203753"/>
              <a:gd name="connsiteY5804" fmla="*/ 3008981 h 6858000"/>
              <a:gd name="connsiteX5805" fmla="*/ 2031482 w 12203753"/>
              <a:gd name="connsiteY5805" fmla="*/ 3008970 h 6858000"/>
              <a:gd name="connsiteX5806" fmla="*/ 2054113 w 12203753"/>
              <a:gd name="connsiteY5806" fmla="*/ 3048173 h 6858000"/>
              <a:gd name="connsiteX5807" fmla="*/ 1958376 w 12203753"/>
              <a:gd name="connsiteY5807" fmla="*/ 3110687 h 6858000"/>
              <a:gd name="connsiteX5808" fmla="*/ 1856328 w 12203753"/>
              <a:gd name="connsiteY5808" fmla="*/ 3162298 h 6858000"/>
              <a:gd name="connsiteX5809" fmla="*/ 1833699 w 12203753"/>
              <a:gd name="connsiteY5809" fmla="*/ 3123110 h 6858000"/>
              <a:gd name="connsiteX5810" fmla="*/ 1833765 w 12203753"/>
              <a:gd name="connsiteY5810" fmla="*/ 3123110 h 6858000"/>
              <a:gd name="connsiteX5811" fmla="*/ 1929500 w 12203753"/>
              <a:gd name="connsiteY5811" fmla="*/ 3060603 h 6858000"/>
              <a:gd name="connsiteX5812" fmla="*/ 2031482 w 12203753"/>
              <a:gd name="connsiteY5812" fmla="*/ 3008970 h 6858000"/>
              <a:gd name="connsiteX5813" fmla="*/ 2822615 w 12203753"/>
              <a:gd name="connsiteY5813" fmla="*/ 3008958 h 6858000"/>
              <a:gd name="connsiteX5814" fmla="*/ 2845242 w 12203753"/>
              <a:gd name="connsiteY5814" fmla="*/ 3048161 h 6858000"/>
              <a:gd name="connsiteX5815" fmla="*/ 2749503 w 12203753"/>
              <a:gd name="connsiteY5815" fmla="*/ 3110677 h 6858000"/>
              <a:gd name="connsiteX5816" fmla="*/ 2647458 w 12203753"/>
              <a:gd name="connsiteY5816" fmla="*/ 3162288 h 6858000"/>
              <a:gd name="connsiteX5817" fmla="*/ 2624830 w 12203753"/>
              <a:gd name="connsiteY5817" fmla="*/ 3123099 h 6858000"/>
              <a:gd name="connsiteX5818" fmla="*/ 2624892 w 12203753"/>
              <a:gd name="connsiteY5818" fmla="*/ 3123099 h 6858000"/>
              <a:gd name="connsiteX5819" fmla="*/ 2720633 w 12203753"/>
              <a:gd name="connsiteY5819" fmla="*/ 3060591 h 6858000"/>
              <a:gd name="connsiteX5820" fmla="*/ 2822615 w 12203753"/>
              <a:gd name="connsiteY5820" fmla="*/ 3008958 h 6858000"/>
              <a:gd name="connsiteX5821" fmla="*/ 3613742 w 12203753"/>
              <a:gd name="connsiteY5821" fmla="*/ 3008946 h 6858000"/>
              <a:gd name="connsiteX5822" fmla="*/ 3636372 w 12203753"/>
              <a:gd name="connsiteY5822" fmla="*/ 3048151 h 6858000"/>
              <a:gd name="connsiteX5823" fmla="*/ 3540639 w 12203753"/>
              <a:gd name="connsiteY5823" fmla="*/ 3110666 h 6858000"/>
              <a:gd name="connsiteX5824" fmla="*/ 3438588 w 12203753"/>
              <a:gd name="connsiteY5824" fmla="*/ 3162281 h 6858000"/>
              <a:gd name="connsiteX5825" fmla="*/ 3415959 w 12203753"/>
              <a:gd name="connsiteY5825" fmla="*/ 3123089 h 6858000"/>
              <a:gd name="connsiteX5826" fmla="*/ 3416027 w 12203753"/>
              <a:gd name="connsiteY5826" fmla="*/ 3123089 h 6858000"/>
              <a:gd name="connsiteX5827" fmla="*/ 3511767 w 12203753"/>
              <a:gd name="connsiteY5827" fmla="*/ 3060580 h 6858000"/>
              <a:gd name="connsiteX5828" fmla="*/ 3613742 w 12203753"/>
              <a:gd name="connsiteY5828" fmla="*/ 3008946 h 6858000"/>
              <a:gd name="connsiteX5829" fmla="*/ 669795 w 12203753"/>
              <a:gd name="connsiteY5829" fmla="*/ 3008946 h 6858000"/>
              <a:gd name="connsiteX5830" fmla="*/ 678178 w 12203753"/>
              <a:gd name="connsiteY5830" fmla="*/ 3012659 h 6858000"/>
              <a:gd name="connsiteX5831" fmla="*/ 771792 w 12203753"/>
              <a:gd name="connsiteY5831" fmla="*/ 3060556 h 6858000"/>
              <a:gd name="connsiteX5832" fmla="*/ 867526 w 12203753"/>
              <a:gd name="connsiteY5832" fmla="*/ 3123060 h 6858000"/>
              <a:gd name="connsiteX5833" fmla="*/ 844900 w 12203753"/>
              <a:gd name="connsiteY5833" fmla="*/ 3162246 h 6858000"/>
              <a:gd name="connsiteX5834" fmla="*/ 742918 w 12203753"/>
              <a:gd name="connsiteY5834" fmla="*/ 3110636 h 6858000"/>
              <a:gd name="connsiteX5835" fmla="*/ 647181 w 12203753"/>
              <a:gd name="connsiteY5835" fmla="*/ 3048124 h 6858000"/>
              <a:gd name="connsiteX5836" fmla="*/ 4404792 w 12203753"/>
              <a:gd name="connsiteY5836" fmla="*/ 3008933 h 6858000"/>
              <a:gd name="connsiteX5837" fmla="*/ 4427424 w 12203753"/>
              <a:gd name="connsiteY5837" fmla="*/ 3048135 h 6858000"/>
              <a:gd name="connsiteX5838" fmla="*/ 4331686 w 12203753"/>
              <a:gd name="connsiteY5838" fmla="*/ 3110656 h 6858000"/>
              <a:gd name="connsiteX5839" fmla="*/ 4229635 w 12203753"/>
              <a:gd name="connsiteY5839" fmla="*/ 3162272 h 6858000"/>
              <a:gd name="connsiteX5840" fmla="*/ 4207009 w 12203753"/>
              <a:gd name="connsiteY5840" fmla="*/ 3123081 h 6858000"/>
              <a:gd name="connsiteX5841" fmla="*/ 4207074 w 12203753"/>
              <a:gd name="connsiteY5841" fmla="*/ 3123081 h 6858000"/>
              <a:gd name="connsiteX5842" fmla="*/ 4302809 w 12203753"/>
              <a:gd name="connsiteY5842" fmla="*/ 3060569 h 6858000"/>
              <a:gd name="connsiteX5843" fmla="*/ 4404792 w 12203753"/>
              <a:gd name="connsiteY5843" fmla="*/ 3008933 h 6858000"/>
              <a:gd name="connsiteX5844" fmla="*/ 1460873 w 12203753"/>
              <a:gd name="connsiteY5844" fmla="*/ 3008933 h 6858000"/>
              <a:gd name="connsiteX5845" fmla="*/ 1469257 w 12203753"/>
              <a:gd name="connsiteY5845" fmla="*/ 3012646 h 6858000"/>
              <a:gd name="connsiteX5846" fmla="*/ 1562870 w 12203753"/>
              <a:gd name="connsiteY5846" fmla="*/ 3060544 h 6858000"/>
              <a:gd name="connsiteX5847" fmla="*/ 1658607 w 12203753"/>
              <a:gd name="connsiteY5847" fmla="*/ 3123049 h 6858000"/>
              <a:gd name="connsiteX5848" fmla="*/ 1635980 w 12203753"/>
              <a:gd name="connsiteY5848" fmla="*/ 3162239 h 6858000"/>
              <a:gd name="connsiteX5849" fmla="*/ 1533999 w 12203753"/>
              <a:gd name="connsiteY5849" fmla="*/ 3110628 h 6858000"/>
              <a:gd name="connsiteX5850" fmla="*/ 1438259 w 12203753"/>
              <a:gd name="connsiteY5850" fmla="*/ 3048112 h 6858000"/>
              <a:gd name="connsiteX5851" fmla="*/ 5195941 w 12203753"/>
              <a:gd name="connsiteY5851" fmla="*/ 3008931 h 6858000"/>
              <a:gd name="connsiteX5852" fmla="*/ 5218566 w 12203753"/>
              <a:gd name="connsiteY5852" fmla="*/ 3048129 h 6858000"/>
              <a:gd name="connsiteX5853" fmla="*/ 5122827 w 12203753"/>
              <a:gd name="connsiteY5853" fmla="*/ 3110646 h 6858000"/>
              <a:gd name="connsiteX5854" fmla="*/ 5020783 w 12203753"/>
              <a:gd name="connsiteY5854" fmla="*/ 3162264 h 6858000"/>
              <a:gd name="connsiteX5855" fmla="*/ 4998155 w 12203753"/>
              <a:gd name="connsiteY5855" fmla="*/ 3123071 h 6858000"/>
              <a:gd name="connsiteX5856" fmla="*/ 4998215 w 12203753"/>
              <a:gd name="connsiteY5856" fmla="*/ 3123071 h 6858000"/>
              <a:gd name="connsiteX5857" fmla="*/ 5093953 w 12203753"/>
              <a:gd name="connsiteY5857" fmla="*/ 3060557 h 6858000"/>
              <a:gd name="connsiteX5858" fmla="*/ 5195941 w 12203753"/>
              <a:gd name="connsiteY5858" fmla="*/ 3008931 h 6858000"/>
              <a:gd name="connsiteX5859" fmla="*/ 2252000 w 12203753"/>
              <a:gd name="connsiteY5859" fmla="*/ 3008921 h 6858000"/>
              <a:gd name="connsiteX5860" fmla="*/ 2260383 w 12203753"/>
              <a:gd name="connsiteY5860" fmla="*/ 3012634 h 6858000"/>
              <a:gd name="connsiteX5861" fmla="*/ 2353993 w 12203753"/>
              <a:gd name="connsiteY5861" fmla="*/ 3060533 h 6858000"/>
              <a:gd name="connsiteX5862" fmla="*/ 2449735 w 12203753"/>
              <a:gd name="connsiteY5862" fmla="*/ 3123040 h 6858000"/>
              <a:gd name="connsiteX5863" fmla="*/ 2427108 w 12203753"/>
              <a:gd name="connsiteY5863" fmla="*/ 3162228 h 6858000"/>
              <a:gd name="connsiteX5864" fmla="*/ 2325122 w 12203753"/>
              <a:gd name="connsiteY5864" fmla="*/ 3110618 h 6858000"/>
              <a:gd name="connsiteX5865" fmla="*/ 2229387 w 12203753"/>
              <a:gd name="connsiteY5865" fmla="*/ 3048102 h 6858000"/>
              <a:gd name="connsiteX5866" fmla="*/ 669744 w 12203753"/>
              <a:gd name="connsiteY5866" fmla="*/ 3008921 h 6858000"/>
              <a:gd name="connsiteX5867" fmla="*/ 669808 w 12203753"/>
              <a:gd name="connsiteY5867" fmla="*/ 3008921 h 6858000"/>
              <a:gd name="connsiteX5868" fmla="*/ 669795 w 12203753"/>
              <a:gd name="connsiteY5868" fmla="*/ 3008946 h 6858000"/>
              <a:gd name="connsiteX5869" fmla="*/ 5987007 w 12203753"/>
              <a:gd name="connsiteY5869" fmla="*/ 3008920 h 6858000"/>
              <a:gd name="connsiteX5870" fmla="*/ 6009633 w 12203753"/>
              <a:gd name="connsiteY5870" fmla="*/ 3048117 h 6858000"/>
              <a:gd name="connsiteX5871" fmla="*/ 5913898 w 12203753"/>
              <a:gd name="connsiteY5871" fmla="*/ 3110636 h 6858000"/>
              <a:gd name="connsiteX5872" fmla="*/ 5811850 w 12203753"/>
              <a:gd name="connsiteY5872" fmla="*/ 3162253 h 6858000"/>
              <a:gd name="connsiteX5873" fmla="*/ 5789224 w 12203753"/>
              <a:gd name="connsiteY5873" fmla="*/ 3123061 h 6858000"/>
              <a:gd name="connsiteX5874" fmla="*/ 5789287 w 12203753"/>
              <a:gd name="connsiteY5874" fmla="*/ 3123061 h 6858000"/>
              <a:gd name="connsiteX5875" fmla="*/ 5885024 w 12203753"/>
              <a:gd name="connsiteY5875" fmla="*/ 3060546 h 6858000"/>
              <a:gd name="connsiteX5876" fmla="*/ 5987007 w 12203753"/>
              <a:gd name="connsiteY5876" fmla="*/ 3008920 h 6858000"/>
              <a:gd name="connsiteX5877" fmla="*/ 3043144 w 12203753"/>
              <a:gd name="connsiteY5877" fmla="*/ 3008909 h 6858000"/>
              <a:gd name="connsiteX5878" fmla="*/ 3051523 w 12203753"/>
              <a:gd name="connsiteY5878" fmla="*/ 3012622 h 6858000"/>
              <a:gd name="connsiteX5879" fmla="*/ 3145144 w 12203753"/>
              <a:gd name="connsiteY5879" fmla="*/ 3060520 h 6858000"/>
              <a:gd name="connsiteX5880" fmla="*/ 3240871 w 12203753"/>
              <a:gd name="connsiteY5880" fmla="*/ 3123030 h 6858000"/>
              <a:gd name="connsiteX5881" fmla="*/ 3218243 w 12203753"/>
              <a:gd name="connsiteY5881" fmla="*/ 3162221 h 6858000"/>
              <a:gd name="connsiteX5882" fmla="*/ 3116268 w 12203753"/>
              <a:gd name="connsiteY5882" fmla="*/ 3110608 h 6858000"/>
              <a:gd name="connsiteX5883" fmla="*/ 3020525 w 12203753"/>
              <a:gd name="connsiteY5883" fmla="*/ 3048090 h 6858000"/>
              <a:gd name="connsiteX5884" fmla="*/ 1460821 w 12203753"/>
              <a:gd name="connsiteY5884" fmla="*/ 3008909 h 6858000"/>
              <a:gd name="connsiteX5885" fmla="*/ 1460890 w 12203753"/>
              <a:gd name="connsiteY5885" fmla="*/ 3008909 h 6858000"/>
              <a:gd name="connsiteX5886" fmla="*/ 1460873 w 12203753"/>
              <a:gd name="connsiteY5886" fmla="*/ 3008933 h 6858000"/>
              <a:gd name="connsiteX5887" fmla="*/ 6778210 w 12203753"/>
              <a:gd name="connsiteY5887" fmla="*/ 3008908 h 6858000"/>
              <a:gd name="connsiteX5888" fmla="*/ 6800772 w 12203753"/>
              <a:gd name="connsiteY5888" fmla="*/ 3048105 h 6858000"/>
              <a:gd name="connsiteX5889" fmla="*/ 6705100 w 12203753"/>
              <a:gd name="connsiteY5889" fmla="*/ 3110626 h 6858000"/>
              <a:gd name="connsiteX5890" fmla="*/ 6603052 w 12203753"/>
              <a:gd name="connsiteY5890" fmla="*/ 3162245 h 6858000"/>
              <a:gd name="connsiteX5891" fmla="*/ 6580424 w 12203753"/>
              <a:gd name="connsiteY5891" fmla="*/ 3123051 h 6858000"/>
              <a:gd name="connsiteX5892" fmla="*/ 6676161 w 12203753"/>
              <a:gd name="connsiteY5892" fmla="*/ 3060535 h 6858000"/>
              <a:gd name="connsiteX5893" fmla="*/ 6778210 w 12203753"/>
              <a:gd name="connsiteY5893" fmla="*/ 3008908 h 6858000"/>
              <a:gd name="connsiteX5894" fmla="*/ 7569286 w 12203753"/>
              <a:gd name="connsiteY5894" fmla="*/ 3008897 h 6858000"/>
              <a:gd name="connsiteX5895" fmla="*/ 7591913 w 12203753"/>
              <a:gd name="connsiteY5895" fmla="*/ 3048094 h 6858000"/>
              <a:gd name="connsiteX5896" fmla="*/ 7496176 w 12203753"/>
              <a:gd name="connsiteY5896" fmla="*/ 3110616 h 6858000"/>
              <a:gd name="connsiteX5897" fmla="*/ 7394128 w 12203753"/>
              <a:gd name="connsiteY5897" fmla="*/ 3162236 h 6858000"/>
              <a:gd name="connsiteX5898" fmla="*/ 7371564 w 12203753"/>
              <a:gd name="connsiteY5898" fmla="*/ 3123041 h 6858000"/>
              <a:gd name="connsiteX5899" fmla="*/ 7467302 w 12203753"/>
              <a:gd name="connsiteY5899" fmla="*/ 3060523 h 6858000"/>
              <a:gd name="connsiteX5900" fmla="*/ 7569286 w 12203753"/>
              <a:gd name="connsiteY5900" fmla="*/ 3008897 h 6858000"/>
              <a:gd name="connsiteX5901" fmla="*/ 3834266 w 12203753"/>
              <a:gd name="connsiteY5901" fmla="*/ 3008897 h 6858000"/>
              <a:gd name="connsiteX5902" fmla="*/ 3842651 w 12203753"/>
              <a:gd name="connsiteY5902" fmla="*/ 3012610 h 6858000"/>
              <a:gd name="connsiteX5903" fmla="*/ 3936263 w 12203753"/>
              <a:gd name="connsiteY5903" fmla="*/ 3060509 h 6858000"/>
              <a:gd name="connsiteX5904" fmla="*/ 4031992 w 12203753"/>
              <a:gd name="connsiteY5904" fmla="*/ 3123020 h 6858000"/>
              <a:gd name="connsiteX5905" fmla="*/ 4009366 w 12203753"/>
              <a:gd name="connsiteY5905" fmla="*/ 3162211 h 6858000"/>
              <a:gd name="connsiteX5906" fmla="*/ 3907391 w 12203753"/>
              <a:gd name="connsiteY5906" fmla="*/ 3110598 h 6858000"/>
              <a:gd name="connsiteX5907" fmla="*/ 3811651 w 12203753"/>
              <a:gd name="connsiteY5907" fmla="*/ 3048079 h 6858000"/>
              <a:gd name="connsiteX5908" fmla="*/ 2251951 w 12203753"/>
              <a:gd name="connsiteY5908" fmla="*/ 3008897 h 6858000"/>
              <a:gd name="connsiteX5909" fmla="*/ 2252012 w 12203753"/>
              <a:gd name="connsiteY5909" fmla="*/ 3008897 h 6858000"/>
              <a:gd name="connsiteX5910" fmla="*/ 2252000 w 12203753"/>
              <a:gd name="connsiteY5910" fmla="*/ 3008921 h 6858000"/>
              <a:gd name="connsiteX5911" fmla="*/ 8360428 w 12203753"/>
              <a:gd name="connsiteY5911" fmla="*/ 3008885 h 6858000"/>
              <a:gd name="connsiteX5912" fmla="*/ 8383056 w 12203753"/>
              <a:gd name="connsiteY5912" fmla="*/ 3048084 h 6858000"/>
              <a:gd name="connsiteX5913" fmla="*/ 8287318 w 12203753"/>
              <a:gd name="connsiteY5913" fmla="*/ 3110606 h 6858000"/>
              <a:gd name="connsiteX5914" fmla="*/ 8185270 w 12203753"/>
              <a:gd name="connsiteY5914" fmla="*/ 3162227 h 6858000"/>
              <a:gd name="connsiteX5915" fmla="*/ 8162642 w 12203753"/>
              <a:gd name="connsiteY5915" fmla="*/ 3123032 h 6858000"/>
              <a:gd name="connsiteX5916" fmla="*/ 8258443 w 12203753"/>
              <a:gd name="connsiteY5916" fmla="*/ 3060512 h 6858000"/>
              <a:gd name="connsiteX5917" fmla="*/ 8360428 w 12203753"/>
              <a:gd name="connsiteY5917" fmla="*/ 3008885 h 6858000"/>
              <a:gd name="connsiteX5918" fmla="*/ 4625259 w 12203753"/>
              <a:gd name="connsiteY5918" fmla="*/ 3008885 h 6858000"/>
              <a:gd name="connsiteX5919" fmla="*/ 4633642 w 12203753"/>
              <a:gd name="connsiteY5919" fmla="*/ 3012604 h 6858000"/>
              <a:gd name="connsiteX5920" fmla="*/ 4727254 w 12203753"/>
              <a:gd name="connsiteY5920" fmla="*/ 3060500 h 6858000"/>
              <a:gd name="connsiteX5921" fmla="*/ 4822988 w 12203753"/>
              <a:gd name="connsiteY5921" fmla="*/ 3123011 h 6858000"/>
              <a:gd name="connsiteX5922" fmla="*/ 4800366 w 12203753"/>
              <a:gd name="connsiteY5922" fmla="*/ 3162203 h 6858000"/>
              <a:gd name="connsiteX5923" fmla="*/ 4698380 w 12203753"/>
              <a:gd name="connsiteY5923" fmla="*/ 3110587 h 6858000"/>
              <a:gd name="connsiteX5924" fmla="*/ 4602649 w 12203753"/>
              <a:gd name="connsiteY5924" fmla="*/ 3048067 h 6858000"/>
              <a:gd name="connsiteX5925" fmla="*/ 3043094 w 12203753"/>
              <a:gd name="connsiteY5925" fmla="*/ 3008885 h 6858000"/>
              <a:gd name="connsiteX5926" fmla="*/ 3043156 w 12203753"/>
              <a:gd name="connsiteY5926" fmla="*/ 3008885 h 6858000"/>
              <a:gd name="connsiteX5927" fmla="*/ 3043144 w 12203753"/>
              <a:gd name="connsiteY5927" fmla="*/ 3008909 h 6858000"/>
              <a:gd name="connsiteX5928" fmla="*/ 5416402 w 12203753"/>
              <a:gd name="connsiteY5928" fmla="*/ 3008879 h 6858000"/>
              <a:gd name="connsiteX5929" fmla="*/ 5424781 w 12203753"/>
              <a:gd name="connsiteY5929" fmla="*/ 3012591 h 6858000"/>
              <a:gd name="connsiteX5930" fmla="*/ 5518395 w 12203753"/>
              <a:gd name="connsiteY5930" fmla="*/ 3060488 h 6858000"/>
              <a:gd name="connsiteX5931" fmla="*/ 5614131 w 12203753"/>
              <a:gd name="connsiteY5931" fmla="*/ 3123001 h 6858000"/>
              <a:gd name="connsiteX5932" fmla="*/ 5591504 w 12203753"/>
              <a:gd name="connsiteY5932" fmla="*/ 3162195 h 6858000"/>
              <a:gd name="connsiteX5933" fmla="*/ 5489521 w 12203753"/>
              <a:gd name="connsiteY5933" fmla="*/ 3110578 h 6858000"/>
              <a:gd name="connsiteX5934" fmla="*/ 5393787 w 12203753"/>
              <a:gd name="connsiteY5934" fmla="*/ 3048055 h 6858000"/>
              <a:gd name="connsiteX5935" fmla="*/ 3834218 w 12203753"/>
              <a:gd name="connsiteY5935" fmla="*/ 3008874 h 6858000"/>
              <a:gd name="connsiteX5936" fmla="*/ 3834279 w 12203753"/>
              <a:gd name="connsiteY5936" fmla="*/ 3008874 h 6858000"/>
              <a:gd name="connsiteX5937" fmla="*/ 3834266 w 12203753"/>
              <a:gd name="connsiteY5937" fmla="*/ 3008897 h 6858000"/>
              <a:gd name="connsiteX5938" fmla="*/ 9151570 w 12203753"/>
              <a:gd name="connsiteY5938" fmla="*/ 3008873 h 6858000"/>
              <a:gd name="connsiteX5939" fmla="*/ 9174198 w 12203753"/>
              <a:gd name="connsiteY5939" fmla="*/ 3048072 h 6858000"/>
              <a:gd name="connsiteX5940" fmla="*/ 9078460 w 12203753"/>
              <a:gd name="connsiteY5940" fmla="*/ 3110596 h 6858000"/>
              <a:gd name="connsiteX5941" fmla="*/ 8976412 w 12203753"/>
              <a:gd name="connsiteY5941" fmla="*/ 3162219 h 6858000"/>
              <a:gd name="connsiteX5942" fmla="*/ 8953784 w 12203753"/>
              <a:gd name="connsiteY5942" fmla="*/ 3123023 h 6858000"/>
              <a:gd name="connsiteX5943" fmla="*/ 9049585 w 12203753"/>
              <a:gd name="connsiteY5943" fmla="*/ 3060500 h 6858000"/>
              <a:gd name="connsiteX5944" fmla="*/ 9151570 w 12203753"/>
              <a:gd name="connsiteY5944" fmla="*/ 3008873 h 6858000"/>
              <a:gd name="connsiteX5945" fmla="*/ 4625211 w 12203753"/>
              <a:gd name="connsiteY5945" fmla="*/ 3008869 h 6858000"/>
              <a:gd name="connsiteX5946" fmla="*/ 4625271 w 12203753"/>
              <a:gd name="connsiteY5946" fmla="*/ 3008869 h 6858000"/>
              <a:gd name="connsiteX5947" fmla="*/ 4625259 w 12203753"/>
              <a:gd name="connsiteY5947" fmla="*/ 3008885 h 6858000"/>
              <a:gd name="connsiteX5948" fmla="*/ 9942711 w 12203753"/>
              <a:gd name="connsiteY5948" fmla="*/ 3008860 h 6858000"/>
              <a:gd name="connsiteX5949" fmla="*/ 9965275 w 12203753"/>
              <a:gd name="connsiteY5949" fmla="*/ 3048061 h 6858000"/>
              <a:gd name="connsiteX5950" fmla="*/ 9869601 w 12203753"/>
              <a:gd name="connsiteY5950" fmla="*/ 3110585 h 6858000"/>
              <a:gd name="connsiteX5951" fmla="*/ 9767553 w 12203753"/>
              <a:gd name="connsiteY5951" fmla="*/ 3162210 h 6858000"/>
              <a:gd name="connsiteX5952" fmla="*/ 9744925 w 12203753"/>
              <a:gd name="connsiteY5952" fmla="*/ 3123013 h 6858000"/>
              <a:gd name="connsiteX5953" fmla="*/ 9840663 w 12203753"/>
              <a:gd name="connsiteY5953" fmla="*/ 3060489 h 6858000"/>
              <a:gd name="connsiteX5954" fmla="*/ 9942711 w 12203753"/>
              <a:gd name="connsiteY5954" fmla="*/ 3008860 h 6858000"/>
              <a:gd name="connsiteX5955" fmla="*/ 5416352 w 12203753"/>
              <a:gd name="connsiteY5955" fmla="*/ 3008859 h 6858000"/>
              <a:gd name="connsiteX5956" fmla="*/ 5416414 w 12203753"/>
              <a:gd name="connsiteY5956" fmla="*/ 3008859 h 6858000"/>
              <a:gd name="connsiteX5957" fmla="*/ 5416402 w 12203753"/>
              <a:gd name="connsiteY5957" fmla="*/ 3008879 h 6858000"/>
              <a:gd name="connsiteX5958" fmla="*/ 10733788 w 12203753"/>
              <a:gd name="connsiteY5958" fmla="*/ 3008849 h 6858000"/>
              <a:gd name="connsiteX5959" fmla="*/ 10756416 w 12203753"/>
              <a:gd name="connsiteY5959" fmla="*/ 3048049 h 6858000"/>
              <a:gd name="connsiteX5960" fmla="*/ 10660678 w 12203753"/>
              <a:gd name="connsiteY5960" fmla="*/ 3110575 h 6858000"/>
              <a:gd name="connsiteX5961" fmla="*/ 10558694 w 12203753"/>
              <a:gd name="connsiteY5961" fmla="*/ 3162202 h 6858000"/>
              <a:gd name="connsiteX5962" fmla="*/ 10536066 w 12203753"/>
              <a:gd name="connsiteY5962" fmla="*/ 3123003 h 6858000"/>
              <a:gd name="connsiteX5963" fmla="*/ 10631804 w 12203753"/>
              <a:gd name="connsiteY5963" fmla="*/ 3060477 h 6858000"/>
              <a:gd name="connsiteX5964" fmla="*/ 10733788 w 12203753"/>
              <a:gd name="connsiteY5964" fmla="*/ 3008849 h 6858000"/>
              <a:gd name="connsiteX5965" fmla="*/ 6207480 w 12203753"/>
              <a:gd name="connsiteY5965" fmla="*/ 3008848 h 6858000"/>
              <a:gd name="connsiteX5966" fmla="*/ 6309528 w 12203753"/>
              <a:gd name="connsiteY5966" fmla="*/ 3060476 h 6858000"/>
              <a:gd name="connsiteX5967" fmla="*/ 6405201 w 12203753"/>
              <a:gd name="connsiteY5967" fmla="*/ 3122992 h 6858000"/>
              <a:gd name="connsiteX5968" fmla="*/ 6382638 w 12203753"/>
              <a:gd name="connsiteY5968" fmla="*/ 3162185 h 6858000"/>
              <a:gd name="connsiteX5969" fmla="*/ 6280590 w 12203753"/>
              <a:gd name="connsiteY5969" fmla="*/ 3110568 h 6858000"/>
              <a:gd name="connsiteX5970" fmla="*/ 6184852 w 12203753"/>
              <a:gd name="connsiteY5970" fmla="*/ 3048045 h 6858000"/>
              <a:gd name="connsiteX5971" fmla="*/ 11524930 w 12203753"/>
              <a:gd name="connsiteY5971" fmla="*/ 3008837 h 6858000"/>
              <a:gd name="connsiteX5972" fmla="*/ 11547558 w 12203753"/>
              <a:gd name="connsiteY5972" fmla="*/ 3048037 h 6858000"/>
              <a:gd name="connsiteX5973" fmla="*/ 11451820 w 12203753"/>
              <a:gd name="connsiteY5973" fmla="*/ 3110565 h 6858000"/>
              <a:gd name="connsiteX5974" fmla="*/ 11349836 w 12203753"/>
              <a:gd name="connsiteY5974" fmla="*/ 3162194 h 6858000"/>
              <a:gd name="connsiteX5975" fmla="*/ 11327208 w 12203753"/>
              <a:gd name="connsiteY5975" fmla="*/ 3122994 h 6858000"/>
              <a:gd name="connsiteX5976" fmla="*/ 11422946 w 12203753"/>
              <a:gd name="connsiteY5976" fmla="*/ 3060467 h 6858000"/>
              <a:gd name="connsiteX5977" fmla="*/ 11524930 w 12203753"/>
              <a:gd name="connsiteY5977" fmla="*/ 3008837 h 6858000"/>
              <a:gd name="connsiteX5978" fmla="*/ 6998558 w 12203753"/>
              <a:gd name="connsiteY5978" fmla="*/ 3008836 h 6858000"/>
              <a:gd name="connsiteX5979" fmla="*/ 7100606 w 12203753"/>
              <a:gd name="connsiteY5979" fmla="*/ 3060464 h 6858000"/>
              <a:gd name="connsiteX5980" fmla="*/ 7196344 w 12203753"/>
              <a:gd name="connsiteY5980" fmla="*/ 3122982 h 6858000"/>
              <a:gd name="connsiteX5981" fmla="*/ 7173716 w 12203753"/>
              <a:gd name="connsiteY5981" fmla="*/ 3162177 h 6858000"/>
              <a:gd name="connsiteX5982" fmla="*/ 7071731 w 12203753"/>
              <a:gd name="connsiteY5982" fmla="*/ 3110558 h 6858000"/>
              <a:gd name="connsiteX5983" fmla="*/ 6975995 w 12203753"/>
              <a:gd name="connsiteY5983" fmla="*/ 3048035 h 6858000"/>
              <a:gd name="connsiteX5984" fmla="*/ 7789699 w 12203753"/>
              <a:gd name="connsiteY5984" fmla="*/ 3008824 h 6858000"/>
              <a:gd name="connsiteX5985" fmla="*/ 7891747 w 12203753"/>
              <a:gd name="connsiteY5985" fmla="*/ 3060453 h 6858000"/>
              <a:gd name="connsiteX5986" fmla="*/ 7987485 w 12203753"/>
              <a:gd name="connsiteY5986" fmla="*/ 3122972 h 6858000"/>
              <a:gd name="connsiteX5987" fmla="*/ 7964857 w 12203753"/>
              <a:gd name="connsiteY5987" fmla="*/ 3162168 h 6858000"/>
              <a:gd name="connsiteX5988" fmla="*/ 7862873 w 12203753"/>
              <a:gd name="connsiteY5988" fmla="*/ 3110548 h 6858000"/>
              <a:gd name="connsiteX5989" fmla="*/ 7767072 w 12203753"/>
              <a:gd name="connsiteY5989" fmla="*/ 3048024 h 6858000"/>
              <a:gd name="connsiteX5990" fmla="*/ 8580840 w 12203753"/>
              <a:gd name="connsiteY5990" fmla="*/ 3008812 h 6858000"/>
              <a:gd name="connsiteX5991" fmla="*/ 8682888 w 12203753"/>
              <a:gd name="connsiteY5991" fmla="*/ 3060442 h 6858000"/>
              <a:gd name="connsiteX5992" fmla="*/ 8778626 w 12203753"/>
              <a:gd name="connsiteY5992" fmla="*/ 3122963 h 6858000"/>
              <a:gd name="connsiteX5993" fmla="*/ 8755998 w 12203753"/>
              <a:gd name="connsiteY5993" fmla="*/ 3162160 h 6858000"/>
              <a:gd name="connsiteX5994" fmla="*/ 8654014 w 12203753"/>
              <a:gd name="connsiteY5994" fmla="*/ 3110537 h 6858000"/>
              <a:gd name="connsiteX5995" fmla="*/ 8558213 w 12203753"/>
              <a:gd name="connsiteY5995" fmla="*/ 3048014 h 6858000"/>
              <a:gd name="connsiteX5996" fmla="*/ 9371982 w 12203753"/>
              <a:gd name="connsiteY5996" fmla="*/ 3008802 h 6858000"/>
              <a:gd name="connsiteX5997" fmla="*/ 9474030 w 12203753"/>
              <a:gd name="connsiteY5997" fmla="*/ 3060430 h 6858000"/>
              <a:gd name="connsiteX5998" fmla="*/ 9569768 w 12203753"/>
              <a:gd name="connsiteY5998" fmla="*/ 3122953 h 6858000"/>
              <a:gd name="connsiteX5999" fmla="*/ 9547140 w 12203753"/>
              <a:gd name="connsiteY5999" fmla="*/ 3162151 h 6858000"/>
              <a:gd name="connsiteX6000" fmla="*/ 9445093 w 12203753"/>
              <a:gd name="connsiteY6000" fmla="*/ 3110527 h 6858000"/>
              <a:gd name="connsiteX6001" fmla="*/ 9349355 w 12203753"/>
              <a:gd name="connsiteY6001" fmla="*/ 3048003 h 6858000"/>
              <a:gd name="connsiteX6002" fmla="*/ 10163123 w 12203753"/>
              <a:gd name="connsiteY6002" fmla="*/ 3008789 h 6858000"/>
              <a:gd name="connsiteX6003" fmla="*/ 10265107 w 12203753"/>
              <a:gd name="connsiteY6003" fmla="*/ 3060419 h 6858000"/>
              <a:gd name="connsiteX6004" fmla="*/ 10360845 w 12203753"/>
              <a:gd name="connsiteY6004" fmla="*/ 3122944 h 6858000"/>
              <a:gd name="connsiteX6005" fmla="*/ 10338218 w 12203753"/>
              <a:gd name="connsiteY6005" fmla="*/ 3162143 h 6858000"/>
              <a:gd name="connsiteX6006" fmla="*/ 10236234 w 12203753"/>
              <a:gd name="connsiteY6006" fmla="*/ 3110516 h 6858000"/>
              <a:gd name="connsiteX6007" fmla="*/ 10140496 w 12203753"/>
              <a:gd name="connsiteY6007" fmla="*/ 3047990 h 6858000"/>
              <a:gd name="connsiteX6008" fmla="*/ 10954265 w 12203753"/>
              <a:gd name="connsiteY6008" fmla="*/ 3008778 h 6858000"/>
              <a:gd name="connsiteX6009" fmla="*/ 11056249 w 12203753"/>
              <a:gd name="connsiteY6009" fmla="*/ 3060407 h 6858000"/>
              <a:gd name="connsiteX6010" fmla="*/ 11151987 w 12203753"/>
              <a:gd name="connsiteY6010" fmla="*/ 3122934 h 6858000"/>
              <a:gd name="connsiteX6011" fmla="*/ 11129360 w 12203753"/>
              <a:gd name="connsiteY6011" fmla="*/ 3162133 h 6858000"/>
              <a:gd name="connsiteX6012" fmla="*/ 11027376 w 12203753"/>
              <a:gd name="connsiteY6012" fmla="*/ 3110507 h 6858000"/>
              <a:gd name="connsiteX6013" fmla="*/ 10931638 w 12203753"/>
              <a:gd name="connsiteY6013" fmla="*/ 3047979 h 6858000"/>
              <a:gd name="connsiteX6014" fmla="*/ 11745343 w 12203753"/>
              <a:gd name="connsiteY6014" fmla="*/ 3008768 h 6858000"/>
              <a:gd name="connsiteX6015" fmla="*/ 11847390 w 12203753"/>
              <a:gd name="connsiteY6015" fmla="*/ 3060397 h 6858000"/>
              <a:gd name="connsiteX6016" fmla="*/ 11943128 w 12203753"/>
              <a:gd name="connsiteY6016" fmla="*/ 3122924 h 6858000"/>
              <a:gd name="connsiteX6017" fmla="*/ 11920501 w 12203753"/>
              <a:gd name="connsiteY6017" fmla="*/ 3162125 h 6858000"/>
              <a:gd name="connsiteX6018" fmla="*/ 11818516 w 12203753"/>
              <a:gd name="connsiteY6018" fmla="*/ 3110496 h 6858000"/>
              <a:gd name="connsiteX6019" fmla="*/ 11722715 w 12203753"/>
              <a:gd name="connsiteY6019" fmla="*/ 3047967 h 6858000"/>
              <a:gd name="connsiteX6020" fmla="*/ 141346 w 12203753"/>
              <a:gd name="connsiteY6020" fmla="*/ 2857186 h 6858000"/>
              <a:gd name="connsiteX6021" fmla="*/ 186600 w 12203753"/>
              <a:gd name="connsiteY6021" fmla="*/ 2857186 h 6858000"/>
              <a:gd name="connsiteX6022" fmla="*/ 192910 w 12203753"/>
              <a:gd name="connsiteY6022" fmla="*/ 2971455 h 6858000"/>
              <a:gd name="connsiteX6023" fmla="*/ 186600 w 12203753"/>
              <a:gd name="connsiteY6023" fmla="*/ 3085602 h 6858000"/>
              <a:gd name="connsiteX6024" fmla="*/ 141346 w 12203753"/>
              <a:gd name="connsiteY6024" fmla="*/ 3085602 h 6858000"/>
              <a:gd name="connsiteX6025" fmla="*/ 135099 w 12203753"/>
              <a:gd name="connsiteY6025" fmla="*/ 2971455 h 6858000"/>
              <a:gd name="connsiteX6026" fmla="*/ 141346 w 12203753"/>
              <a:gd name="connsiteY6026" fmla="*/ 2857186 h 6858000"/>
              <a:gd name="connsiteX6027" fmla="*/ 932415 w 12203753"/>
              <a:gd name="connsiteY6027" fmla="*/ 2857177 h 6858000"/>
              <a:gd name="connsiteX6028" fmla="*/ 977669 w 12203753"/>
              <a:gd name="connsiteY6028" fmla="*/ 2857177 h 6858000"/>
              <a:gd name="connsiteX6029" fmla="*/ 983979 w 12203753"/>
              <a:gd name="connsiteY6029" fmla="*/ 2971449 h 6858000"/>
              <a:gd name="connsiteX6030" fmla="*/ 977669 w 12203753"/>
              <a:gd name="connsiteY6030" fmla="*/ 3085597 h 6858000"/>
              <a:gd name="connsiteX6031" fmla="*/ 932415 w 12203753"/>
              <a:gd name="connsiteY6031" fmla="*/ 3085597 h 6858000"/>
              <a:gd name="connsiteX6032" fmla="*/ 926168 w 12203753"/>
              <a:gd name="connsiteY6032" fmla="*/ 2971449 h 6858000"/>
              <a:gd name="connsiteX6033" fmla="*/ 932415 w 12203753"/>
              <a:gd name="connsiteY6033" fmla="*/ 2857177 h 6858000"/>
              <a:gd name="connsiteX6034" fmla="*/ 1723556 w 12203753"/>
              <a:gd name="connsiteY6034" fmla="*/ 2857169 h 6858000"/>
              <a:gd name="connsiteX6035" fmla="*/ 1768814 w 12203753"/>
              <a:gd name="connsiteY6035" fmla="*/ 2857169 h 6858000"/>
              <a:gd name="connsiteX6036" fmla="*/ 1775125 w 12203753"/>
              <a:gd name="connsiteY6036" fmla="*/ 2971437 h 6858000"/>
              <a:gd name="connsiteX6037" fmla="*/ 1768814 w 12203753"/>
              <a:gd name="connsiteY6037" fmla="*/ 3085585 h 6858000"/>
              <a:gd name="connsiteX6038" fmla="*/ 1723556 w 12203753"/>
              <a:gd name="connsiteY6038" fmla="*/ 3085585 h 6858000"/>
              <a:gd name="connsiteX6039" fmla="*/ 1717247 w 12203753"/>
              <a:gd name="connsiteY6039" fmla="*/ 2971437 h 6858000"/>
              <a:gd name="connsiteX6040" fmla="*/ 1723556 w 12203753"/>
              <a:gd name="connsiteY6040" fmla="*/ 2857169 h 6858000"/>
              <a:gd name="connsiteX6041" fmla="*/ 2514689 w 12203753"/>
              <a:gd name="connsiteY6041" fmla="*/ 2857161 h 6858000"/>
              <a:gd name="connsiteX6042" fmla="*/ 2559944 w 12203753"/>
              <a:gd name="connsiteY6042" fmla="*/ 2857161 h 6858000"/>
              <a:gd name="connsiteX6043" fmla="*/ 2566255 w 12203753"/>
              <a:gd name="connsiteY6043" fmla="*/ 2971426 h 6858000"/>
              <a:gd name="connsiteX6044" fmla="*/ 2559944 w 12203753"/>
              <a:gd name="connsiteY6044" fmla="*/ 3085575 h 6858000"/>
              <a:gd name="connsiteX6045" fmla="*/ 2514689 w 12203753"/>
              <a:gd name="connsiteY6045" fmla="*/ 3085575 h 6858000"/>
              <a:gd name="connsiteX6046" fmla="*/ 2508444 w 12203753"/>
              <a:gd name="connsiteY6046" fmla="*/ 2971426 h 6858000"/>
              <a:gd name="connsiteX6047" fmla="*/ 2514689 w 12203753"/>
              <a:gd name="connsiteY6047" fmla="*/ 2857161 h 6858000"/>
              <a:gd name="connsiteX6048" fmla="*/ 3305820 w 12203753"/>
              <a:gd name="connsiteY6048" fmla="*/ 2857152 h 6858000"/>
              <a:gd name="connsiteX6049" fmla="*/ 3351078 w 12203753"/>
              <a:gd name="connsiteY6049" fmla="*/ 2857152 h 6858000"/>
              <a:gd name="connsiteX6050" fmla="*/ 3357385 w 12203753"/>
              <a:gd name="connsiteY6050" fmla="*/ 2971415 h 6858000"/>
              <a:gd name="connsiteX6051" fmla="*/ 3351078 w 12203753"/>
              <a:gd name="connsiteY6051" fmla="*/ 3085564 h 6858000"/>
              <a:gd name="connsiteX6052" fmla="*/ 3305820 w 12203753"/>
              <a:gd name="connsiteY6052" fmla="*/ 3085564 h 6858000"/>
              <a:gd name="connsiteX6053" fmla="*/ 3299575 w 12203753"/>
              <a:gd name="connsiteY6053" fmla="*/ 2971415 h 6858000"/>
              <a:gd name="connsiteX6054" fmla="*/ 3305820 w 12203753"/>
              <a:gd name="connsiteY6054" fmla="*/ 2857152 h 6858000"/>
              <a:gd name="connsiteX6055" fmla="*/ 4096880 w 12203753"/>
              <a:gd name="connsiteY6055" fmla="*/ 2857144 h 6858000"/>
              <a:gd name="connsiteX6056" fmla="*/ 4142136 w 12203753"/>
              <a:gd name="connsiteY6056" fmla="*/ 2857144 h 6858000"/>
              <a:gd name="connsiteX6057" fmla="*/ 4148446 w 12203753"/>
              <a:gd name="connsiteY6057" fmla="*/ 2971403 h 6858000"/>
              <a:gd name="connsiteX6058" fmla="*/ 4142136 w 12203753"/>
              <a:gd name="connsiteY6058" fmla="*/ 3085553 h 6858000"/>
              <a:gd name="connsiteX6059" fmla="*/ 4096880 w 12203753"/>
              <a:gd name="connsiteY6059" fmla="*/ 3085553 h 6858000"/>
              <a:gd name="connsiteX6060" fmla="*/ 4090633 w 12203753"/>
              <a:gd name="connsiteY6060" fmla="*/ 2971403 h 6858000"/>
              <a:gd name="connsiteX6061" fmla="*/ 4096880 w 12203753"/>
              <a:gd name="connsiteY6061" fmla="*/ 2857144 h 6858000"/>
              <a:gd name="connsiteX6062" fmla="*/ 4887944 w 12203753"/>
              <a:gd name="connsiteY6062" fmla="*/ 2857137 h 6858000"/>
              <a:gd name="connsiteX6063" fmla="*/ 4933198 w 12203753"/>
              <a:gd name="connsiteY6063" fmla="*/ 2857137 h 6858000"/>
              <a:gd name="connsiteX6064" fmla="*/ 4939507 w 12203753"/>
              <a:gd name="connsiteY6064" fmla="*/ 2971392 h 6858000"/>
              <a:gd name="connsiteX6065" fmla="*/ 4933198 w 12203753"/>
              <a:gd name="connsiteY6065" fmla="*/ 3085544 h 6858000"/>
              <a:gd name="connsiteX6066" fmla="*/ 4887944 w 12203753"/>
              <a:gd name="connsiteY6066" fmla="*/ 3085544 h 6858000"/>
              <a:gd name="connsiteX6067" fmla="*/ 4881696 w 12203753"/>
              <a:gd name="connsiteY6067" fmla="*/ 2971392 h 6858000"/>
              <a:gd name="connsiteX6068" fmla="*/ 4887944 w 12203753"/>
              <a:gd name="connsiteY6068" fmla="*/ 2857137 h 6858000"/>
              <a:gd name="connsiteX6069" fmla="*/ 5679084 w 12203753"/>
              <a:gd name="connsiteY6069" fmla="*/ 2857129 h 6858000"/>
              <a:gd name="connsiteX6070" fmla="*/ 5724338 w 12203753"/>
              <a:gd name="connsiteY6070" fmla="*/ 2857129 h 6858000"/>
              <a:gd name="connsiteX6071" fmla="*/ 5730645 w 12203753"/>
              <a:gd name="connsiteY6071" fmla="*/ 2971380 h 6858000"/>
              <a:gd name="connsiteX6072" fmla="*/ 5724338 w 12203753"/>
              <a:gd name="connsiteY6072" fmla="*/ 3085532 h 6858000"/>
              <a:gd name="connsiteX6073" fmla="*/ 5679084 w 12203753"/>
              <a:gd name="connsiteY6073" fmla="*/ 3085532 h 6858000"/>
              <a:gd name="connsiteX6074" fmla="*/ 5672769 w 12203753"/>
              <a:gd name="connsiteY6074" fmla="*/ 2971380 h 6858000"/>
              <a:gd name="connsiteX6075" fmla="*/ 5679084 w 12203753"/>
              <a:gd name="connsiteY6075" fmla="*/ 2857129 h 6858000"/>
              <a:gd name="connsiteX6076" fmla="*/ 6470217 w 12203753"/>
              <a:gd name="connsiteY6076" fmla="*/ 2857121 h 6858000"/>
              <a:gd name="connsiteX6077" fmla="*/ 6515408 w 12203753"/>
              <a:gd name="connsiteY6077" fmla="*/ 2857121 h 6858000"/>
              <a:gd name="connsiteX6078" fmla="*/ 6521719 w 12203753"/>
              <a:gd name="connsiteY6078" fmla="*/ 2971369 h 6858000"/>
              <a:gd name="connsiteX6079" fmla="*/ 6515408 w 12203753"/>
              <a:gd name="connsiteY6079" fmla="*/ 3085522 h 6858000"/>
              <a:gd name="connsiteX6080" fmla="*/ 6470217 w 12203753"/>
              <a:gd name="connsiteY6080" fmla="*/ 3085522 h 6858000"/>
              <a:gd name="connsiteX6081" fmla="*/ 6463906 w 12203753"/>
              <a:gd name="connsiteY6081" fmla="*/ 2971369 h 6858000"/>
              <a:gd name="connsiteX6082" fmla="*/ 6470217 w 12203753"/>
              <a:gd name="connsiteY6082" fmla="*/ 2857121 h 6858000"/>
              <a:gd name="connsiteX6083" fmla="*/ 7261293 w 12203753"/>
              <a:gd name="connsiteY6083" fmla="*/ 2857113 h 6858000"/>
              <a:gd name="connsiteX6084" fmla="*/ 7306549 w 12203753"/>
              <a:gd name="connsiteY6084" fmla="*/ 2857113 h 6858000"/>
              <a:gd name="connsiteX6085" fmla="*/ 7312860 w 12203753"/>
              <a:gd name="connsiteY6085" fmla="*/ 2971357 h 6858000"/>
              <a:gd name="connsiteX6086" fmla="*/ 7306549 w 12203753"/>
              <a:gd name="connsiteY6086" fmla="*/ 3085511 h 6858000"/>
              <a:gd name="connsiteX6087" fmla="*/ 7261293 w 12203753"/>
              <a:gd name="connsiteY6087" fmla="*/ 3085511 h 6858000"/>
              <a:gd name="connsiteX6088" fmla="*/ 7255047 w 12203753"/>
              <a:gd name="connsiteY6088" fmla="*/ 2971357 h 6858000"/>
              <a:gd name="connsiteX6089" fmla="*/ 7261293 w 12203753"/>
              <a:gd name="connsiteY6089" fmla="*/ 2857113 h 6858000"/>
              <a:gd name="connsiteX6090" fmla="*/ 8052435 w 12203753"/>
              <a:gd name="connsiteY6090" fmla="*/ 2857104 h 6858000"/>
              <a:gd name="connsiteX6091" fmla="*/ 8097691 w 12203753"/>
              <a:gd name="connsiteY6091" fmla="*/ 2857104 h 6858000"/>
              <a:gd name="connsiteX6092" fmla="*/ 8103938 w 12203753"/>
              <a:gd name="connsiteY6092" fmla="*/ 2971345 h 6858000"/>
              <a:gd name="connsiteX6093" fmla="*/ 8097691 w 12203753"/>
              <a:gd name="connsiteY6093" fmla="*/ 3085501 h 6858000"/>
              <a:gd name="connsiteX6094" fmla="*/ 8052435 w 12203753"/>
              <a:gd name="connsiteY6094" fmla="*/ 3085501 h 6858000"/>
              <a:gd name="connsiteX6095" fmla="*/ 8046189 w 12203753"/>
              <a:gd name="connsiteY6095" fmla="*/ 2971345 h 6858000"/>
              <a:gd name="connsiteX6096" fmla="*/ 8052435 w 12203753"/>
              <a:gd name="connsiteY6096" fmla="*/ 2857104 h 6858000"/>
              <a:gd name="connsiteX6097" fmla="*/ 8843577 w 12203753"/>
              <a:gd name="connsiteY6097" fmla="*/ 2857096 h 6858000"/>
              <a:gd name="connsiteX6098" fmla="*/ 8888832 w 12203753"/>
              <a:gd name="connsiteY6098" fmla="*/ 2857096 h 6858000"/>
              <a:gd name="connsiteX6099" fmla="*/ 8895079 w 12203753"/>
              <a:gd name="connsiteY6099" fmla="*/ 2971334 h 6858000"/>
              <a:gd name="connsiteX6100" fmla="*/ 8888832 w 12203753"/>
              <a:gd name="connsiteY6100" fmla="*/ 3085490 h 6858000"/>
              <a:gd name="connsiteX6101" fmla="*/ 8843577 w 12203753"/>
              <a:gd name="connsiteY6101" fmla="*/ 3085490 h 6858000"/>
              <a:gd name="connsiteX6102" fmla="*/ 8837330 w 12203753"/>
              <a:gd name="connsiteY6102" fmla="*/ 2971334 h 6858000"/>
              <a:gd name="connsiteX6103" fmla="*/ 8843577 w 12203753"/>
              <a:gd name="connsiteY6103" fmla="*/ 2857096 h 6858000"/>
              <a:gd name="connsiteX6104" fmla="*/ 9634719 w 12203753"/>
              <a:gd name="connsiteY6104" fmla="*/ 2857088 h 6858000"/>
              <a:gd name="connsiteX6105" fmla="*/ 9679910 w 12203753"/>
              <a:gd name="connsiteY6105" fmla="*/ 2857088 h 6858000"/>
              <a:gd name="connsiteX6106" fmla="*/ 9686221 w 12203753"/>
              <a:gd name="connsiteY6106" fmla="*/ 2971322 h 6858000"/>
              <a:gd name="connsiteX6107" fmla="*/ 9679910 w 12203753"/>
              <a:gd name="connsiteY6107" fmla="*/ 3085479 h 6858000"/>
              <a:gd name="connsiteX6108" fmla="*/ 9634719 w 12203753"/>
              <a:gd name="connsiteY6108" fmla="*/ 3085479 h 6858000"/>
              <a:gd name="connsiteX6109" fmla="*/ 9628408 w 12203753"/>
              <a:gd name="connsiteY6109" fmla="*/ 2971322 h 6858000"/>
              <a:gd name="connsiteX6110" fmla="*/ 9634719 w 12203753"/>
              <a:gd name="connsiteY6110" fmla="*/ 2857088 h 6858000"/>
              <a:gd name="connsiteX6111" fmla="*/ 10425796 w 12203753"/>
              <a:gd name="connsiteY6111" fmla="*/ 2857079 h 6858000"/>
              <a:gd name="connsiteX6112" fmla="*/ 10471052 w 12203753"/>
              <a:gd name="connsiteY6112" fmla="*/ 2857079 h 6858000"/>
              <a:gd name="connsiteX6113" fmla="*/ 10477362 w 12203753"/>
              <a:gd name="connsiteY6113" fmla="*/ 2971311 h 6858000"/>
              <a:gd name="connsiteX6114" fmla="*/ 10471052 w 12203753"/>
              <a:gd name="connsiteY6114" fmla="*/ 3085469 h 6858000"/>
              <a:gd name="connsiteX6115" fmla="*/ 10425796 w 12203753"/>
              <a:gd name="connsiteY6115" fmla="*/ 3085469 h 6858000"/>
              <a:gd name="connsiteX6116" fmla="*/ 10419550 w 12203753"/>
              <a:gd name="connsiteY6116" fmla="*/ 2971311 h 6858000"/>
              <a:gd name="connsiteX6117" fmla="*/ 10425796 w 12203753"/>
              <a:gd name="connsiteY6117" fmla="*/ 2857079 h 6858000"/>
              <a:gd name="connsiteX6118" fmla="*/ 11216938 w 12203753"/>
              <a:gd name="connsiteY6118" fmla="*/ 2857071 h 6858000"/>
              <a:gd name="connsiteX6119" fmla="*/ 11262194 w 12203753"/>
              <a:gd name="connsiteY6119" fmla="*/ 2857071 h 6858000"/>
              <a:gd name="connsiteX6120" fmla="*/ 11268504 w 12203753"/>
              <a:gd name="connsiteY6120" fmla="*/ 2971300 h 6858000"/>
              <a:gd name="connsiteX6121" fmla="*/ 11262194 w 12203753"/>
              <a:gd name="connsiteY6121" fmla="*/ 3085458 h 6858000"/>
              <a:gd name="connsiteX6122" fmla="*/ 11216938 w 12203753"/>
              <a:gd name="connsiteY6122" fmla="*/ 3085458 h 6858000"/>
              <a:gd name="connsiteX6123" fmla="*/ 11210692 w 12203753"/>
              <a:gd name="connsiteY6123" fmla="*/ 2971300 h 6858000"/>
              <a:gd name="connsiteX6124" fmla="*/ 11216938 w 12203753"/>
              <a:gd name="connsiteY6124" fmla="*/ 2857071 h 6858000"/>
              <a:gd name="connsiteX6125" fmla="*/ 12008079 w 12203753"/>
              <a:gd name="connsiteY6125" fmla="*/ 2857065 h 6858000"/>
              <a:gd name="connsiteX6126" fmla="*/ 12053335 w 12203753"/>
              <a:gd name="connsiteY6126" fmla="*/ 2857065 h 6858000"/>
              <a:gd name="connsiteX6127" fmla="*/ 12059581 w 12203753"/>
              <a:gd name="connsiteY6127" fmla="*/ 2971289 h 6858000"/>
              <a:gd name="connsiteX6128" fmla="*/ 12053335 w 12203753"/>
              <a:gd name="connsiteY6128" fmla="*/ 3085448 h 6858000"/>
              <a:gd name="connsiteX6129" fmla="*/ 12008079 w 12203753"/>
              <a:gd name="connsiteY6129" fmla="*/ 3085448 h 6858000"/>
              <a:gd name="connsiteX6130" fmla="*/ 12001833 w 12203753"/>
              <a:gd name="connsiteY6130" fmla="*/ 2971289 h 6858000"/>
              <a:gd name="connsiteX6131" fmla="*/ 12008079 w 12203753"/>
              <a:gd name="connsiteY6131" fmla="*/ 2857065 h 6858000"/>
              <a:gd name="connsiteX6132" fmla="*/ 53706 w 12203753"/>
              <a:gd name="connsiteY6132" fmla="*/ 2780592 h 6858000"/>
              <a:gd name="connsiteX6133" fmla="*/ 76333 w 12203753"/>
              <a:gd name="connsiteY6133" fmla="*/ 2819764 h 6858000"/>
              <a:gd name="connsiteX6134" fmla="*/ 48496 w 12203753"/>
              <a:gd name="connsiteY6134" fmla="*/ 2839459 h 6858000"/>
              <a:gd name="connsiteX6135" fmla="*/ 0 w 12203753"/>
              <a:gd name="connsiteY6135" fmla="*/ 2870077 h 6858000"/>
              <a:gd name="connsiteX6136" fmla="*/ 0 w 12203753"/>
              <a:gd name="connsiteY6136" fmla="*/ 2806788 h 6858000"/>
              <a:gd name="connsiteX6137" fmla="*/ 22745 w 12203753"/>
              <a:gd name="connsiteY6137" fmla="*/ 2794826 h 6858000"/>
              <a:gd name="connsiteX6138" fmla="*/ 53706 w 12203753"/>
              <a:gd name="connsiteY6138" fmla="*/ 2780592 h 6858000"/>
              <a:gd name="connsiteX6139" fmla="*/ 844835 w 12203753"/>
              <a:gd name="connsiteY6139" fmla="*/ 2780581 h 6858000"/>
              <a:gd name="connsiteX6140" fmla="*/ 867464 w 12203753"/>
              <a:gd name="connsiteY6140" fmla="*/ 2819753 h 6858000"/>
              <a:gd name="connsiteX6141" fmla="*/ 771727 w 12203753"/>
              <a:gd name="connsiteY6141" fmla="*/ 2882319 h 6858000"/>
              <a:gd name="connsiteX6142" fmla="*/ 669681 w 12203753"/>
              <a:gd name="connsiteY6142" fmla="*/ 2934071 h 6858000"/>
              <a:gd name="connsiteX6143" fmla="*/ 647052 w 12203753"/>
              <a:gd name="connsiteY6143" fmla="*/ 2894837 h 6858000"/>
              <a:gd name="connsiteX6144" fmla="*/ 647116 w 12203753"/>
              <a:gd name="connsiteY6144" fmla="*/ 2894772 h 6858000"/>
              <a:gd name="connsiteX6145" fmla="*/ 742854 w 12203753"/>
              <a:gd name="connsiteY6145" fmla="*/ 2832170 h 6858000"/>
              <a:gd name="connsiteX6146" fmla="*/ 844835 w 12203753"/>
              <a:gd name="connsiteY6146" fmla="*/ 2780581 h 6858000"/>
              <a:gd name="connsiteX6147" fmla="*/ 1635915 w 12203753"/>
              <a:gd name="connsiteY6147" fmla="*/ 2780572 h 6858000"/>
              <a:gd name="connsiteX6148" fmla="*/ 1658544 w 12203753"/>
              <a:gd name="connsiteY6148" fmla="*/ 2819750 h 6858000"/>
              <a:gd name="connsiteX6149" fmla="*/ 1562806 w 12203753"/>
              <a:gd name="connsiteY6149" fmla="*/ 2882309 h 6858000"/>
              <a:gd name="connsiteX6150" fmla="*/ 1460759 w 12203753"/>
              <a:gd name="connsiteY6150" fmla="*/ 2934056 h 6858000"/>
              <a:gd name="connsiteX6151" fmla="*/ 1438131 w 12203753"/>
              <a:gd name="connsiteY6151" fmla="*/ 2894825 h 6858000"/>
              <a:gd name="connsiteX6152" fmla="*/ 1438196 w 12203753"/>
              <a:gd name="connsiteY6152" fmla="*/ 2894760 h 6858000"/>
              <a:gd name="connsiteX6153" fmla="*/ 1533932 w 12203753"/>
              <a:gd name="connsiteY6153" fmla="*/ 2832164 h 6858000"/>
              <a:gd name="connsiteX6154" fmla="*/ 1635915 w 12203753"/>
              <a:gd name="connsiteY6154" fmla="*/ 2780572 h 6858000"/>
              <a:gd name="connsiteX6155" fmla="*/ 2427043 w 12203753"/>
              <a:gd name="connsiteY6155" fmla="*/ 2780563 h 6858000"/>
              <a:gd name="connsiteX6156" fmla="*/ 2449673 w 12203753"/>
              <a:gd name="connsiteY6156" fmla="*/ 2819742 h 6858000"/>
              <a:gd name="connsiteX6157" fmla="*/ 2353932 w 12203753"/>
              <a:gd name="connsiteY6157" fmla="*/ 2882299 h 6858000"/>
              <a:gd name="connsiteX6158" fmla="*/ 2251888 w 12203753"/>
              <a:gd name="connsiteY6158" fmla="*/ 2934043 h 6858000"/>
              <a:gd name="connsiteX6159" fmla="*/ 2229258 w 12203753"/>
              <a:gd name="connsiteY6159" fmla="*/ 2894813 h 6858000"/>
              <a:gd name="connsiteX6160" fmla="*/ 2229324 w 12203753"/>
              <a:gd name="connsiteY6160" fmla="*/ 2894749 h 6858000"/>
              <a:gd name="connsiteX6161" fmla="*/ 2325057 w 12203753"/>
              <a:gd name="connsiteY6161" fmla="*/ 2832158 h 6858000"/>
              <a:gd name="connsiteX6162" fmla="*/ 2427043 w 12203753"/>
              <a:gd name="connsiteY6162" fmla="*/ 2780563 h 6858000"/>
              <a:gd name="connsiteX6163" fmla="*/ 3218179 w 12203753"/>
              <a:gd name="connsiteY6163" fmla="*/ 2780553 h 6858000"/>
              <a:gd name="connsiteX6164" fmla="*/ 3240807 w 12203753"/>
              <a:gd name="connsiteY6164" fmla="*/ 2819733 h 6858000"/>
              <a:gd name="connsiteX6165" fmla="*/ 3145079 w 12203753"/>
              <a:gd name="connsiteY6165" fmla="*/ 2882290 h 6858000"/>
              <a:gd name="connsiteX6166" fmla="*/ 3043026 w 12203753"/>
              <a:gd name="connsiteY6166" fmla="*/ 2934028 h 6858000"/>
              <a:gd name="connsiteX6167" fmla="*/ 3020398 w 12203753"/>
              <a:gd name="connsiteY6167" fmla="*/ 2894802 h 6858000"/>
              <a:gd name="connsiteX6168" fmla="*/ 3020464 w 12203753"/>
              <a:gd name="connsiteY6168" fmla="*/ 2894737 h 6858000"/>
              <a:gd name="connsiteX6169" fmla="*/ 3116202 w 12203753"/>
              <a:gd name="connsiteY6169" fmla="*/ 2832150 h 6858000"/>
              <a:gd name="connsiteX6170" fmla="*/ 3218179 w 12203753"/>
              <a:gd name="connsiteY6170" fmla="*/ 2780553 h 6858000"/>
              <a:gd name="connsiteX6171" fmla="*/ 4009303 w 12203753"/>
              <a:gd name="connsiteY6171" fmla="*/ 2780544 h 6858000"/>
              <a:gd name="connsiteX6172" fmla="*/ 4031930 w 12203753"/>
              <a:gd name="connsiteY6172" fmla="*/ 2819725 h 6858000"/>
              <a:gd name="connsiteX6173" fmla="*/ 3936200 w 12203753"/>
              <a:gd name="connsiteY6173" fmla="*/ 2882280 h 6858000"/>
              <a:gd name="connsiteX6174" fmla="*/ 3834153 w 12203753"/>
              <a:gd name="connsiteY6174" fmla="*/ 2934015 h 6858000"/>
              <a:gd name="connsiteX6175" fmla="*/ 3811524 w 12203753"/>
              <a:gd name="connsiteY6175" fmla="*/ 2894790 h 6858000"/>
              <a:gd name="connsiteX6176" fmla="*/ 3811587 w 12203753"/>
              <a:gd name="connsiteY6176" fmla="*/ 2894725 h 6858000"/>
              <a:gd name="connsiteX6177" fmla="*/ 3907323 w 12203753"/>
              <a:gd name="connsiteY6177" fmla="*/ 2832143 h 6858000"/>
              <a:gd name="connsiteX6178" fmla="*/ 4009303 w 12203753"/>
              <a:gd name="connsiteY6178" fmla="*/ 2780544 h 6858000"/>
              <a:gd name="connsiteX6179" fmla="*/ 274229 w 12203753"/>
              <a:gd name="connsiteY6179" fmla="*/ 2780544 h 6858000"/>
              <a:gd name="connsiteX6180" fmla="*/ 282613 w 12203753"/>
              <a:gd name="connsiteY6180" fmla="*/ 2784250 h 6858000"/>
              <a:gd name="connsiteX6181" fmla="*/ 376224 w 12203753"/>
              <a:gd name="connsiteY6181" fmla="*/ 2832112 h 6858000"/>
              <a:gd name="connsiteX6182" fmla="*/ 471959 w 12203753"/>
              <a:gd name="connsiteY6182" fmla="*/ 2894714 h 6858000"/>
              <a:gd name="connsiteX6183" fmla="*/ 449332 w 12203753"/>
              <a:gd name="connsiteY6183" fmla="*/ 2933950 h 6858000"/>
              <a:gd name="connsiteX6184" fmla="*/ 347352 w 12203753"/>
              <a:gd name="connsiteY6184" fmla="*/ 2882260 h 6858000"/>
              <a:gd name="connsiteX6185" fmla="*/ 251614 w 12203753"/>
              <a:gd name="connsiteY6185" fmla="*/ 2819697 h 6858000"/>
              <a:gd name="connsiteX6186" fmla="*/ 1065369 w 12203753"/>
              <a:gd name="connsiteY6186" fmla="*/ 2780535 h 6858000"/>
              <a:gd name="connsiteX6187" fmla="*/ 1073750 w 12203753"/>
              <a:gd name="connsiteY6187" fmla="*/ 2784241 h 6858000"/>
              <a:gd name="connsiteX6188" fmla="*/ 1167366 w 12203753"/>
              <a:gd name="connsiteY6188" fmla="*/ 2832104 h 6858000"/>
              <a:gd name="connsiteX6189" fmla="*/ 1263103 w 12203753"/>
              <a:gd name="connsiteY6189" fmla="*/ 2894702 h 6858000"/>
              <a:gd name="connsiteX6190" fmla="*/ 1240476 w 12203753"/>
              <a:gd name="connsiteY6190" fmla="*/ 2933938 h 6858000"/>
              <a:gd name="connsiteX6191" fmla="*/ 1138491 w 12203753"/>
              <a:gd name="connsiteY6191" fmla="*/ 2882251 h 6858000"/>
              <a:gd name="connsiteX6192" fmla="*/ 1042746 w 12203753"/>
              <a:gd name="connsiteY6192" fmla="*/ 2819689 h 6858000"/>
              <a:gd name="connsiteX6193" fmla="*/ 4800426 w 12203753"/>
              <a:gd name="connsiteY6193" fmla="*/ 2780534 h 6858000"/>
              <a:gd name="connsiteX6194" fmla="*/ 4823054 w 12203753"/>
              <a:gd name="connsiteY6194" fmla="*/ 2819717 h 6858000"/>
              <a:gd name="connsiteX6195" fmla="*/ 4727319 w 12203753"/>
              <a:gd name="connsiteY6195" fmla="*/ 2882270 h 6858000"/>
              <a:gd name="connsiteX6196" fmla="*/ 4625271 w 12203753"/>
              <a:gd name="connsiteY6196" fmla="*/ 2934001 h 6858000"/>
              <a:gd name="connsiteX6197" fmla="*/ 4602649 w 12203753"/>
              <a:gd name="connsiteY6197" fmla="*/ 2894778 h 6858000"/>
              <a:gd name="connsiteX6198" fmla="*/ 4602649 w 12203753"/>
              <a:gd name="connsiteY6198" fmla="*/ 2894714 h 6858000"/>
              <a:gd name="connsiteX6199" fmla="*/ 4698380 w 12203753"/>
              <a:gd name="connsiteY6199" fmla="*/ 2832136 h 6858000"/>
              <a:gd name="connsiteX6200" fmla="*/ 4800426 w 12203753"/>
              <a:gd name="connsiteY6200" fmla="*/ 2780534 h 6858000"/>
              <a:gd name="connsiteX6201" fmla="*/ 5591504 w 12203753"/>
              <a:gd name="connsiteY6201" fmla="*/ 2780526 h 6858000"/>
              <a:gd name="connsiteX6202" fmla="*/ 5614132 w 12203753"/>
              <a:gd name="connsiteY6202" fmla="*/ 2819709 h 6858000"/>
              <a:gd name="connsiteX6203" fmla="*/ 5518397 w 12203753"/>
              <a:gd name="connsiteY6203" fmla="*/ 2882260 h 6858000"/>
              <a:gd name="connsiteX6204" fmla="*/ 5416352 w 12203753"/>
              <a:gd name="connsiteY6204" fmla="*/ 2933988 h 6858000"/>
              <a:gd name="connsiteX6205" fmla="*/ 5393724 w 12203753"/>
              <a:gd name="connsiteY6205" fmla="*/ 2894767 h 6858000"/>
              <a:gd name="connsiteX6206" fmla="*/ 5393724 w 12203753"/>
              <a:gd name="connsiteY6206" fmla="*/ 2894702 h 6858000"/>
              <a:gd name="connsiteX6207" fmla="*/ 5489459 w 12203753"/>
              <a:gd name="connsiteY6207" fmla="*/ 2832132 h 6858000"/>
              <a:gd name="connsiteX6208" fmla="*/ 5591504 w 12203753"/>
              <a:gd name="connsiteY6208" fmla="*/ 2780526 h 6858000"/>
              <a:gd name="connsiteX6209" fmla="*/ 1856440 w 12203753"/>
              <a:gd name="connsiteY6209" fmla="*/ 2780526 h 6858000"/>
              <a:gd name="connsiteX6210" fmla="*/ 1864826 w 12203753"/>
              <a:gd name="connsiteY6210" fmla="*/ 2784233 h 6858000"/>
              <a:gd name="connsiteX6211" fmla="*/ 1958439 w 12203753"/>
              <a:gd name="connsiteY6211" fmla="*/ 2832098 h 6858000"/>
              <a:gd name="connsiteX6212" fmla="*/ 2054174 w 12203753"/>
              <a:gd name="connsiteY6212" fmla="*/ 2894691 h 6858000"/>
              <a:gd name="connsiteX6213" fmla="*/ 2031546 w 12203753"/>
              <a:gd name="connsiteY6213" fmla="*/ 2933925 h 6858000"/>
              <a:gd name="connsiteX6214" fmla="*/ 1929564 w 12203753"/>
              <a:gd name="connsiteY6214" fmla="*/ 2882242 h 6858000"/>
              <a:gd name="connsiteX6215" fmla="*/ 1833827 w 12203753"/>
              <a:gd name="connsiteY6215" fmla="*/ 2819679 h 6858000"/>
              <a:gd name="connsiteX6216" fmla="*/ 274178 w 12203753"/>
              <a:gd name="connsiteY6216" fmla="*/ 2780523 h 6858000"/>
              <a:gd name="connsiteX6217" fmla="*/ 274242 w 12203753"/>
              <a:gd name="connsiteY6217" fmla="*/ 2780523 h 6858000"/>
              <a:gd name="connsiteX6218" fmla="*/ 274229 w 12203753"/>
              <a:gd name="connsiteY6218" fmla="*/ 2780544 h 6858000"/>
              <a:gd name="connsiteX6219" fmla="*/ 6382638 w 12203753"/>
              <a:gd name="connsiteY6219" fmla="*/ 2780517 h 6858000"/>
              <a:gd name="connsiteX6220" fmla="*/ 6405201 w 12203753"/>
              <a:gd name="connsiteY6220" fmla="*/ 2819702 h 6858000"/>
              <a:gd name="connsiteX6221" fmla="*/ 6309528 w 12203753"/>
              <a:gd name="connsiteY6221" fmla="*/ 2882249 h 6858000"/>
              <a:gd name="connsiteX6222" fmla="*/ 6207480 w 12203753"/>
              <a:gd name="connsiteY6222" fmla="*/ 2933974 h 6858000"/>
              <a:gd name="connsiteX6223" fmla="*/ 6184852 w 12203753"/>
              <a:gd name="connsiteY6223" fmla="*/ 2894755 h 6858000"/>
              <a:gd name="connsiteX6224" fmla="*/ 6184852 w 12203753"/>
              <a:gd name="connsiteY6224" fmla="*/ 2894691 h 6858000"/>
              <a:gd name="connsiteX6225" fmla="*/ 6280590 w 12203753"/>
              <a:gd name="connsiteY6225" fmla="*/ 2832124 h 6858000"/>
              <a:gd name="connsiteX6226" fmla="*/ 6382638 w 12203753"/>
              <a:gd name="connsiteY6226" fmla="*/ 2780517 h 6858000"/>
              <a:gd name="connsiteX6227" fmla="*/ 2647573 w 12203753"/>
              <a:gd name="connsiteY6227" fmla="*/ 2780517 h 6858000"/>
              <a:gd name="connsiteX6228" fmla="*/ 2655955 w 12203753"/>
              <a:gd name="connsiteY6228" fmla="*/ 2784223 h 6858000"/>
              <a:gd name="connsiteX6229" fmla="*/ 2749571 w 12203753"/>
              <a:gd name="connsiteY6229" fmla="*/ 2832091 h 6858000"/>
              <a:gd name="connsiteX6230" fmla="*/ 2845305 w 12203753"/>
              <a:gd name="connsiteY6230" fmla="*/ 2894679 h 6858000"/>
              <a:gd name="connsiteX6231" fmla="*/ 2822677 w 12203753"/>
              <a:gd name="connsiteY6231" fmla="*/ 2933910 h 6858000"/>
              <a:gd name="connsiteX6232" fmla="*/ 2720696 w 12203753"/>
              <a:gd name="connsiteY6232" fmla="*/ 2882232 h 6858000"/>
              <a:gd name="connsiteX6233" fmla="*/ 2624959 w 12203753"/>
              <a:gd name="connsiteY6233" fmla="*/ 2819672 h 6858000"/>
              <a:gd name="connsiteX6234" fmla="*/ 1065317 w 12203753"/>
              <a:gd name="connsiteY6234" fmla="*/ 2780513 h 6858000"/>
              <a:gd name="connsiteX6235" fmla="*/ 1065382 w 12203753"/>
              <a:gd name="connsiteY6235" fmla="*/ 2780513 h 6858000"/>
              <a:gd name="connsiteX6236" fmla="*/ 1065369 w 12203753"/>
              <a:gd name="connsiteY6236" fmla="*/ 2780535 h 6858000"/>
              <a:gd name="connsiteX6237" fmla="*/ 3438701 w 12203753"/>
              <a:gd name="connsiteY6237" fmla="*/ 2780509 h 6858000"/>
              <a:gd name="connsiteX6238" fmla="*/ 3447084 w 12203753"/>
              <a:gd name="connsiteY6238" fmla="*/ 2784213 h 6858000"/>
              <a:gd name="connsiteX6239" fmla="*/ 3540702 w 12203753"/>
              <a:gd name="connsiteY6239" fmla="*/ 2832085 h 6858000"/>
              <a:gd name="connsiteX6240" fmla="*/ 3636436 w 12203753"/>
              <a:gd name="connsiteY6240" fmla="*/ 2894667 h 6858000"/>
              <a:gd name="connsiteX6241" fmla="*/ 3613807 w 12203753"/>
              <a:gd name="connsiteY6241" fmla="*/ 2933898 h 6858000"/>
              <a:gd name="connsiteX6242" fmla="*/ 3511829 w 12203753"/>
              <a:gd name="connsiteY6242" fmla="*/ 2882221 h 6858000"/>
              <a:gd name="connsiteX6243" fmla="*/ 3416090 w 12203753"/>
              <a:gd name="connsiteY6243" fmla="*/ 2819665 h 6858000"/>
              <a:gd name="connsiteX6244" fmla="*/ 7173716 w 12203753"/>
              <a:gd name="connsiteY6244" fmla="*/ 2780508 h 6858000"/>
              <a:gd name="connsiteX6245" fmla="*/ 7196344 w 12203753"/>
              <a:gd name="connsiteY6245" fmla="*/ 2819695 h 6858000"/>
              <a:gd name="connsiteX6246" fmla="*/ 7100606 w 12203753"/>
              <a:gd name="connsiteY6246" fmla="*/ 2882240 h 6858000"/>
              <a:gd name="connsiteX6247" fmla="*/ 6998558 w 12203753"/>
              <a:gd name="connsiteY6247" fmla="*/ 2933959 h 6858000"/>
              <a:gd name="connsiteX6248" fmla="*/ 6975995 w 12203753"/>
              <a:gd name="connsiteY6248" fmla="*/ 2894744 h 6858000"/>
              <a:gd name="connsiteX6249" fmla="*/ 6975995 w 12203753"/>
              <a:gd name="connsiteY6249" fmla="*/ 2894679 h 6858000"/>
              <a:gd name="connsiteX6250" fmla="*/ 7071731 w 12203753"/>
              <a:gd name="connsiteY6250" fmla="*/ 2832116 h 6858000"/>
              <a:gd name="connsiteX6251" fmla="*/ 7173716 w 12203753"/>
              <a:gd name="connsiteY6251" fmla="*/ 2780508 h 6858000"/>
              <a:gd name="connsiteX6252" fmla="*/ 1856390 w 12203753"/>
              <a:gd name="connsiteY6252" fmla="*/ 2780505 h 6858000"/>
              <a:gd name="connsiteX6253" fmla="*/ 1856455 w 12203753"/>
              <a:gd name="connsiteY6253" fmla="*/ 2780505 h 6858000"/>
              <a:gd name="connsiteX6254" fmla="*/ 1856440 w 12203753"/>
              <a:gd name="connsiteY6254" fmla="*/ 2780526 h 6858000"/>
              <a:gd name="connsiteX6255" fmla="*/ 4229752 w 12203753"/>
              <a:gd name="connsiteY6255" fmla="*/ 2780499 h 6858000"/>
              <a:gd name="connsiteX6256" fmla="*/ 4238133 w 12203753"/>
              <a:gd name="connsiteY6256" fmla="*/ 2784205 h 6858000"/>
              <a:gd name="connsiteX6257" fmla="*/ 4331748 w 12203753"/>
              <a:gd name="connsiteY6257" fmla="*/ 2832077 h 6858000"/>
              <a:gd name="connsiteX6258" fmla="*/ 4427491 w 12203753"/>
              <a:gd name="connsiteY6258" fmla="*/ 2894656 h 6858000"/>
              <a:gd name="connsiteX6259" fmla="*/ 4404860 w 12203753"/>
              <a:gd name="connsiteY6259" fmla="*/ 2933882 h 6858000"/>
              <a:gd name="connsiteX6260" fmla="*/ 4302877 w 12203753"/>
              <a:gd name="connsiteY6260" fmla="*/ 2882212 h 6858000"/>
              <a:gd name="connsiteX6261" fmla="*/ 4207137 w 12203753"/>
              <a:gd name="connsiteY6261" fmla="*/ 2819657 h 6858000"/>
              <a:gd name="connsiteX6262" fmla="*/ 7964857 w 12203753"/>
              <a:gd name="connsiteY6262" fmla="*/ 2780498 h 6858000"/>
              <a:gd name="connsiteX6263" fmla="*/ 7987485 w 12203753"/>
              <a:gd name="connsiteY6263" fmla="*/ 2819687 h 6858000"/>
              <a:gd name="connsiteX6264" fmla="*/ 7891747 w 12203753"/>
              <a:gd name="connsiteY6264" fmla="*/ 2882230 h 6858000"/>
              <a:gd name="connsiteX6265" fmla="*/ 7789699 w 12203753"/>
              <a:gd name="connsiteY6265" fmla="*/ 2933946 h 6858000"/>
              <a:gd name="connsiteX6266" fmla="*/ 7767072 w 12203753"/>
              <a:gd name="connsiteY6266" fmla="*/ 2894732 h 6858000"/>
              <a:gd name="connsiteX6267" fmla="*/ 7767072 w 12203753"/>
              <a:gd name="connsiteY6267" fmla="*/ 2894667 h 6858000"/>
              <a:gd name="connsiteX6268" fmla="*/ 7862809 w 12203753"/>
              <a:gd name="connsiteY6268" fmla="*/ 2832110 h 6858000"/>
              <a:gd name="connsiteX6269" fmla="*/ 7964857 w 12203753"/>
              <a:gd name="connsiteY6269" fmla="*/ 2780498 h 6858000"/>
              <a:gd name="connsiteX6270" fmla="*/ 2647521 w 12203753"/>
              <a:gd name="connsiteY6270" fmla="*/ 2780495 h 6858000"/>
              <a:gd name="connsiteX6271" fmla="*/ 2647585 w 12203753"/>
              <a:gd name="connsiteY6271" fmla="*/ 2780495 h 6858000"/>
              <a:gd name="connsiteX6272" fmla="*/ 2647573 w 12203753"/>
              <a:gd name="connsiteY6272" fmla="*/ 2780517 h 6858000"/>
              <a:gd name="connsiteX6273" fmla="*/ 5020837 w 12203753"/>
              <a:gd name="connsiteY6273" fmla="*/ 2780491 h 6858000"/>
              <a:gd name="connsiteX6274" fmla="*/ 5029217 w 12203753"/>
              <a:gd name="connsiteY6274" fmla="*/ 2784198 h 6858000"/>
              <a:gd name="connsiteX6275" fmla="*/ 5122827 w 12203753"/>
              <a:gd name="connsiteY6275" fmla="*/ 2832070 h 6858000"/>
              <a:gd name="connsiteX6276" fmla="*/ 5218566 w 12203753"/>
              <a:gd name="connsiteY6276" fmla="*/ 2894646 h 6858000"/>
              <a:gd name="connsiteX6277" fmla="*/ 5195941 w 12203753"/>
              <a:gd name="connsiteY6277" fmla="*/ 2933865 h 6858000"/>
              <a:gd name="connsiteX6278" fmla="*/ 5093953 w 12203753"/>
              <a:gd name="connsiteY6278" fmla="*/ 2882201 h 6858000"/>
              <a:gd name="connsiteX6279" fmla="*/ 4998215 w 12203753"/>
              <a:gd name="connsiteY6279" fmla="*/ 2819650 h 6858000"/>
              <a:gd name="connsiteX6280" fmla="*/ 8755998 w 12203753"/>
              <a:gd name="connsiteY6280" fmla="*/ 2780488 h 6858000"/>
              <a:gd name="connsiteX6281" fmla="*/ 8778626 w 12203753"/>
              <a:gd name="connsiteY6281" fmla="*/ 2819679 h 6858000"/>
              <a:gd name="connsiteX6282" fmla="*/ 8682888 w 12203753"/>
              <a:gd name="connsiteY6282" fmla="*/ 2882220 h 6858000"/>
              <a:gd name="connsiteX6283" fmla="*/ 8580840 w 12203753"/>
              <a:gd name="connsiteY6283" fmla="*/ 2933931 h 6858000"/>
              <a:gd name="connsiteX6284" fmla="*/ 8558213 w 12203753"/>
              <a:gd name="connsiteY6284" fmla="*/ 2894721 h 6858000"/>
              <a:gd name="connsiteX6285" fmla="*/ 8558213 w 12203753"/>
              <a:gd name="connsiteY6285" fmla="*/ 2894656 h 6858000"/>
              <a:gd name="connsiteX6286" fmla="*/ 8653951 w 12203753"/>
              <a:gd name="connsiteY6286" fmla="*/ 2832104 h 6858000"/>
              <a:gd name="connsiteX6287" fmla="*/ 8755998 w 12203753"/>
              <a:gd name="connsiteY6287" fmla="*/ 2780488 h 6858000"/>
              <a:gd name="connsiteX6288" fmla="*/ 3438650 w 12203753"/>
              <a:gd name="connsiteY6288" fmla="*/ 2780483 h 6858000"/>
              <a:gd name="connsiteX6289" fmla="*/ 3438713 w 12203753"/>
              <a:gd name="connsiteY6289" fmla="*/ 2780483 h 6858000"/>
              <a:gd name="connsiteX6290" fmla="*/ 3438701 w 12203753"/>
              <a:gd name="connsiteY6290" fmla="*/ 2780509 h 6858000"/>
              <a:gd name="connsiteX6291" fmla="*/ 5811965 w 12203753"/>
              <a:gd name="connsiteY6291" fmla="*/ 2780481 h 6858000"/>
              <a:gd name="connsiteX6292" fmla="*/ 5820348 w 12203753"/>
              <a:gd name="connsiteY6292" fmla="*/ 2784186 h 6858000"/>
              <a:gd name="connsiteX6293" fmla="*/ 5913960 w 12203753"/>
              <a:gd name="connsiteY6293" fmla="*/ 2832063 h 6858000"/>
              <a:gd name="connsiteX6294" fmla="*/ 6009695 w 12203753"/>
              <a:gd name="connsiteY6294" fmla="*/ 2894632 h 6858000"/>
              <a:gd name="connsiteX6295" fmla="*/ 5987067 w 12203753"/>
              <a:gd name="connsiteY6295" fmla="*/ 2933854 h 6858000"/>
              <a:gd name="connsiteX6296" fmla="*/ 5885086 w 12203753"/>
              <a:gd name="connsiteY6296" fmla="*/ 2882192 h 6858000"/>
              <a:gd name="connsiteX6297" fmla="*/ 5789350 w 12203753"/>
              <a:gd name="connsiteY6297" fmla="*/ 2819643 h 6858000"/>
              <a:gd name="connsiteX6298" fmla="*/ 9547140 w 12203753"/>
              <a:gd name="connsiteY6298" fmla="*/ 2780479 h 6858000"/>
              <a:gd name="connsiteX6299" fmla="*/ 9569704 w 12203753"/>
              <a:gd name="connsiteY6299" fmla="*/ 2819672 h 6858000"/>
              <a:gd name="connsiteX6300" fmla="*/ 9474030 w 12203753"/>
              <a:gd name="connsiteY6300" fmla="*/ 2882210 h 6858000"/>
              <a:gd name="connsiteX6301" fmla="*/ 9371982 w 12203753"/>
              <a:gd name="connsiteY6301" fmla="*/ 2933917 h 6858000"/>
              <a:gd name="connsiteX6302" fmla="*/ 9349355 w 12203753"/>
              <a:gd name="connsiteY6302" fmla="*/ 2894709 h 6858000"/>
              <a:gd name="connsiteX6303" fmla="*/ 9349355 w 12203753"/>
              <a:gd name="connsiteY6303" fmla="*/ 2894644 h 6858000"/>
              <a:gd name="connsiteX6304" fmla="*/ 9445093 w 12203753"/>
              <a:gd name="connsiteY6304" fmla="*/ 2832098 h 6858000"/>
              <a:gd name="connsiteX6305" fmla="*/ 9547140 w 12203753"/>
              <a:gd name="connsiteY6305" fmla="*/ 2780479 h 6858000"/>
              <a:gd name="connsiteX6306" fmla="*/ 4229702 w 12203753"/>
              <a:gd name="connsiteY6306" fmla="*/ 2780474 h 6858000"/>
              <a:gd name="connsiteX6307" fmla="*/ 4229764 w 12203753"/>
              <a:gd name="connsiteY6307" fmla="*/ 2780474 h 6858000"/>
              <a:gd name="connsiteX6308" fmla="*/ 4229752 w 12203753"/>
              <a:gd name="connsiteY6308" fmla="*/ 2780499 h 6858000"/>
              <a:gd name="connsiteX6309" fmla="*/ 10338218 w 12203753"/>
              <a:gd name="connsiteY6309" fmla="*/ 2780470 h 6858000"/>
              <a:gd name="connsiteX6310" fmla="*/ 10360845 w 12203753"/>
              <a:gd name="connsiteY6310" fmla="*/ 2819665 h 6858000"/>
              <a:gd name="connsiteX6311" fmla="*/ 10265107 w 12203753"/>
              <a:gd name="connsiteY6311" fmla="*/ 2882200 h 6858000"/>
              <a:gd name="connsiteX6312" fmla="*/ 10163059 w 12203753"/>
              <a:gd name="connsiteY6312" fmla="*/ 2933904 h 6858000"/>
              <a:gd name="connsiteX6313" fmla="*/ 10140496 w 12203753"/>
              <a:gd name="connsiteY6313" fmla="*/ 2894697 h 6858000"/>
              <a:gd name="connsiteX6314" fmla="*/ 10140496 w 12203753"/>
              <a:gd name="connsiteY6314" fmla="*/ 2894632 h 6858000"/>
              <a:gd name="connsiteX6315" fmla="*/ 10236234 w 12203753"/>
              <a:gd name="connsiteY6315" fmla="*/ 2832091 h 6858000"/>
              <a:gd name="connsiteX6316" fmla="*/ 10338218 w 12203753"/>
              <a:gd name="connsiteY6316" fmla="*/ 2780470 h 6858000"/>
              <a:gd name="connsiteX6317" fmla="*/ 5020783 w 12203753"/>
              <a:gd name="connsiteY6317" fmla="*/ 2780468 h 6858000"/>
              <a:gd name="connsiteX6318" fmla="*/ 5020848 w 12203753"/>
              <a:gd name="connsiteY6318" fmla="*/ 2780468 h 6858000"/>
              <a:gd name="connsiteX6319" fmla="*/ 5020837 w 12203753"/>
              <a:gd name="connsiteY6319" fmla="*/ 2780491 h 6858000"/>
              <a:gd name="connsiteX6320" fmla="*/ 11129360 w 12203753"/>
              <a:gd name="connsiteY6320" fmla="*/ 2780461 h 6858000"/>
              <a:gd name="connsiteX6321" fmla="*/ 11151987 w 12203753"/>
              <a:gd name="connsiteY6321" fmla="*/ 2819657 h 6858000"/>
              <a:gd name="connsiteX6322" fmla="*/ 11056249 w 12203753"/>
              <a:gd name="connsiteY6322" fmla="*/ 2882190 h 6858000"/>
              <a:gd name="connsiteX6323" fmla="*/ 10954201 w 12203753"/>
              <a:gd name="connsiteY6323" fmla="*/ 2933889 h 6858000"/>
              <a:gd name="connsiteX6324" fmla="*/ 10931638 w 12203753"/>
              <a:gd name="connsiteY6324" fmla="*/ 2894686 h 6858000"/>
              <a:gd name="connsiteX6325" fmla="*/ 10931638 w 12203753"/>
              <a:gd name="connsiteY6325" fmla="*/ 2894621 h 6858000"/>
              <a:gd name="connsiteX6326" fmla="*/ 11027376 w 12203753"/>
              <a:gd name="connsiteY6326" fmla="*/ 2832084 h 6858000"/>
              <a:gd name="connsiteX6327" fmla="*/ 11129360 w 12203753"/>
              <a:gd name="connsiteY6327" fmla="*/ 2780461 h 6858000"/>
              <a:gd name="connsiteX6328" fmla="*/ 5811914 w 12203753"/>
              <a:gd name="connsiteY6328" fmla="*/ 2780456 h 6858000"/>
              <a:gd name="connsiteX6329" fmla="*/ 5811979 w 12203753"/>
              <a:gd name="connsiteY6329" fmla="*/ 2780456 h 6858000"/>
              <a:gd name="connsiteX6330" fmla="*/ 5811965 w 12203753"/>
              <a:gd name="connsiteY6330" fmla="*/ 2780481 h 6858000"/>
              <a:gd name="connsiteX6331" fmla="*/ 11920501 w 12203753"/>
              <a:gd name="connsiteY6331" fmla="*/ 2780451 h 6858000"/>
              <a:gd name="connsiteX6332" fmla="*/ 11943128 w 12203753"/>
              <a:gd name="connsiteY6332" fmla="*/ 2819650 h 6858000"/>
              <a:gd name="connsiteX6333" fmla="*/ 11847390 w 12203753"/>
              <a:gd name="connsiteY6333" fmla="*/ 2882180 h 6858000"/>
              <a:gd name="connsiteX6334" fmla="*/ 11745343 w 12203753"/>
              <a:gd name="connsiteY6334" fmla="*/ 2933875 h 6858000"/>
              <a:gd name="connsiteX6335" fmla="*/ 11722715 w 12203753"/>
              <a:gd name="connsiteY6335" fmla="*/ 2894674 h 6858000"/>
              <a:gd name="connsiteX6336" fmla="*/ 11722715 w 12203753"/>
              <a:gd name="connsiteY6336" fmla="*/ 2894609 h 6858000"/>
              <a:gd name="connsiteX6337" fmla="*/ 11818516 w 12203753"/>
              <a:gd name="connsiteY6337" fmla="*/ 2832077 h 6858000"/>
              <a:gd name="connsiteX6338" fmla="*/ 11920501 w 12203753"/>
              <a:gd name="connsiteY6338" fmla="*/ 2780451 h 6858000"/>
              <a:gd name="connsiteX6339" fmla="*/ 6603052 w 12203753"/>
              <a:gd name="connsiteY6339" fmla="*/ 2780447 h 6858000"/>
              <a:gd name="connsiteX6340" fmla="*/ 6705100 w 12203753"/>
              <a:gd name="connsiteY6340" fmla="*/ 2832057 h 6858000"/>
              <a:gd name="connsiteX6341" fmla="*/ 6800772 w 12203753"/>
              <a:gd name="connsiteY6341" fmla="*/ 2894621 h 6858000"/>
              <a:gd name="connsiteX6342" fmla="*/ 6778210 w 12203753"/>
              <a:gd name="connsiteY6342" fmla="*/ 2933840 h 6858000"/>
              <a:gd name="connsiteX6343" fmla="*/ 6676161 w 12203753"/>
              <a:gd name="connsiteY6343" fmla="*/ 2882182 h 6858000"/>
              <a:gd name="connsiteX6344" fmla="*/ 6580424 w 12203753"/>
              <a:gd name="connsiteY6344" fmla="*/ 2819635 h 6858000"/>
              <a:gd name="connsiteX6345" fmla="*/ 7394128 w 12203753"/>
              <a:gd name="connsiteY6345" fmla="*/ 2780438 h 6858000"/>
              <a:gd name="connsiteX6346" fmla="*/ 7496176 w 12203753"/>
              <a:gd name="connsiteY6346" fmla="*/ 2832051 h 6858000"/>
              <a:gd name="connsiteX6347" fmla="*/ 7591913 w 12203753"/>
              <a:gd name="connsiteY6347" fmla="*/ 2894609 h 6858000"/>
              <a:gd name="connsiteX6348" fmla="*/ 7569286 w 12203753"/>
              <a:gd name="connsiteY6348" fmla="*/ 2933826 h 6858000"/>
              <a:gd name="connsiteX6349" fmla="*/ 7467302 w 12203753"/>
              <a:gd name="connsiteY6349" fmla="*/ 2882172 h 6858000"/>
              <a:gd name="connsiteX6350" fmla="*/ 7371564 w 12203753"/>
              <a:gd name="connsiteY6350" fmla="*/ 2819628 h 6858000"/>
              <a:gd name="connsiteX6351" fmla="*/ 8185270 w 12203753"/>
              <a:gd name="connsiteY6351" fmla="*/ 2780429 h 6858000"/>
              <a:gd name="connsiteX6352" fmla="*/ 8287318 w 12203753"/>
              <a:gd name="connsiteY6352" fmla="*/ 2832043 h 6858000"/>
              <a:gd name="connsiteX6353" fmla="*/ 8383056 w 12203753"/>
              <a:gd name="connsiteY6353" fmla="*/ 2894598 h 6858000"/>
              <a:gd name="connsiteX6354" fmla="*/ 8360428 w 12203753"/>
              <a:gd name="connsiteY6354" fmla="*/ 2933812 h 6858000"/>
              <a:gd name="connsiteX6355" fmla="*/ 8258443 w 12203753"/>
              <a:gd name="connsiteY6355" fmla="*/ 2882162 h 6858000"/>
              <a:gd name="connsiteX6356" fmla="*/ 8162642 w 12203753"/>
              <a:gd name="connsiteY6356" fmla="*/ 2819621 h 6858000"/>
              <a:gd name="connsiteX6357" fmla="*/ 8976412 w 12203753"/>
              <a:gd name="connsiteY6357" fmla="*/ 2780420 h 6858000"/>
              <a:gd name="connsiteX6358" fmla="*/ 9078460 w 12203753"/>
              <a:gd name="connsiteY6358" fmla="*/ 2832037 h 6858000"/>
              <a:gd name="connsiteX6359" fmla="*/ 9174198 w 12203753"/>
              <a:gd name="connsiteY6359" fmla="*/ 2894586 h 6858000"/>
              <a:gd name="connsiteX6360" fmla="*/ 9151570 w 12203753"/>
              <a:gd name="connsiteY6360" fmla="*/ 2933798 h 6858000"/>
              <a:gd name="connsiteX6361" fmla="*/ 9049585 w 12203753"/>
              <a:gd name="connsiteY6361" fmla="*/ 2882152 h 6858000"/>
              <a:gd name="connsiteX6362" fmla="*/ 8953784 w 12203753"/>
              <a:gd name="connsiteY6362" fmla="*/ 2819612 h 6858000"/>
              <a:gd name="connsiteX6363" fmla="*/ 9767553 w 12203753"/>
              <a:gd name="connsiteY6363" fmla="*/ 2780410 h 6858000"/>
              <a:gd name="connsiteX6364" fmla="*/ 9869601 w 12203753"/>
              <a:gd name="connsiteY6364" fmla="*/ 2832031 h 6858000"/>
              <a:gd name="connsiteX6365" fmla="*/ 9965339 w 12203753"/>
              <a:gd name="connsiteY6365" fmla="*/ 2894575 h 6858000"/>
              <a:gd name="connsiteX6366" fmla="*/ 9942711 w 12203753"/>
              <a:gd name="connsiteY6366" fmla="*/ 2933784 h 6858000"/>
              <a:gd name="connsiteX6367" fmla="*/ 9840663 w 12203753"/>
              <a:gd name="connsiteY6367" fmla="*/ 2882142 h 6858000"/>
              <a:gd name="connsiteX6368" fmla="*/ 9744925 w 12203753"/>
              <a:gd name="connsiteY6368" fmla="*/ 2819605 h 6858000"/>
              <a:gd name="connsiteX6369" fmla="*/ 10558694 w 12203753"/>
              <a:gd name="connsiteY6369" fmla="*/ 2780401 h 6858000"/>
              <a:gd name="connsiteX6370" fmla="*/ 10660678 w 12203753"/>
              <a:gd name="connsiteY6370" fmla="*/ 2832025 h 6858000"/>
              <a:gd name="connsiteX6371" fmla="*/ 10756416 w 12203753"/>
              <a:gd name="connsiteY6371" fmla="*/ 2894563 h 6858000"/>
              <a:gd name="connsiteX6372" fmla="*/ 10733788 w 12203753"/>
              <a:gd name="connsiteY6372" fmla="*/ 2933770 h 6858000"/>
              <a:gd name="connsiteX6373" fmla="*/ 10631804 w 12203753"/>
              <a:gd name="connsiteY6373" fmla="*/ 2882132 h 6858000"/>
              <a:gd name="connsiteX6374" fmla="*/ 10536066 w 12203753"/>
              <a:gd name="connsiteY6374" fmla="*/ 2819597 h 6858000"/>
              <a:gd name="connsiteX6375" fmla="*/ 11349836 w 12203753"/>
              <a:gd name="connsiteY6375" fmla="*/ 2780392 h 6858000"/>
              <a:gd name="connsiteX6376" fmla="*/ 11451820 w 12203753"/>
              <a:gd name="connsiteY6376" fmla="*/ 2832017 h 6858000"/>
              <a:gd name="connsiteX6377" fmla="*/ 11547558 w 12203753"/>
              <a:gd name="connsiteY6377" fmla="*/ 2894552 h 6858000"/>
              <a:gd name="connsiteX6378" fmla="*/ 11524930 w 12203753"/>
              <a:gd name="connsiteY6378" fmla="*/ 2933756 h 6858000"/>
              <a:gd name="connsiteX6379" fmla="*/ 11422946 w 12203753"/>
              <a:gd name="connsiteY6379" fmla="*/ 2882122 h 6858000"/>
              <a:gd name="connsiteX6380" fmla="*/ 11327208 w 12203753"/>
              <a:gd name="connsiteY6380" fmla="*/ 2819589 h 6858000"/>
              <a:gd name="connsiteX6381" fmla="*/ 12140914 w 12203753"/>
              <a:gd name="connsiteY6381" fmla="*/ 2780383 h 6858000"/>
              <a:gd name="connsiteX6382" fmla="*/ 12171908 w 12203753"/>
              <a:gd name="connsiteY6382" fmla="*/ 2794629 h 6858000"/>
              <a:gd name="connsiteX6383" fmla="*/ 12203753 w 12203753"/>
              <a:gd name="connsiteY6383" fmla="*/ 2811383 h 6858000"/>
              <a:gd name="connsiteX6384" fmla="*/ 12203753 w 12203753"/>
              <a:gd name="connsiteY6384" fmla="*/ 2875598 h 6858000"/>
              <a:gd name="connsiteX6385" fmla="*/ 12146132 w 12203753"/>
              <a:gd name="connsiteY6385" fmla="*/ 2839279 h 6858000"/>
              <a:gd name="connsiteX6386" fmla="*/ 12118286 w 12203753"/>
              <a:gd name="connsiteY6386" fmla="*/ 2819582 h 6858000"/>
              <a:gd name="connsiteX6387" fmla="*/ 536912 w 12203753"/>
              <a:gd name="connsiteY6387" fmla="*/ 2628858 h 6858000"/>
              <a:gd name="connsiteX6388" fmla="*/ 582167 w 12203753"/>
              <a:gd name="connsiteY6388" fmla="*/ 2628858 h 6858000"/>
              <a:gd name="connsiteX6389" fmla="*/ 588477 w 12203753"/>
              <a:gd name="connsiteY6389" fmla="*/ 2743046 h 6858000"/>
              <a:gd name="connsiteX6390" fmla="*/ 582167 w 12203753"/>
              <a:gd name="connsiteY6390" fmla="*/ 2857182 h 6858000"/>
              <a:gd name="connsiteX6391" fmla="*/ 536912 w 12203753"/>
              <a:gd name="connsiteY6391" fmla="*/ 2857182 h 6858000"/>
              <a:gd name="connsiteX6392" fmla="*/ 530665 w 12203753"/>
              <a:gd name="connsiteY6392" fmla="*/ 2743046 h 6858000"/>
              <a:gd name="connsiteX6393" fmla="*/ 536912 w 12203753"/>
              <a:gd name="connsiteY6393" fmla="*/ 2628858 h 6858000"/>
              <a:gd name="connsiteX6394" fmla="*/ 1327990 w 12203753"/>
              <a:gd name="connsiteY6394" fmla="*/ 2628839 h 6858000"/>
              <a:gd name="connsiteX6395" fmla="*/ 1373245 w 12203753"/>
              <a:gd name="connsiteY6395" fmla="*/ 2628839 h 6858000"/>
              <a:gd name="connsiteX6396" fmla="*/ 1379556 w 12203753"/>
              <a:gd name="connsiteY6396" fmla="*/ 2743036 h 6858000"/>
              <a:gd name="connsiteX6397" fmla="*/ 1373245 w 12203753"/>
              <a:gd name="connsiteY6397" fmla="*/ 2857174 h 6858000"/>
              <a:gd name="connsiteX6398" fmla="*/ 1327990 w 12203753"/>
              <a:gd name="connsiteY6398" fmla="*/ 2857174 h 6858000"/>
              <a:gd name="connsiteX6399" fmla="*/ 1321744 w 12203753"/>
              <a:gd name="connsiteY6399" fmla="*/ 2743036 h 6858000"/>
              <a:gd name="connsiteX6400" fmla="*/ 1327990 w 12203753"/>
              <a:gd name="connsiteY6400" fmla="*/ 2628839 h 6858000"/>
              <a:gd name="connsiteX6401" fmla="*/ 2119119 w 12203753"/>
              <a:gd name="connsiteY6401" fmla="*/ 2628827 h 6858000"/>
              <a:gd name="connsiteX6402" fmla="*/ 2164366 w 12203753"/>
              <a:gd name="connsiteY6402" fmla="*/ 2628827 h 6858000"/>
              <a:gd name="connsiteX6403" fmla="*/ 2170679 w 12203753"/>
              <a:gd name="connsiteY6403" fmla="*/ 2743027 h 6858000"/>
              <a:gd name="connsiteX6404" fmla="*/ 2164366 w 12203753"/>
              <a:gd name="connsiteY6404" fmla="*/ 2857167 h 6858000"/>
              <a:gd name="connsiteX6405" fmla="*/ 2119119 w 12203753"/>
              <a:gd name="connsiteY6405" fmla="*/ 2857167 h 6858000"/>
              <a:gd name="connsiteX6406" fmla="*/ 2112868 w 12203753"/>
              <a:gd name="connsiteY6406" fmla="*/ 2743027 h 6858000"/>
              <a:gd name="connsiteX6407" fmla="*/ 2119119 w 12203753"/>
              <a:gd name="connsiteY6407" fmla="*/ 2628827 h 6858000"/>
              <a:gd name="connsiteX6408" fmla="*/ 2910259 w 12203753"/>
              <a:gd name="connsiteY6408" fmla="*/ 2628815 h 6858000"/>
              <a:gd name="connsiteX6409" fmla="*/ 2955512 w 12203753"/>
              <a:gd name="connsiteY6409" fmla="*/ 2628815 h 6858000"/>
              <a:gd name="connsiteX6410" fmla="*/ 2961822 w 12203753"/>
              <a:gd name="connsiteY6410" fmla="*/ 2743017 h 6858000"/>
              <a:gd name="connsiteX6411" fmla="*/ 2955512 w 12203753"/>
              <a:gd name="connsiteY6411" fmla="*/ 2857156 h 6858000"/>
              <a:gd name="connsiteX6412" fmla="*/ 2910259 w 12203753"/>
              <a:gd name="connsiteY6412" fmla="*/ 2857156 h 6858000"/>
              <a:gd name="connsiteX6413" fmla="*/ 2903952 w 12203753"/>
              <a:gd name="connsiteY6413" fmla="*/ 2743017 h 6858000"/>
              <a:gd name="connsiteX6414" fmla="*/ 2910259 w 12203753"/>
              <a:gd name="connsiteY6414" fmla="*/ 2628815 h 6858000"/>
              <a:gd name="connsiteX6415" fmla="*/ 3701387 w 12203753"/>
              <a:gd name="connsiteY6415" fmla="*/ 2628803 h 6858000"/>
              <a:gd name="connsiteX6416" fmla="*/ 3746642 w 12203753"/>
              <a:gd name="connsiteY6416" fmla="*/ 2628803 h 6858000"/>
              <a:gd name="connsiteX6417" fmla="*/ 3752953 w 12203753"/>
              <a:gd name="connsiteY6417" fmla="*/ 2743007 h 6858000"/>
              <a:gd name="connsiteX6418" fmla="*/ 3746642 w 12203753"/>
              <a:gd name="connsiteY6418" fmla="*/ 2857149 h 6858000"/>
              <a:gd name="connsiteX6419" fmla="*/ 3701387 w 12203753"/>
              <a:gd name="connsiteY6419" fmla="*/ 2857149 h 6858000"/>
              <a:gd name="connsiteX6420" fmla="*/ 3695075 w 12203753"/>
              <a:gd name="connsiteY6420" fmla="*/ 2743007 h 6858000"/>
              <a:gd name="connsiteX6421" fmla="*/ 3701387 w 12203753"/>
              <a:gd name="connsiteY6421" fmla="*/ 2628803 h 6858000"/>
              <a:gd name="connsiteX6422" fmla="*/ 4492377 w 12203753"/>
              <a:gd name="connsiteY6422" fmla="*/ 2628791 h 6858000"/>
              <a:gd name="connsiteX6423" fmla="*/ 4537632 w 12203753"/>
              <a:gd name="connsiteY6423" fmla="*/ 2628791 h 6858000"/>
              <a:gd name="connsiteX6424" fmla="*/ 4543944 w 12203753"/>
              <a:gd name="connsiteY6424" fmla="*/ 2742999 h 6858000"/>
              <a:gd name="connsiteX6425" fmla="*/ 4537632 w 12203753"/>
              <a:gd name="connsiteY6425" fmla="*/ 2857141 h 6858000"/>
              <a:gd name="connsiteX6426" fmla="*/ 4492377 w 12203753"/>
              <a:gd name="connsiteY6426" fmla="*/ 2857141 h 6858000"/>
              <a:gd name="connsiteX6427" fmla="*/ 4486128 w 12203753"/>
              <a:gd name="connsiteY6427" fmla="*/ 2742999 h 6858000"/>
              <a:gd name="connsiteX6428" fmla="*/ 4492377 w 12203753"/>
              <a:gd name="connsiteY6428" fmla="*/ 2628791 h 6858000"/>
              <a:gd name="connsiteX6429" fmla="*/ 5283517 w 12203753"/>
              <a:gd name="connsiteY6429" fmla="*/ 2628785 h 6858000"/>
              <a:gd name="connsiteX6430" fmla="*/ 5328774 w 12203753"/>
              <a:gd name="connsiteY6430" fmla="*/ 2628785 h 6858000"/>
              <a:gd name="connsiteX6431" fmla="*/ 5335084 w 12203753"/>
              <a:gd name="connsiteY6431" fmla="*/ 2742989 h 6858000"/>
              <a:gd name="connsiteX6432" fmla="*/ 5328774 w 12203753"/>
              <a:gd name="connsiteY6432" fmla="*/ 2857131 h 6858000"/>
              <a:gd name="connsiteX6433" fmla="*/ 5283517 w 12203753"/>
              <a:gd name="connsiteY6433" fmla="*/ 2857131 h 6858000"/>
              <a:gd name="connsiteX6434" fmla="*/ 5277271 w 12203753"/>
              <a:gd name="connsiteY6434" fmla="*/ 2742989 h 6858000"/>
              <a:gd name="connsiteX6435" fmla="*/ 5283517 w 12203753"/>
              <a:gd name="connsiteY6435" fmla="*/ 2628785 h 6858000"/>
              <a:gd name="connsiteX6436" fmla="*/ 6074648 w 12203753"/>
              <a:gd name="connsiteY6436" fmla="*/ 2628773 h 6858000"/>
              <a:gd name="connsiteX6437" fmla="*/ 6119901 w 12203753"/>
              <a:gd name="connsiteY6437" fmla="*/ 2628773 h 6858000"/>
              <a:gd name="connsiteX6438" fmla="*/ 6126212 w 12203753"/>
              <a:gd name="connsiteY6438" fmla="*/ 2742979 h 6858000"/>
              <a:gd name="connsiteX6439" fmla="*/ 6119901 w 12203753"/>
              <a:gd name="connsiteY6439" fmla="*/ 2857127 h 6858000"/>
              <a:gd name="connsiteX6440" fmla="*/ 6074648 w 12203753"/>
              <a:gd name="connsiteY6440" fmla="*/ 2857127 h 6858000"/>
              <a:gd name="connsiteX6441" fmla="*/ 6068400 w 12203753"/>
              <a:gd name="connsiteY6441" fmla="*/ 2742979 h 6858000"/>
              <a:gd name="connsiteX6442" fmla="*/ 6074648 w 12203753"/>
              <a:gd name="connsiteY6442" fmla="*/ 2628773 h 6858000"/>
              <a:gd name="connsiteX6443" fmla="*/ 6865787 w 12203753"/>
              <a:gd name="connsiteY6443" fmla="*/ 2628760 h 6858000"/>
              <a:gd name="connsiteX6444" fmla="*/ 6910979 w 12203753"/>
              <a:gd name="connsiteY6444" fmla="*/ 2628760 h 6858000"/>
              <a:gd name="connsiteX6445" fmla="*/ 6917290 w 12203753"/>
              <a:gd name="connsiteY6445" fmla="*/ 2742970 h 6858000"/>
              <a:gd name="connsiteX6446" fmla="*/ 6910979 w 12203753"/>
              <a:gd name="connsiteY6446" fmla="*/ 2857119 h 6858000"/>
              <a:gd name="connsiteX6447" fmla="*/ 6865787 w 12203753"/>
              <a:gd name="connsiteY6447" fmla="*/ 2857119 h 6858000"/>
              <a:gd name="connsiteX6448" fmla="*/ 6859477 w 12203753"/>
              <a:gd name="connsiteY6448" fmla="*/ 2742970 h 6858000"/>
              <a:gd name="connsiteX6449" fmla="*/ 6865787 w 12203753"/>
              <a:gd name="connsiteY6449" fmla="*/ 2628760 h 6858000"/>
              <a:gd name="connsiteX6450" fmla="*/ 7656865 w 12203753"/>
              <a:gd name="connsiteY6450" fmla="*/ 2628749 h 6858000"/>
              <a:gd name="connsiteX6451" fmla="*/ 7702121 w 12203753"/>
              <a:gd name="connsiteY6451" fmla="*/ 2628749 h 6858000"/>
              <a:gd name="connsiteX6452" fmla="*/ 7708431 w 12203753"/>
              <a:gd name="connsiteY6452" fmla="*/ 2742960 h 6858000"/>
              <a:gd name="connsiteX6453" fmla="*/ 7702121 w 12203753"/>
              <a:gd name="connsiteY6453" fmla="*/ 2857111 h 6858000"/>
              <a:gd name="connsiteX6454" fmla="*/ 7656865 w 12203753"/>
              <a:gd name="connsiteY6454" fmla="*/ 2857111 h 6858000"/>
              <a:gd name="connsiteX6455" fmla="*/ 7650619 w 12203753"/>
              <a:gd name="connsiteY6455" fmla="*/ 2742960 h 6858000"/>
              <a:gd name="connsiteX6456" fmla="*/ 7656865 w 12203753"/>
              <a:gd name="connsiteY6456" fmla="*/ 2628749 h 6858000"/>
              <a:gd name="connsiteX6457" fmla="*/ 8448006 w 12203753"/>
              <a:gd name="connsiteY6457" fmla="*/ 2628737 h 6858000"/>
              <a:gd name="connsiteX6458" fmla="*/ 8493262 w 12203753"/>
              <a:gd name="connsiteY6458" fmla="*/ 2628737 h 6858000"/>
              <a:gd name="connsiteX6459" fmla="*/ 8499508 w 12203753"/>
              <a:gd name="connsiteY6459" fmla="*/ 2742950 h 6858000"/>
              <a:gd name="connsiteX6460" fmla="*/ 8493262 w 12203753"/>
              <a:gd name="connsiteY6460" fmla="*/ 2857103 h 6858000"/>
              <a:gd name="connsiteX6461" fmla="*/ 8448006 w 12203753"/>
              <a:gd name="connsiteY6461" fmla="*/ 2857103 h 6858000"/>
              <a:gd name="connsiteX6462" fmla="*/ 8441760 w 12203753"/>
              <a:gd name="connsiteY6462" fmla="*/ 2742950 h 6858000"/>
              <a:gd name="connsiteX6463" fmla="*/ 8448006 w 12203753"/>
              <a:gd name="connsiteY6463" fmla="*/ 2628737 h 6858000"/>
              <a:gd name="connsiteX6464" fmla="*/ 9239147 w 12203753"/>
              <a:gd name="connsiteY6464" fmla="*/ 2628725 h 6858000"/>
              <a:gd name="connsiteX6465" fmla="*/ 9284403 w 12203753"/>
              <a:gd name="connsiteY6465" fmla="*/ 2628725 h 6858000"/>
              <a:gd name="connsiteX6466" fmla="*/ 9290649 w 12203753"/>
              <a:gd name="connsiteY6466" fmla="*/ 2742940 h 6858000"/>
              <a:gd name="connsiteX6467" fmla="*/ 9284403 w 12203753"/>
              <a:gd name="connsiteY6467" fmla="*/ 2857094 h 6858000"/>
              <a:gd name="connsiteX6468" fmla="*/ 9239147 w 12203753"/>
              <a:gd name="connsiteY6468" fmla="*/ 2857094 h 6858000"/>
              <a:gd name="connsiteX6469" fmla="*/ 9232901 w 12203753"/>
              <a:gd name="connsiteY6469" fmla="*/ 2742940 h 6858000"/>
              <a:gd name="connsiteX6470" fmla="*/ 9239147 w 12203753"/>
              <a:gd name="connsiteY6470" fmla="*/ 2628725 h 6858000"/>
              <a:gd name="connsiteX6471" fmla="*/ 10030289 w 12203753"/>
              <a:gd name="connsiteY6471" fmla="*/ 2628712 h 6858000"/>
              <a:gd name="connsiteX6472" fmla="*/ 10075481 w 12203753"/>
              <a:gd name="connsiteY6472" fmla="*/ 2628712 h 6858000"/>
              <a:gd name="connsiteX6473" fmla="*/ 10081791 w 12203753"/>
              <a:gd name="connsiteY6473" fmla="*/ 2742930 h 6858000"/>
              <a:gd name="connsiteX6474" fmla="*/ 10075481 w 12203753"/>
              <a:gd name="connsiteY6474" fmla="*/ 2857086 h 6858000"/>
              <a:gd name="connsiteX6475" fmla="*/ 10030289 w 12203753"/>
              <a:gd name="connsiteY6475" fmla="*/ 2857086 h 6858000"/>
              <a:gd name="connsiteX6476" fmla="*/ 10023979 w 12203753"/>
              <a:gd name="connsiteY6476" fmla="*/ 2742930 h 6858000"/>
              <a:gd name="connsiteX6477" fmla="*/ 10030289 w 12203753"/>
              <a:gd name="connsiteY6477" fmla="*/ 2628712 h 6858000"/>
              <a:gd name="connsiteX6478" fmla="*/ 10821367 w 12203753"/>
              <a:gd name="connsiteY6478" fmla="*/ 2628700 h 6858000"/>
              <a:gd name="connsiteX6479" fmla="*/ 10866623 w 12203753"/>
              <a:gd name="connsiteY6479" fmla="*/ 2628700 h 6858000"/>
              <a:gd name="connsiteX6480" fmla="*/ 10872933 w 12203753"/>
              <a:gd name="connsiteY6480" fmla="*/ 2742921 h 6858000"/>
              <a:gd name="connsiteX6481" fmla="*/ 10866623 w 12203753"/>
              <a:gd name="connsiteY6481" fmla="*/ 2857078 h 6858000"/>
              <a:gd name="connsiteX6482" fmla="*/ 10821367 w 12203753"/>
              <a:gd name="connsiteY6482" fmla="*/ 2857078 h 6858000"/>
              <a:gd name="connsiteX6483" fmla="*/ 10815121 w 12203753"/>
              <a:gd name="connsiteY6483" fmla="*/ 2742921 h 6858000"/>
              <a:gd name="connsiteX6484" fmla="*/ 10821367 w 12203753"/>
              <a:gd name="connsiteY6484" fmla="*/ 2628700 h 6858000"/>
              <a:gd name="connsiteX6485" fmla="*/ 11612508 w 12203753"/>
              <a:gd name="connsiteY6485" fmla="*/ 2628689 h 6858000"/>
              <a:gd name="connsiteX6486" fmla="*/ 11657764 w 12203753"/>
              <a:gd name="connsiteY6486" fmla="*/ 2628689 h 6858000"/>
              <a:gd name="connsiteX6487" fmla="*/ 11664075 w 12203753"/>
              <a:gd name="connsiteY6487" fmla="*/ 2742912 h 6858000"/>
              <a:gd name="connsiteX6488" fmla="*/ 11657764 w 12203753"/>
              <a:gd name="connsiteY6488" fmla="*/ 2857069 h 6858000"/>
              <a:gd name="connsiteX6489" fmla="*/ 11612508 w 12203753"/>
              <a:gd name="connsiteY6489" fmla="*/ 2857069 h 6858000"/>
              <a:gd name="connsiteX6490" fmla="*/ 11606262 w 12203753"/>
              <a:gd name="connsiteY6490" fmla="*/ 2742912 h 6858000"/>
              <a:gd name="connsiteX6491" fmla="*/ 11612508 w 12203753"/>
              <a:gd name="connsiteY6491" fmla="*/ 2628689 h 6858000"/>
              <a:gd name="connsiteX6492" fmla="*/ 0 w 12203753"/>
              <a:gd name="connsiteY6492" fmla="*/ 2615988 h 6858000"/>
              <a:gd name="connsiteX6493" fmla="*/ 48559 w 12203753"/>
              <a:gd name="connsiteY6493" fmla="*/ 2646634 h 6858000"/>
              <a:gd name="connsiteX6494" fmla="*/ 76396 w 12203753"/>
              <a:gd name="connsiteY6494" fmla="*/ 2666322 h 6858000"/>
              <a:gd name="connsiteX6495" fmla="*/ 53769 w 12203753"/>
              <a:gd name="connsiteY6495" fmla="*/ 2705511 h 6858000"/>
              <a:gd name="connsiteX6496" fmla="*/ 22784 w 12203753"/>
              <a:gd name="connsiteY6496" fmla="*/ 2691246 h 6858000"/>
              <a:gd name="connsiteX6497" fmla="*/ 0 w 12203753"/>
              <a:gd name="connsiteY6497" fmla="*/ 2679260 h 6858000"/>
              <a:gd name="connsiteX6498" fmla="*/ 12203753 w 12203753"/>
              <a:gd name="connsiteY6498" fmla="*/ 2610209 h 6858000"/>
              <a:gd name="connsiteX6499" fmla="*/ 12203753 w 12203753"/>
              <a:gd name="connsiteY6499" fmla="*/ 2674443 h 6858000"/>
              <a:gd name="connsiteX6500" fmla="*/ 12171908 w 12203753"/>
              <a:gd name="connsiteY6500" fmla="*/ 2691211 h 6858000"/>
              <a:gd name="connsiteX6501" fmla="*/ 12140914 w 12203753"/>
              <a:gd name="connsiteY6501" fmla="*/ 2705489 h 6858000"/>
              <a:gd name="connsiteX6502" fmla="*/ 12118286 w 12203753"/>
              <a:gd name="connsiteY6502" fmla="*/ 2666288 h 6858000"/>
              <a:gd name="connsiteX6503" fmla="*/ 12118286 w 12203753"/>
              <a:gd name="connsiteY6503" fmla="*/ 2666224 h 6858000"/>
              <a:gd name="connsiteX6504" fmla="*/ 12146132 w 12203753"/>
              <a:gd name="connsiteY6504" fmla="*/ 2646529 h 6858000"/>
              <a:gd name="connsiteX6505" fmla="*/ 449268 w 12203753"/>
              <a:gd name="connsiteY6505" fmla="*/ 2552226 h 6858000"/>
              <a:gd name="connsiteX6506" fmla="*/ 471896 w 12203753"/>
              <a:gd name="connsiteY6506" fmla="*/ 2591414 h 6858000"/>
              <a:gd name="connsiteX6507" fmla="*/ 376162 w 12203753"/>
              <a:gd name="connsiteY6507" fmla="*/ 2653961 h 6858000"/>
              <a:gd name="connsiteX6508" fmla="*/ 274116 w 12203753"/>
              <a:gd name="connsiteY6508" fmla="*/ 2705638 h 6858000"/>
              <a:gd name="connsiteX6509" fmla="*/ 251487 w 12203753"/>
              <a:gd name="connsiteY6509" fmla="*/ 2666447 h 6858000"/>
              <a:gd name="connsiteX6510" fmla="*/ 251551 w 12203753"/>
              <a:gd name="connsiteY6510" fmla="*/ 2666385 h 6858000"/>
              <a:gd name="connsiteX6511" fmla="*/ 347288 w 12203753"/>
              <a:gd name="connsiteY6511" fmla="*/ 2603845 h 6858000"/>
              <a:gd name="connsiteX6512" fmla="*/ 449268 w 12203753"/>
              <a:gd name="connsiteY6512" fmla="*/ 2552226 h 6858000"/>
              <a:gd name="connsiteX6513" fmla="*/ 1240411 w 12203753"/>
              <a:gd name="connsiteY6513" fmla="*/ 2552213 h 6858000"/>
              <a:gd name="connsiteX6514" fmla="*/ 1263039 w 12203753"/>
              <a:gd name="connsiteY6514" fmla="*/ 2591404 h 6858000"/>
              <a:gd name="connsiteX6515" fmla="*/ 1167301 w 12203753"/>
              <a:gd name="connsiteY6515" fmla="*/ 2653949 h 6858000"/>
              <a:gd name="connsiteX6516" fmla="*/ 1065253 w 12203753"/>
              <a:gd name="connsiteY6516" fmla="*/ 2705630 h 6858000"/>
              <a:gd name="connsiteX6517" fmla="*/ 1042617 w 12203753"/>
              <a:gd name="connsiteY6517" fmla="*/ 2666439 h 6858000"/>
              <a:gd name="connsiteX6518" fmla="*/ 1042681 w 12203753"/>
              <a:gd name="connsiteY6518" fmla="*/ 2666374 h 6858000"/>
              <a:gd name="connsiteX6519" fmla="*/ 1138424 w 12203753"/>
              <a:gd name="connsiteY6519" fmla="*/ 2603835 h 6858000"/>
              <a:gd name="connsiteX6520" fmla="*/ 1240411 w 12203753"/>
              <a:gd name="connsiteY6520" fmla="*/ 2552213 h 6858000"/>
              <a:gd name="connsiteX6521" fmla="*/ 2031482 w 12203753"/>
              <a:gd name="connsiteY6521" fmla="*/ 2552202 h 6858000"/>
              <a:gd name="connsiteX6522" fmla="*/ 2054113 w 12203753"/>
              <a:gd name="connsiteY6522" fmla="*/ 2591394 h 6858000"/>
              <a:gd name="connsiteX6523" fmla="*/ 1958376 w 12203753"/>
              <a:gd name="connsiteY6523" fmla="*/ 2653937 h 6858000"/>
              <a:gd name="connsiteX6524" fmla="*/ 1856328 w 12203753"/>
              <a:gd name="connsiteY6524" fmla="*/ 2705620 h 6858000"/>
              <a:gd name="connsiteX6525" fmla="*/ 1833699 w 12203753"/>
              <a:gd name="connsiteY6525" fmla="*/ 2666429 h 6858000"/>
              <a:gd name="connsiteX6526" fmla="*/ 1833765 w 12203753"/>
              <a:gd name="connsiteY6526" fmla="*/ 2666362 h 6858000"/>
              <a:gd name="connsiteX6527" fmla="*/ 1929500 w 12203753"/>
              <a:gd name="connsiteY6527" fmla="*/ 2603823 h 6858000"/>
              <a:gd name="connsiteX6528" fmla="*/ 2031482 w 12203753"/>
              <a:gd name="connsiteY6528" fmla="*/ 2552202 h 6858000"/>
              <a:gd name="connsiteX6529" fmla="*/ 2822615 w 12203753"/>
              <a:gd name="connsiteY6529" fmla="*/ 2552192 h 6858000"/>
              <a:gd name="connsiteX6530" fmla="*/ 2845242 w 12203753"/>
              <a:gd name="connsiteY6530" fmla="*/ 2591384 h 6858000"/>
              <a:gd name="connsiteX6531" fmla="*/ 2749503 w 12203753"/>
              <a:gd name="connsiteY6531" fmla="*/ 2653925 h 6858000"/>
              <a:gd name="connsiteX6532" fmla="*/ 2647458 w 12203753"/>
              <a:gd name="connsiteY6532" fmla="*/ 2705611 h 6858000"/>
              <a:gd name="connsiteX6533" fmla="*/ 2624830 w 12203753"/>
              <a:gd name="connsiteY6533" fmla="*/ 2666417 h 6858000"/>
              <a:gd name="connsiteX6534" fmla="*/ 2624892 w 12203753"/>
              <a:gd name="connsiteY6534" fmla="*/ 2666351 h 6858000"/>
              <a:gd name="connsiteX6535" fmla="*/ 2720633 w 12203753"/>
              <a:gd name="connsiteY6535" fmla="*/ 2603814 h 6858000"/>
              <a:gd name="connsiteX6536" fmla="*/ 2822615 w 12203753"/>
              <a:gd name="connsiteY6536" fmla="*/ 2552192 h 6858000"/>
              <a:gd name="connsiteX6537" fmla="*/ 3613742 w 12203753"/>
              <a:gd name="connsiteY6537" fmla="*/ 2552179 h 6858000"/>
              <a:gd name="connsiteX6538" fmla="*/ 3636372 w 12203753"/>
              <a:gd name="connsiteY6538" fmla="*/ 2591373 h 6858000"/>
              <a:gd name="connsiteX6539" fmla="*/ 3540639 w 12203753"/>
              <a:gd name="connsiteY6539" fmla="*/ 2653913 h 6858000"/>
              <a:gd name="connsiteX6540" fmla="*/ 3438588 w 12203753"/>
              <a:gd name="connsiteY6540" fmla="*/ 2705599 h 6858000"/>
              <a:gd name="connsiteX6541" fmla="*/ 3415959 w 12203753"/>
              <a:gd name="connsiteY6541" fmla="*/ 2666406 h 6858000"/>
              <a:gd name="connsiteX6542" fmla="*/ 3416027 w 12203753"/>
              <a:gd name="connsiteY6542" fmla="*/ 2666341 h 6858000"/>
              <a:gd name="connsiteX6543" fmla="*/ 3511767 w 12203753"/>
              <a:gd name="connsiteY6543" fmla="*/ 2603804 h 6858000"/>
              <a:gd name="connsiteX6544" fmla="*/ 3613742 w 12203753"/>
              <a:gd name="connsiteY6544" fmla="*/ 2552179 h 6858000"/>
              <a:gd name="connsiteX6545" fmla="*/ 669795 w 12203753"/>
              <a:gd name="connsiteY6545" fmla="*/ 2552179 h 6858000"/>
              <a:gd name="connsiteX6546" fmla="*/ 678178 w 12203753"/>
              <a:gd name="connsiteY6546" fmla="*/ 2555884 h 6858000"/>
              <a:gd name="connsiteX6547" fmla="*/ 771792 w 12203753"/>
              <a:gd name="connsiteY6547" fmla="*/ 2603775 h 6858000"/>
              <a:gd name="connsiteX6548" fmla="*/ 867526 w 12203753"/>
              <a:gd name="connsiteY6548" fmla="*/ 2666314 h 6858000"/>
              <a:gd name="connsiteX6549" fmla="*/ 844900 w 12203753"/>
              <a:gd name="connsiteY6549" fmla="*/ 2705507 h 6858000"/>
              <a:gd name="connsiteX6550" fmla="*/ 742918 w 12203753"/>
              <a:gd name="connsiteY6550" fmla="*/ 2653888 h 6858000"/>
              <a:gd name="connsiteX6551" fmla="*/ 647181 w 12203753"/>
              <a:gd name="connsiteY6551" fmla="*/ 2591344 h 6858000"/>
              <a:gd name="connsiteX6552" fmla="*/ 4404860 w 12203753"/>
              <a:gd name="connsiteY6552" fmla="*/ 2552171 h 6858000"/>
              <a:gd name="connsiteX6553" fmla="*/ 4427491 w 12203753"/>
              <a:gd name="connsiteY6553" fmla="*/ 2591364 h 6858000"/>
              <a:gd name="connsiteX6554" fmla="*/ 4331748 w 12203753"/>
              <a:gd name="connsiteY6554" fmla="*/ 2653905 h 6858000"/>
              <a:gd name="connsiteX6555" fmla="*/ 4229702 w 12203753"/>
              <a:gd name="connsiteY6555" fmla="*/ 2705588 h 6858000"/>
              <a:gd name="connsiteX6556" fmla="*/ 4207074 w 12203753"/>
              <a:gd name="connsiteY6556" fmla="*/ 2666398 h 6858000"/>
              <a:gd name="connsiteX6557" fmla="*/ 4207074 w 12203753"/>
              <a:gd name="connsiteY6557" fmla="*/ 2666331 h 6858000"/>
              <a:gd name="connsiteX6558" fmla="*/ 4302809 w 12203753"/>
              <a:gd name="connsiteY6558" fmla="*/ 2603794 h 6858000"/>
              <a:gd name="connsiteX6559" fmla="*/ 4404860 w 12203753"/>
              <a:gd name="connsiteY6559" fmla="*/ 2552171 h 6858000"/>
              <a:gd name="connsiteX6560" fmla="*/ 1460873 w 12203753"/>
              <a:gd name="connsiteY6560" fmla="*/ 2552166 h 6858000"/>
              <a:gd name="connsiteX6561" fmla="*/ 1469257 w 12203753"/>
              <a:gd name="connsiteY6561" fmla="*/ 2555874 h 6858000"/>
              <a:gd name="connsiteX6562" fmla="*/ 1562870 w 12203753"/>
              <a:gd name="connsiteY6562" fmla="*/ 2603765 h 6858000"/>
              <a:gd name="connsiteX6563" fmla="*/ 1658607 w 12203753"/>
              <a:gd name="connsiteY6563" fmla="*/ 2666303 h 6858000"/>
              <a:gd name="connsiteX6564" fmla="*/ 1635980 w 12203753"/>
              <a:gd name="connsiteY6564" fmla="*/ 2705496 h 6858000"/>
              <a:gd name="connsiteX6565" fmla="*/ 1533999 w 12203753"/>
              <a:gd name="connsiteY6565" fmla="*/ 2653877 h 6858000"/>
              <a:gd name="connsiteX6566" fmla="*/ 1438259 w 12203753"/>
              <a:gd name="connsiteY6566" fmla="*/ 2591335 h 6858000"/>
              <a:gd name="connsiteX6567" fmla="*/ 5196000 w 12203753"/>
              <a:gd name="connsiteY6567" fmla="*/ 2552161 h 6858000"/>
              <a:gd name="connsiteX6568" fmla="*/ 5218629 w 12203753"/>
              <a:gd name="connsiteY6568" fmla="*/ 2591354 h 6858000"/>
              <a:gd name="connsiteX6569" fmla="*/ 5122891 w 12203753"/>
              <a:gd name="connsiteY6569" fmla="*/ 2653894 h 6858000"/>
              <a:gd name="connsiteX6570" fmla="*/ 5020848 w 12203753"/>
              <a:gd name="connsiteY6570" fmla="*/ 2705578 h 6858000"/>
              <a:gd name="connsiteX6571" fmla="*/ 4998215 w 12203753"/>
              <a:gd name="connsiteY6571" fmla="*/ 2666385 h 6858000"/>
              <a:gd name="connsiteX6572" fmla="*/ 4998215 w 12203753"/>
              <a:gd name="connsiteY6572" fmla="*/ 2666320 h 6858000"/>
              <a:gd name="connsiteX6573" fmla="*/ 5093953 w 12203753"/>
              <a:gd name="connsiteY6573" fmla="*/ 2603786 h 6858000"/>
              <a:gd name="connsiteX6574" fmla="*/ 5196000 w 12203753"/>
              <a:gd name="connsiteY6574" fmla="*/ 2552161 h 6858000"/>
              <a:gd name="connsiteX6575" fmla="*/ 2252000 w 12203753"/>
              <a:gd name="connsiteY6575" fmla="*/ 2552155 h 6858000"/>
              <a:gd name="connsiteX6576" fmla="*/ 2260383 w 12203753"/>
              <a:gd name="connsiteY6576" fmla="*/ 2555866 h 6858000"/>
              <a:gd name="connsiteX6577" fmla="*/ 2353993 w 12203753"/>
              <a:gd name="connsiteY6577" fmla="*/ 2603756 h 6858000"/>
              <a:gd name="connsiteX6578" fmla="*/ 2449735 w 12203753"/>
              <a:gd name="connsiteY6578" fmla="*/ 2666295 h 6858000"/>
              <a:gd name="connsiteX6579" fmla="*/ 2427108 w 12203753"/>
              <a:gd name="connsiteY6579" fmla="*/ 2705485 h 6858000"/>
              <a:gd name="connsiteX6580" fmla="*/ 2325122 w 12203753"/>
              <a:gd name="connsiteY6580" fmla="*/ 2653864 h 6858000"/>
              <a:gd name="connsiteX6581" fmla="*/ 2229387 w 12203753"/>
              <a:gd name="connsiteY6581" fmla="*/ 2591325 h 6858000"/>
              <a:gd name="connsiteX6582" fmla="*/ 669744 w 12203753"/>
              <a:gd name="connsiteY6582" fmla="*/ 2552155 h 6858000"/>
              <a:gd name="connsiteX6583" fmla="*/ 669808 w 12203753"/>
              <a:gd name="connsiteY6583" fmla="*/ 2552155 h 6858000"/>
              <a:gd name="connsiteX6584" fmla="*/ 669795 w 12203753"/>
              <a:gd name="connsiteY6584" fmla="*/ 2552179 h 6858000"/>
              <a:gd name="connsiteX6585" fmla="*/ 5987067 w 12203753"/>
              <a:gd name="connsiteY6585" fmla="*/ 2552151 h 6858000"/>
              <a:gd name="connsiteX6586" fmla="*/ 6009695 w 12203753"/>
              <a:gd name="connsiteY6586" fmla="*/ 2591344 h 6858000"/>
              <a:gd name="connsiteX6587" fmla="*/ 5913960 w 12203753"/>
              <a:gd name="connsiteY6587" fmla="*/ 2653882 h 6858000"/>
              <a:gd name="connsiteX6588" fmla="*/ 5811914 w 12203753"/>
              <a:gd name="connsiteY6588" fmla="*/ 2705568 h 6858000"/>
              <a:gd name="connsiteX6589" fmla="*/ 5789285 w 12203753"/>
              <a:gd name="connsiteY6589" fmla="*/ 2666374 h 6858000"/>
              <a:gd name="connsiteX6590" fmla="*/ 5789285 w 12203753"/>
              <a:gd name="connsiteY6590" fmla="*/ 2666309 h 6858000"/>
              <a:gd name="connsiteX6591" fmla="*/ 5885024 w 12203753"/>
              <a:gd name="connsiteY6591" fmla="*/ 2603774 h 6858000"/>
              <a:gd name="connsiteX6592" fmla="*/ 5987067 w 12203753"/>
              <a:gd name="connsiteY6592" fmla="*/ 2552151 h 6858000"/>
              <a:gd name="connsiteX6593" fmla="*/ 3043144 w 12203753"/>
              <a:gd name="connsiteY6593" fmla="*/ 2552145 h 6858000"/>
              <a:gd name="connsiteX6594" fmla="*/ 3051523 w 12203753"/>
              <a:gd name="connsiteY6594" fmla="*/ 2555853 h 6858000"/>
              <a:gd name="connsiteX6595" fmla="*/ 3145144 w 12203753"/>
              <a:gd name="connsiteY6595" fmla="*/ 2603744 h 6858000"/>
              <a:gd name="connsiteX6596" fmla="*/ 3240871 w 12203753"/>
              <a:gd name="connsiteY6596" fmla="*/ 2666284 h 6858000"/>
              <a:gd name="connsiteX6597" fmla="*/ 3218243 w 12203753"/>
              <a:gd name="connsiteY6597" fmla="*/ 2705476 h 6858000"/>
              <a:gd name="connsiteX6598" fmla="*/ 3116268 w 12203753"/>
              <a:gd name="connsiteY6598" fmla="*/ 2653856 h 6858000"/>
              <a:gd name="connsiteX6599" fmla="*/ 3020525 w 12203753"/>
              <a:gd name="connsiteY6599" fmla="*/ 2591316 h 6858000"/>
              <a:gd name="connsiteX6600" fmla="*/ 1460821 w 12203753"/>
              <a:gd name="connsiteY6600" fmla="*/ 2552141 h 6858000"/>
              <a:gd name="connsiteX6601" fmla="*/ 1460890 w 12203753"/>
              <a:gd name="connsiteY6601" fmla="*/ 2552141 h 6858000"/>
              <a:gd name="connsiteX6602" fmla="*/ 1460873 w 12203753"/>
              <a:gd name="connsiteY6602" fmla="*/ 2552166 h 6858000"/>
              <a:gd name="connsiteX6603" fmla="*/ 6778210 w 12203753"/>
              <a:gd name="connsiteY6603" fmla="*/ 2552140 h 6858000"/>
              <a:gd name="connsiteX6604" fmla="*/ 6800772 w 12203753"/>
              <a:gd name="connsiteY6604" fmla="*/ 2591335 h 6858000"/>
              <a:gd name="connsiteX6605" fmla="*/ 6705035 w 12203753"/>
              <a:gd name="connsiteY6605" fmla="*/ 2653870 h 6858000"/>
              <a:gd name="connsiteX6606" fmla="*/ 6603052 w 12203753"/>
              <a:gd name="connsiteY6606" fmla="*/ 2705559 h 6858000"/>
              <a:gd name="connsiteX6607" fmla="*/ 6580424 w 12203753"/>
              <a:gd name="connsiteY6607" fmla="*/ 2666363 h 6858000"/>
              <a:gd name="connsiteX6608" fmla="*/ 6580424 w 12203753"/>
              <a:gd name="connsiteY6608" fmla="*/ 2666298 h 6858000"/>
              <a:gd name="connsiteX6609" fmla="*/ 6676161 w 12203753"/>
              <a:gd name="connsiteY6609" fmla="*/ 2603765 h 6858000"/>
              <a:gd name="connsiteX6610" fmla="*/ 6778210 w 12203753"/>
              <a:gd name="connsiteY6610" fmla="*/ 2552140 h 6858000"/>
              <a:gd name="connsiteX6611" fmla="*/ 3834266 w 12203753"/>
              <a:gd name="connsiteY6611" fmla="*/ 2552134 h 6858000"/>
              <a:gd name="connsiteX6612" fmla="*/ 3842651 w 12203753"/>
              <a:gd name="connsiteY6612" fmla="*/ 2555844 h 6858000"/>
              <a:gd name="connsiteX6613" fmla="*/ 3936263 w 12203753"/>
              <a:gd name="connsiteY6613" fmla="*/ 2603735 h 6858000"/>
              <a:gd name="connsiteX6614" fmla="*/ 4031992 w 12203753"/>
              <a:gd name="connsiteY6614" fmla="*/ 2666271 h 6858000"/>
              <a:gd name="connsiteX6615" fmla="*/ 4009366 w 12203753"/>
              <a:gd name="connsiteY6615" fmla="*/ 2705464 h 6858000"/>
              <a:gd name="connsiteX6616" fmla="*/ 3907391 w 12203753"/>
              <a:gd name="connsiteY6616" fmla="*/ 2653845 h 6858000"/>
              <a:gd name="connsiteX6617" fmla="*/ 3811651 w 12203753"/>
              <a:gd name="connsiteY6617" fmla="*/ 2591306 h 6858000"/>
              <a:gd name="connsiteX6618" fmla="*/ 2251951 w 12203753"/>
              <a:gd name="connsiteY6618" fmla="*/ 2552134 h 6858000"/>
              <a:gd name="connsiteX6619" fmla="*/ 2252012 w 12203753"/>
              <a:gd name="connsiteY6619" fmla="*/ 2552134 h 6858000"/>
              <a:gd name="connsiteX6620" fmla="*/ 2252000 w 12203753"/>
              <a:gd name="connsiteY6620" fmla="*/ 2552155 h 6858000"/>
              <a:gd name="connsiteX6621" fmla="*/ 7569286 w 12203753"/>
              <a:gd name="connsiteY6621" fmla="*/ 2552130 h 6858000"/>
              <a:gd name="connsiteX6622" fmla="*/ 7591913 w 12203753"/>
              <a:gd name="connsiteY6622" fmla="*/ 2591325 h 6858000"/>
              <a:gd name="connsiteX6623" fmla="*/ 7496176 w 12203753"/>
              <a:gd name="connsiteY6623" fmla="*/ 2653860 h 6858000"/>
              <a:gd name="connsiteX6624" fmla="*/ 7394128 w 12203753"/>
              <a:gd name="connsiteY6624" fmla="*/ 2705548 h 6858000"/>
              <a:gd name="connsiteX6625" fmla="*/ 7371564 w 12203753"/>
              <a:gd name="connsiteY6625" fmla="*/ 2666353 h 6858000"/>
              <a:gd name="connsiteX6626" fmla="*/ 7371564 w 12203753"/>
              <a:gd name="connsiteY6626" fmla="*/ 2666288 h 6858000"/>
              <a:gd name="connsiteX6627" fmla="*/ 7467302 w 12203753"/>
              <a:gd name="connsiteY6627" fmla="*/ 2603754 h 6858000"/>
              <a:gd name="connsiteX6628" fmla="*/ 7569286 w 12203753"/>
              <a:gd name="connsiteY6628" fmla="*/ 2552130 h 6858000"/>
              <a:gd name="connsiteX6629" fmla="*/ 4625259 w 12203753"/>
              <a:gd name="connsiteY6629" fmla="*/ 2552125 h 6858000"/>
              <a:gd name="connsiteX6630" fmla="*/ 4633642 w 12203753"/>
              <a:gd name="connsiteY6630" fmla="*/ 2555832 h 6858000"/>
              <a:gd name="connsiteX6631" fmla="*/ 4727254 w 12203753"/>
              <a:gd name="connsiteY6631" fmla="*/ 2603725 h 6858000"/>
              <a:gd name="connsiteX6632" fmla="*/ 4822988 w 12203753"/>
              <a:gd name="connsiteY6632" fmla="*/ 2666263 h 6858000"/>
              <a:gd name="connsiteX6633" fmla="*/ 4800366 w 12203753"/>
              <a:gd name="connsiteY6633" fmla="*/ 2705456 h 6858000"/>
              <a:gd name="connsiteX6634" fmla="*/ 4698380 w 12203753"/>
              <a:gd name="connsiteY6634" fmla="*/ 2653834 h 6858000"/>
              <a:gd name="connsiteX6635" fmla="*/ 4602649 w 12203753"/>
              <a:gd name="connsiteY6635" fmla="*/ 2591295 h 6858000"/>
              <a:gd name="connsiteX6636" fmla="*/ 3043094 w 12203753"/>
              <a:gd name="connsiteY6636" fmla="*/ 2552121 h 6858000"/>
              <a:gd name="connsiteX6637" fmla="*/ 3043156 w 12203753"/>
              <a:gd name="connsiteY6637" fmla="*/ 2552121 h 6858000"/>
              <a:gd name="connsiteX6638" fmla="*/ 3043144 w 12203753"/>
              <a:gd name="connsiteY6638" fmla="*/ 2552145 h 6858000"/>
              <a:gd name="connsiteX6639" fmla="*/ 8360428 w 12203753"/>
              <a:gd name="connsiteY6639" fmla="*/ 2552119 h 6858000"/>
              <a:gd name="connsiteX6640" fmla="*/ 8383056 w 12203753"/>
              <a:gd name="connsiteY6640" fmla="*/ 2591316 h 6858000"/>
              <a:gd name="connsiteX6641" fmla="*/ 8287318 w 12203753"/>
              <a:gd name="connsiteY6641" fmla="*/ 2653850 h 6858000"/>
              <a:gd name="connsiteX6642" fmla="*/ 8185270 w 12203753"/>
              <a:gd name="connsiteY6642" fmla="*/ 2705539 h 6858000"/>
              <a:gd name="connsiteX6643" fmla="*/ 8162642 w 12203753"/>
              <a:gd name="connsiteY6643" fmla="*/ 2666343 h 6858000"/>
              <a:gd name="connsiteX6644" fmla="*/ 8162642 w 12203753"/>
              <a:gd name="connsiteY6644" fmla="*/ 2666278 h 6858000"/>
              <a:gd name="connsiteX6645" fmla="*/ 8258380 w 12203753"/>
              <a:gd name="connsiteY6645" fmla="*/ 2603744 h 6858000"/>
              <a:gd name="connsiteX6646" fmla="*/ 8360428 w 12203753"/>
              <a:gd name="connsiteY6646" fmla="*/ 2552119 h 6858000"/>
              <a:gd name="connsiteX6647" fmla="*/ 5416402 w 12203753"/>
              <a:gd name="connsiteY6647" fmla="*/ 2552115 h 6858000"/>
              <a:gd name="connsiteX6648" fmla="*/ 5424781 w 12203753"/>
              <a:gd name="connsiteY6648" fmla="*/ 2555822 h 6858000"/>
              <a:gd name="connsiteX6649" fmla="*/ 5518395 w 12203753"/>
              <a:gd name="connsiteY6649" fmla="*/ 2603716 h 6858000"/>
              <a:gd name="connsiteX6650" fmla="*/ 5614131 w 12203753"/>
              <a:gd name="connsiteY6650" fmla="*/ 2666250 h 6858000"/>
              <a:gd name="connsiteX6651" fmla="*/ 5591504 w 12203753"/>
              <a:gd name="connsiteY6651" fmla="*/ 2705445 h 6858000"/>
              <a:gd name="connsiteX6652" fmla="*/ 5489521 w 12203753"/>
              <a:gd name="connsiteY6652" fmla="*/ 2653822 h 6858000"/>
              <a:gd name="connsiteX6653" fmla="*/ 5393787 w 12203753"/>
              <a:gd name="connsiteY6653" fmla="*/ 2591286 h 6858000"/>
              <a:gd name="connsiteX6654" fmla="*/ 3834218 w 12203753"/>
              <a:gd name="connsiteY6654" fmla="*/ 2552115 h 6858000"/>
              <a:gd name="connsiteX6655" fmla="*/ 3834279 w 12203753"/>
              <a:gd name="connsiteY6655" fmla="*/ 2552115 h 6858000"/>
              <a:gd name="connsiteX6656" fmla="*/ 3834266 w 12203753"/>
              <a:gd name="connsiteY6656" fmla="*/ 2552134 h 6858000"/>
              <a:gd name="connsiteX6657" fmla="*/ 9151570 w 12203753"/>
              <a:gd name="connsiteY6657" fmla="*/ 2552108 h 6858000"/>
              <a:gd name="connsiteX6658" fmla="*/ 9174198 w 12203753"/>
              <a:gd name="connsiteY6658" fmla="*/ 2591306 h 6858000"/>
              <a:gd name="connsiteX6659" fmla="*/ 9078460 w 12203753"/>
              <a:gd name="connsiteY6659" fmla="*/ 2653839 h 6858000"/>
              <a:gd name="connsiteX6660" fmla="*/ 8976412 w 12203753"/>
              <a:gd name="connsiteY6660" fmla="*/ 2705530 h 6858000"/>
              <a:gd name="connsiteX6661" fmla="*/ 8953784 w 12203753"/>
              <a:gd name="connsiteY6661" fmla="*/ 2666333 h 6858000"/>
              <a:gd name="connsiteX6662" fmla="*/ 8953784 w 12203753"/>
              <a:gd name="connsiteY6662" fmla="*/ 2666267 h 6858000"/>
              <a:gd name="connsiteX6663" fmla="*/ 9049522 w 12203753"/>
              <a:gd name="connsiteY6663" fmla="*/ 2603735 h 6858000"/>
              <a:gd name="connsiteX6664" fmla="*/ 9151570 w 12203753"/>
              <a:gd name="connsiteY6664" fmla="*/ 2552108 h 6858000"/>
              <a:gd name="connsiteX6665" fmla="*/ 4625211 w 12203753"/>
              <a:gd name="connsiteY6665" fmla="*/ 2552104 h 6858000"/>
              <a:gd name="connsiteX6666" fmla="*/ 4625271 w 12203753"/>
              <a:gd name="connsiteY6666" fmla="*/ 2552104 h 6858000"/>
              <a:gd name="connsiteX6667" fmla="*/ 4625259 w 12203753"/>
              <a:gd name="connsiteY6667" fmla="*/ 2552125 h 6858000"/>
              <a:gd name="connsiteX6668" fmla="*/ 9942711 w 12203753"/>
              <a:gd name="connsiteY6668" fmla="*/ 2552098 h 6858000"/>
              <a:gd name="connsiteX6669" fmla="*/ 9965275 w 12203753"/>
              <a:gd name="connsiteY6669" fmla="*/ 2591295 h 6858000"/>
              <a:gd name="connsiteX6670" fmla="*/ 9869601 w 12203753"/>
              <a:gd name="connsiteY6670" fmla="*/ 2653828 h 6858000"/>
              <a:gd name="connsiteX6671" fmla="*/ 9767553 w 12203753"/>
              <a:gd name="connsiteY6671" fmla="*/ 2705519 h 6858000"/>
              <a:gd name="connsiteX6672" fmla="*/ 9744925 w 12203753"/>
              <a:gd name="connsiteY6672" fmla="*/ 2666322 h 6858000"/>
              <a:gd name="connsiteX6673" fmla="*/ 9744925 w 12203753"/>
              <a:gd name="connsiteY6673" fmla="*/ 2666256 h 6858000"/>
              <a:gd name="connsiteX6674" fmla="*/ 9840663 w 12203753"/>
              <a:gd name="connsiteY6674" fmla="*/ 2603724 h 6858000"/>
              <a:gd name="connsiteX6675" fmla="*/ 9942711 w 12203753"/>
              <a:gd name="connsiteY6675" fmla="*/ 2552098 h 6858000"/>
              <a:gd name="connsiteX6676" fmla="*/ 5416352 w 12203753"/>
              <a:gd name="connsiteY6676" fmla="*/ 2552090 h 6858000"/>
              <a:gd name="connsiteX6677" fmla="*/ 5416414 w 12203753"/>
              <a:gd name="connsiteY6677" fmla="*/ 2552090 h 6858000"/>
              <a:gd name="connsiteX6678" fmla="*/ 5416402 w 12203753"/>
              <a:gd name="connsiteY6678" fmla="*/ 2552115 h 6858000"/>
              <a:gd name="connsiteX6679" fmla="*/ 10733788 w 12203753"/>
              <a:gd name="connsiteY6679" fmla="*/ 2552086 h 6858000"/>
              <a:gd name="connsiteX6680" fmla="*/ 10756416 w 12203753"/>
              <a:gd name="connsiteY6680" fmla="*/ 2591286 h 6858000"/>
              <a:gd name="connsiteX6681" fmla="*/ 10660678 w 12203753"/>
              <a:gd name="connsiteY6681" fmla="*/ 2653816 h 6858000"/>
              <a:gd name="connsiteX6682" fmla="*/ 10558630 w 12203753"/>
              <a:gd name="connsiteY6682" fmla="*/ 2705509 h 6858000"/>
              <a:gd name="connsiteX6683" fmla="*/ 10536066 w 12203753"/>
              <a:gd name="connsiteY6683" fmla="*/ 2666311 h 6858000"/>
              <a:gd name="connsiteX6684" fmla="*/ 10536066 w 12203753"/>
              <a:gd name="connsiteY6684" fmla="*/ 2666245 h 6858000"/>
              <a:gd name="connsiteX6685" fmla="*/ 10631804 w 12203753"/>
              <a:gd name="connsiteY6685" fmla="*/ 2603714 h 6858000"/>
              <a:gd name="connsiteX6686" fmla="*/ 10733788 w 12203753"/>
              <a:gd name="connsiteY6686" fmla="*/ 2552086 h 6858000"/>
              <a:gd name="connsiteX6687" fmla="*/ 6207480 w 12203753"/>
              <a:gd name="connsiteY6687" fmla="*/ 2552080 h 6858000"/>
              <a:gd name="connsiteX6688" fmla="*/ 6309528 w 12203753"/>
              <a:gd name="connsiteY6688" fmla="*/ 2603706 h 6858000"/>
              <a:gd name="connsiteX6689" fmla="*/ 6405201 w 12203753"/>
              <a:gd name="connsiteY6689" fmla="*/ 2666240 h 6858000"/>
              <a:gd name="connsiteX6690" fmla="*/ 6382638 w 12203753"/>
              <a:gd name="connsiteY6690" fmla="*/ 2705436 h 6858000"/>
              <a:gd name="connsiteX6691" fmla="*/ 6280590 w 12203753"/>
              <a:gd name="connsiteY6691" fmla="*/ 2653811 h 6858000"/>
              <a:gd name="connsiteX6692" fmla="*/ 6184852 w 12203753"/>
              <a:gd name="connsiteY6692" fmla="*/ 2591276 h 6858000"/>
              <a:gd name="connsiteX6693" fmla="*/ 11524930 w 12203753"/>
              <a:gd name="connsiteY6693" fmla="*/ 2552076 h 6858000"/>
              <a:gd name="connsiteX6694" fmla="*/ 11547558 w 12203753"/>
              <a:gd name="connsiteY6694" fmla="*/ 2591276 h 6858000"/>
              <a:gd name="connsiteX6695" fmla="*/ 11451820 w 12203753"/>
              <a:gd name="connsiteY6695" fmla="*/ 2653806 h 6858000"/>
              <a:gd name="connsiteX6696" fmla="*/ 11349772 w 12203753"/>
              <a:gd name="connsiteY6696" fmla="*/ 2705499 h 6858000"/>
              <a:gd name="connsiteX6697" fmla="*/ 11327208 w 12203753"/>
              <a:gd name="connsiteY6697" fmla="*/ 2666300 h 6858000"/>
              <a:gd name="connsiteX6698" fmla="*/ 11327208 w 12203753"/>
              <a:gd name="connsiteY6698" fmla="*/ 2666235 h 6858000"/>
              <a:gd name="connsiteX6699" fmla="*/ 11422946 w 12203753"/>
              <a:gd name="connsiteY6699" fmla="*/ 2603705 h 6858000"/>
              <a:gd name="connsiteX6700" fmla="*/ 11524930 w 12203753"/>
              <a:gd name="connsiteY6700" fmla="*/ 2552076 h 6858000"/>
              <a:gd name="connsiteX6701" fmla="*/ 6998558 w 12203753"/>
              <a:gd name="connsiteY6701" fmla="*/ 2552070 h 6858000"/>
              <a:gd name="connsiteX6702" fmla="*/ 7100606 w 12203753"/>
              <a:gd name="connsiteY6702" fmla="*/ 2603695 h 6858000"/>
              <a:gd name="connsiteX6703" fmla="*/ 7196344 w 12203753"/>
              <a:gd name="connsiteY6703" fmla="*/ 2666230 h 6858000"/>
              <a:gd name="connsiteX6704" fmla="*/ 7173716 w 12203753"/>
              <a:gd name="connsiteY6704" fmla="*/ 2705427 h 6858000"/>
              <a:gd name="connsiteX6705" fmla="*/ 7071731 w 12203753"/>
              <a:gd name="connsiteY6705" fmla="*/ 2653801 h 6858000"/>
              <a:gd name="connsiteX6706" fmla="*/ 6975995 w 12203753"/>
              <a:gd name="connsiteY6706" fmla="*/ 2591266 h 6858000"/>
              <a:gd name="connsiteX6707" fmla="*/ 7789699 w 12203753"/>
              <a:gd name="connsiteY6707" fmla="*/ 2552060 h 6858000"/>
              <a:gd name="connsiteX6708" fmla="*/ 7891747 w 12203753"/>
              <a:gd name="connsiteY6708" fmla="*/ 2603685 h 6858000"/>
              <a:gd name="connsiteX6709" fmla="*/ 7987485 w 12203753"/>
              <a:gd name="connsiteY6709" fmla="*/ 2666219 h 6858000"/>
              <a:gd name="connsiteX6710" fmla="*/ 7964857 w 12203753"/>
              <a:gd name="connsiteY6710" fmla="*/ 2705416 h 6858000"/>
              <a:gd name="connsiteX6711" fmla="*/ 7862873 w 12203753"/>
              <a:gd name="connsiteY6711" fmla="*/ 2653791 h 6858000"/>
              <a:gd name="connsiteX6712" fmla="*/ 7767072 w 12203753"/>
              <a:gd name="connsiteY6712" fmla="*/ 2591257 h 6858000"/>
              <a:gd name="connsiteX6713" fmla="*/ 8580840 w 12203753"/>
              <a:gd name="connsiteY6713" fmla="*/ 2552050 h 6858000"/>
              <a:gd name="connsiteX6714" fmla="*/ 8682888 w 12203753"/>
              <a:gd name="connsiteY6714" fmla="*/ 2603675 h 6858000"/>
              <a:gd name="connsiteX6715" fmla="*/ 8778626 w 12203753"/>
              <a:gd name="connsiteY6715" fmla="*/ 2666208 h 6858000"/>
              <a:gd name="connsiteX6716" fmla="*/ 8755998 w 12203753"/>
              <a:gd name="connsiteY6716" fmla="*/ 2705407 h 6858000"/>
              <a:gd name="connsiteX6717" fmla="*/ 8654014 w 12203753"/>
              <a:gd name="connsiteY6717" fmla="*/ 2653780 h 6858000"/>
              <a:gd name="connsiteX6718" fmla="*/ 8558213 w 12203753"/>
              <a:gd name="connsiteY6718" fmla="*/ 2591246 h 6858000"/>
              <a:gd name="connsiteX6719" fmla="*/ 9371982 w 12203753"/>
              <a:gd name="connsiteY6719" fmla="*/ 2552039 h 6858000"/>
              <a:gd name="connsiteX6720" fmla="*/ 9474030 w 12203753"/>
              <a:gd name="connsiteY6720" fmla="*/ 2603665 h 6858000"/>
              <a:gd name="connsiteX6721" fmla="*/ 9569704 w 12203753"/>
              <a:gd name="connsiteY6721" fmla="*/ 2666197 h 6858000"/>
              <a:gd name="connsiteX6722" fmla="*/ 9547140 w 12203753"/>
              <a:gd name="connsiteY6722" fmla="*/ 2705396 h 6858000"/>
              <a:gd name="connsiteX6723" fmla="*/ 9445093 w 12203753"/>
              <a:gd name="connsiteY6723" fmla="*/ 2653768 h 6858000"/>
              <a:gd name="connsiteX6724" fmla="*/ 9349355 w 12203753"/>
              <a:gd name="connsiteY6724" fmla="*/ 2591237 h 6858000"/>
              <a:gd name="connsiteX6725" fmla="*/ 10163059 w 12203753"/>
              <a:gd name="connsiteY6725" fmla="*/ 2552028 h 6858000"/>
              <a:gd name="connsiteX6726" fmla="*/ 10265107 w 12203753"/>
              <a:gd name="connsiteY6726" fmla="*/ 2603655 h 6858000"/>
              <a:gd name="connsiteX6727" fmla="*/ 10360845 w 12203753"/>
              <a:gd name="connsiteY6727" fmla="*/ 2666187 h 6858000"/>
              <a:gd name="connsiteX6728" fmla="*/ 10338218 w 12203753"/>
              <a:gd name="connsiteY6728" fmla="*/ 2705386 h 6858000"/>
              <a:gd name="connsiteX6729" fmla="*/ 10236234 w 12203753"/>
              <a:gd name="connsiteY6729" fmla="*/ 2653757 h 6858000"/>
              <a:gd name="connsiteX6730" fmla="*/ 10140496 w 12203753"/>
              <a:gd name="connsiteY6730" fmla="*/ 2591227 h 6858000"/>
              <a:gd name="connsiteX6731" fmla="*/ 10954201 w 12203753"/>
              <a:gd name="connsiteY6731" fmla="*/ 2552018 h 6858000"/>
              <a:gd name="connsiteX6732" fmla="*/ 11056249 w 12203753"/>
              <a:gd name="connsiteY6732" fmla="*/ 2603645 h 6858000"/>
              <a:gd name="connsiteX6733" fmla="*/ 11151987 w 12203753"/>
              <a:gd name="connsiteY6733" fmla="*/ 2666176 h 6858000"/>
              <a:gd name="connsiteX6734" fmla="*/ 11129360 w 12203753"/>
              <a:gd name="connsiteY6734" fmla="*/ 2705376 h 6858000"/>
              <a:gd name="connsiteX6735" fmla="*/ 11027376 w 12203753"/>
              <a:gd name="connsiteY6735" fmla="*/ 2653747 h 6858000"/>
              <a:gd name="connsiteX6736" fmla="*/ 10931638 w 12203753"/>
              <a:gd name="connsiteY6736" fmla="*/ 2591217 h 6858000"/>
              <a:gd name="connsiteX6737" fmla="*/ 11745343 w 12203753"/>
              <a:gd name="connsiteY6737" fmla="*/ 2552007 h 6858000"/>
              <a:gd name="connsiteX6738" fmla="*/ 11847390 w 12203753"/>
              <a:gd name="connsiteY6738" fmla="*/ 2603635 h 6858000"/>
              <a:gd name="connsiteX6739" fmla="*/ 11943128 w 12203753"/>
              <a:gd name="connsiteY6739" fmla="*/ 2666166 h 6858000"/>
              <a:gd name="connsiteX6740" fmla="*/ 11920501 w 12203753"/>
              <a:gd name="connsiteY6740" fmla="*/ 2705366 h 6858000"/>
              <a:gd name="connsiteX6741" fmla="*/ 11818516 w 12203753"/>
              <a:gd name="connsiteY6741" fmla="*/ 2653737 h 6858000"/>
              <a:gd name="connsiteX6742" fmla="*/ 11722715 w 12203753"/>
              <a:gd name="connsiteY6742" fmla="*/ 2591207 h 6858000"/>
              <a:gd name="connsiteX6743" fmla="*/ 141282 w 12203753"/>
              <a:gd name="connsiteY6743" fmla="*/ 2400519 h 6858000"/>
              <a:gd name="connsiteX6744" fmla="*/ 186536 w 12203753"/>
              <a:gd name="connsiteY6744" fmla="*/ 2400519 h 6858000"/>
              <a:gd name="connsiteX6745" fmla="*/ 192846 w 12203753"/>
              <a:gd name="connsiteY6745" fmla="*/ 2514751 h 6858000"/>
              <a:gd name="connsiteX6746" fmla="*/ 186536 w 12203753"/>
              <a:gd name="connsiteY6746" fmla="*/ 2628918 h 6858000"/>
              <a:gd name="connsiteX6747" fmla="*/ 141282 w 12203753"/>
              <a:gd name="connsiteY6747" fmla="*/ 2628918 h 6858000"/>
              <a:gd name="connsiteX6748" fmla="*/ 135035 w 12203753"/>
              <a:gd name="connsiteY6748" fmla="*/ 2514751 h 6858000"/>
              <a:gd name="connsiteX6749" fmla="*/ 141282 w 12203753"/>
              <a:gd name="connsiteY6749" fmla="*/ 2400519 h 6858000"/>
              <a:gd name="connsiteX6750" fmla="*/ 932414 w 12203753"/>
              <a:gd name="connsiteY6750" fmla="*/ 2400513 h 6858000"/>
              <a:gd name="connsiteX6751" fmla="*/ 977669 w 12203753"/>
              <a:gd name="connsiteY6751" fmla="*/ 2400513 h 6858000"/>
              <a:gd name="connsiteX6752" fmla="*/ 983979 w 12203753"/>
              <a:gd name="connsiteY6752" fmla="*/ 2514744 h 6858000"/>
              <a:gd name="connsiteX6753" fmla="*/ 977669 w 12203753"/>
              <a:gd name="connsiteY6753" fmla="*/ 2628912 h 6858000"/>
              <a:gd name="connsiteX6754" fmla="*/ 932414 w 12203753"/>
              <a:gd name="connsiteY6754" fmla="*/ 2628912 h 6858000"/>
              <a:gd name="connsiteX6755" fmla="*/ 926104 w 12203753"/>
              <a:gd name="connsiteY6755" fmla="*/ 2514744 h 6858000"/>
              <a:gd name="connsiteX6756" fmla="*/ 932414 w 12203753"/>
              <a:gd name="connsiteY6756" fmla="*/ 2400513 h 6858000"/>
              <a:gd name="connsiteX6757" fmla="*/ 1723556 w 12203753"/>
              <a:gd name="connsiteY6757" fmla="*/ 2400504 h 6858000"/>
              <a:gd name="connsiteX6758" fmla="*/ 1768814 w 12203753"/>
              <a:gd name="connsiteY6758" fmla="*/ 2400504 h 6858000"/>
              <a:gd name="connsiteX6759" fmla="*/ 1775125 w 12203753"/>
              <a:gd name="connsiteY6759" fmla="*/ 2514733 h 6858000"/>
              <a:gd name="connsiteX6760" fmla="*/ 1768814 w 12203753"/>
              <a:gd name="connsiteY6760" fmla="*/ 2628900 h 6858000"/>
              <a:gd name="connsiteX6761" fmla="*/ 1723556 w 12203753"/>
              <a:gd name="connsiteY6761" fmla="*/ 2628900 h 6858000"/>
              <a:gd name="connsiteX6762" fmla="*/ 1717247 w 12203753"/>
              <a:gd name="connsiteY6762" fmla="*/ 2514733 h 6858000"/>
              <a:gd name="connsiteX6763" fmla="*/ 1723556 w 12203753"/>
              <a:gd name="connsiteY6763" fmla="*/ 2400504 h 6858000"/>
              <a:gd name="connsiteX6764" fmla="*/ 2514689 w 12203753"/>
              <a:gd name="connsiteY6764" fmla="*/ 2400493 h 6858000"/>
              <a:gd name="connsiteX6765" fmla="*/ 2559944 w 12203753"/>
              <a:gd name="connsiteY6765" fmla="*/ 2400493 h 6858000"/>
              <a:gd name="connsiteX6766" fmla="*/ 2566255 w 12203753"/>
              <a:gd name="connsiteY6766" fmla="*/ 2514722 h 6858000"/>
              <a:gd name="connsiteX6767" fmla="*/ 2559944 w 12203753"/>
              <a:gd name="connsiteY6767" fmla="*/ 2628888 h 6858000"/>
              <a:gd name="connsiteX6768" fmla="*/ 2514689 w 12203753"/>
              <a:gd name="connsiteY6768" fmla="*/ 2628888 h 6858000"/>
              <a:gd name="connsiteX6769" fmla="*/ 2508444 w 12203753"/>
              <a:gd name="connsiteY6769" fmla="*/ 2514722 h 6858000"/>
              <a:gd name="connsiteX6770" fmla="*/ 2514689 w 12203753"/>
              <a:gd name="connsiteY6770" fmla="*/ 2400493 h 6858000"/>
              <a:gd name="connsiteX6771" fmla="*/ 3305820 w 12203753"/>
              <a:gd name="connsiteY6771" fmla="*/ 2400481 h 6858000"/>
              <a:gd name="connsiteX6772" fmla="*/ 3351078 w 12203753"/>
              <a:gd name="connsiteY6772" fmla="*/ 2400481 h 6858000"/>
              <a:gd name="connsiteX6773" fmla="*/ 3357385 w 12203753"/>
              <a:gd name="connsiteY6773" fmla="*/ 2514711 h 6858000"/>
              <a:gd name="connsiteX6774" fmla="*/ 3351078 w 12203753"/>
              <a:gd name="connsiteY6774" fmla="*/ 2628876 h 6858000"/>
              <a:gd name="connsiteX6775" fmla="*/ 3305820 w 12203753"/>
              <a:gd name="connsiteY6775" fmla="*/ 2628876 h 6858000"/>
              <a:gd name="connsiteX6776" fmla="*/ 3299575 w 12203753"/>
              <a:gd name="connsiteY6776" fmla="*/ 2514711 h 6858000"/>
              <a:gd name="connsiteX6777" fmla="*/ 3305820 w 12203753"/>
              <a:gd name="connsiteY6777" fmla="*/ 2400481 h 6858000"/>
              <a:gd name="connsiteX6778" fmla="*/ 4096880 w 12203753"/>
              <a:gd name="connsiteY6778" fmla="*/ 2400471 h 6858000"/>
              <a:gd name="connsiteX6779" fmla="*/ 4142136 w 12203753"/>
              <a:gd name="connsiteY6779" fmla="*/ 2400471 h 6858000"/>
              <a:gd name="connsiteX6780" fmla="*/ 4148446 w 12203753"/>
              <a:gd name="connsiteY6780" fmla="*/ 2514700 h 6858000"/>
              <a:gd name="connsiteX6781" fmla="*/ 4142136 w 12203753"/>
              <a:gd name="connsiteY6781" fmla="*/ 2628864 h 6858000"/>
              <a:gd name="connsiteX6782" fmla="*/ 4096880 w 12203753"/>
              <a:gd name="connsiteY6782" fmla="*/ 2628864 h 6858000"/>
              <a:gd name="connsiteX6783" fmla="*/ 4090633 w 12203753"/>
              <a:gd name="connsiteY6783" fmla="*/ 2514700 h 6858000"/>
              <a:gd name="connsiteX6784" fmla="*/ 4096880 w 12203753"/>
              <a:gd name="connsiteY6784" fmla="*/ 2400471 h 6858000"/>
              <a:gd name="connsiteX6785" fmla="*/ 4887944 w 12203753"/>
              <a:gd name="connsiteY6785" fmla="*/ 2400460 h 6858000"/>
              <a:gd name="connsiteX6786" fmla="*/ 4933198 w 12203753"/>
              <a:gd name="connsiteY6786" fmla="*/ 2400460 h 6858000"/>
              <a:gd name="connsiteX6787" fmla="*/ 4939507 w 12203753"/>
              <a:gd name="connsiteY6787" fmla="*/ 2514689 h 6858000"/>
              <a:gd name="connsiteX6788" fmla="*/ 4933198 w 12203753"/>
              <a:gd name="connsiteY6788" fmla="*/ 2628852 h 6858000"/>
              <a:gd name="connsiteX6789" fmla="*/ 4887944 w 12203753"/>
              <a:gd name="connsiteY6789" fmla="*/ 2628852 h 6858000"/>
              <a:gd name="connsiteX6790" fmla="*/ 4881696 w 12203753"/>
              <a:gd name="connsiteY6790" fmla="*/ 2514689 h 6858000"/>
              <a:gd name="connsiteX6791" fmla="*/ 4887944 w 12203753"/>
              <a:gd name="connsiteY6791" fmla="*/ 2400460 h 6858000"/>
              <a:gd name="connsiteX6792" fmla="*/ 5679084 w 12203753"/>
              <a:gd name="connsiteY6792" fmla="*/ 2400451 h 6858000"/>
              <a:gd name="connsiteX6793" fmla="*/ 5724338 w 12203753"/>
              <a:gd name="connsiteY6793" fmla="*/ 2400451 h 6858000"/>
              <a:gd name="connsiteX6794" fmla="*/ 5730645 w 12203753"/>
              <a:gd name="connsiteY6794" fmla="*/ 2514678 h 6858000"/>
              <a:gd name="connsiteX6795" fmla="*/ 5724338 w 12203753"/>
              <a:gd name="connsiteY6795" fmla="*/ 2628846 h 6858000"/>
              <a:gd name="connsiteX6796" fmla="*/ 5679084 w 12203753"/>
              <a:gd name="connsiteY6796" fmla="*/ 2628846 h 6858000"/>
              <a:gd name="connsiteX6797" fmla="*/ 5672769 w 12203753"/>
              <a:gd name="connsiteY6797" fmla="*/ 2514678 h 6858000"/>
              <a:gd name="connsiteX6798" fmla="*/ 5679084 w 12203753"/>
              <a:gd name="connsiteY6798" fmla="*/ 2400451 h 6858000"/>
              <a:gd name="connsiteX6799" fmla="*/ 6470217 w 12203753"/>
              <a:gd name="connsiteY6799" fmla="*/ 2400441 h 6858000"/>
              <a:gd name="connsiteX6800" fmla="*/ 6515408 w 12203753"/>
              <a:gd name="connsiteY6800" fmla="*/ 2400441 h 6858000"/>
              <a:gd name="connsiteX6801" fmla="*/ 6521719 w 12203753"/>
              <a:gd name="connsiteY6801" fmla="*/ 2514667 h 6858000"/>
              <a:gd name="connsiteX6802" fmla="*/ 6515408 w 12203753"/>
              <a:gd name="connsiteY6802" fmla="*/ 2628833 h 6858000"/>
              <a:gd name="connsiteX6803" fmla="*/ 6470217 w 12203753"/>
              <a:gd name="connsiteY6803" fmla="*/ 2628833 h 6858000"/>
              <a:gd name="connsiteX6804" fmla="*/ 6463906 w 12203753"/>
              <a:gd name="connsiteY6804" fmla="*/ 2514667 h 6858000"/>
              <a:gd name="connsiteX6805" fmla="*/ 6470217 w 12203753"/>
              <a:gd name="connsiteY6805" fmla="*/ 2400441 h 6858000"/>
              <a:gd name="connsiteX6806" fmla="*/ 7261293 w 12203753"/>
              <a:gd name="connsiteY6806" fmla="*/ 2400432 h 6858000"/>
              <a:gd name="connsiteX6807" fmla="*/ 7306549 w 12203753"/>
              <a:gd name="connsiteY6807" fmla="*/ 2400432 h 6858000"/>
              <a:gd name="connsiteX6808" fmla="*/ 7312860 w 12203753"/>
              <a:gd name="connsiteY6808" fmla="*/ 2514656 h 6858000"/>
              <a:gd name="connsiteX6809" fmla="*/ 7306549 w 12203753"/>
              <a:gd name="connsiteY6809" fmla="*/ 2628821 h 6858000"/>
              <a:gd name="connsiteX6810" fmla="*/ 7261293 w 12203753"/>
              <a:gd name="connsiteY6810" fmla="*/ 2628821 h 6858000"/>
              <a:gd name="connsiteX6811" fmla="*/ 7255047 w 12203753"/>
              <a:gd name="connsiteY6811" fmla="*/ 2514656 h 6858000"/>
              <a:gd name="connsiteX6812" fmla="*/ 7261293 w 12203753"/>
              <a:gd name="connsiteY6812" fmla="*/ 2400432 h 6858000"/>
              <a:gd name="connsiteX6813" fmla="*/ 8052435 w 12203753"/>
              <a:gd name="connsiteY6813" fmla="*/ 2400421 h 6858000"/>
              <a:gd name="connsiteX6814" fmla="*/ 8097691 w 12203753"/>
              <a:gd name="connsiteY6814" fmla="*/ 2400421 h 6858000"/>
              <a:gd name="connsiteX6815" fmla="*/ 8103938 w 12203753"/>
              <a:gd name="connsiteY6815" fmla="*/ 2514645 h 6858000"/>
              <a:gd name="connsiteX6816" fmla="*/ 8097691 w 12203753"/>
              <a:gd name="connsiteY6816" fmla="*/ 2628809 h 6858000"/>
              <a:gd name="connsiteX6817" fmla="*/ 8052435 w 12203753"/>
              <a:gd name="connsiteY6817" fmla="*/ 2628809 h 6858000"/>
              <a:gd name="connsiteX6818" fmla="*/ 8046189 w 12203753"/>
              <a:gd name="connsiteY6818" fmla="*/ 2514645 h 6858000"/>
              <a:gd name="connsiteX6819" fmla="*/ 8052435 w 12203753"/>
              <a:gd name="connsiteY6819" fmla="*/ 2400421 h 6858000"/>
              <a:gd name="connsiteX6820" fmla="*/ 8843577 w 12203753"/>
              <a:gd name="connsiteY6820" fmla="*/ 2400412 h 6858000"/>
              <a:gd name="connsiteX6821" fmla="*/ 8888832 w 12203753"/>
              <a:gd name="connsiteY6821" fmla="*/ 2400412 h 6858000"/>
              <a:gd name="connsiteX6822" fmla="*/ 8895079 w 12203753"/>
              <a:gd name="connsiteY6822" fmla="*/ 2514634 h 6858000"/>
              <a:gd name="connsiteX6823" fmla="*/ 8888832 w 12203753"/>
              <a:gd name="connsiteY6823" fmla="*/ 2628797 h 6858000"/>
              <a:gd name="connsiteX6824" fmla="*/ 8843577 w 12203753"/>
              <a:gd name="connsiteY6824" fmla="*/ 2628797 h 6858000"/>
              <a:gd name="connsiteX6825" fmla="*/ 8837330 w 12203753"/>
              <a:gd name="connsiteY6825" fmla="*/ 2514634 h 6858000"/>
              <a:gd name="connsiteX6826" fmla="*/ 8843577 w 12203753"/>
              <a:gd name="connsiteY6826" fmla="*/ 2400412 h 6858000"/>
              <a:gd name="connsiteX6827" fmla="*/ 9634719 w 12203753"/>
              <a:gd name="connsiteY6827" fmla="*/ 2400401 h 6858000"/>
              <a:gd name="connsiteX6828" fmla="*/ 9679910 w 12203753"/>
              <a:gd name="connsiteY6828" fmla="*/ 2400401 h 6858000"/>
              <a:gd name="connsiteX6829" fmla="*/ 9686221 w 12203753"/>
              <a:gd name="connsiteY6829" fmla="*/ 2514623 h 6858000"/>
              <a:gd name="connsiteX6830" fmla="*/ 9679910 w 12203753"/>
              <a:gd name="connsiteY6830" fmla="*/ 2628785 h 6858000"/>
              <a:gd name="connsiteX6831" fmla="*/ 9634719 w 12203753"/>
              <a:gd name="connsiteY6831" fmla="*/ 2628785 h 6858000"/>
              <a:gd name="connsiteX6832" fmla="*/ 9628408 w 12203753"/>
              <a:gd name="connsiteY6832" fmla="*/ 2514623 h 6858000"/>
              <a:gd name="connsiteX6833" fmla="*/ 9634719 w 12203753"/>
              <a:gd name="connsiteY6833" fmla="*/ 2400401 h 6858000"/>
              <a:gd name="connsiteX6834" fmla="*/ 10425796 w 12203753"/>
              <a:gd name="connsiteY6834" fmla="*/ 2400391 h 6858000"/>
              <a:gd name="connsiteX6835" fmla="*/ 10471052 w 12203753"/>
              <a:gd name="connsiteY6835" fmla="*/ 2400391 h 6858000"/>
              <a:gd name="connsiteX6836" fmla="*/ 10477362 w 12203753"/>
              <a:gd name="connsiteY6836" fmla="*/ 2514612 h 6858000"/>
              <a:gd name="connsiteX6837" fmla="*/ 10471052 w 12203753"/>
              <a:gd name="connsiteY6837" fmla="*/ 2628773 h 6858000"/>
              <a:gd name="connsiteX6838" fmla="*/ 10425796 w 12203753"/>
              <a:gd name="connsiteY6838" fmla="*/ 2628773 h 6858000"/>
              <a:gd name="connsiteX6839" fmla="*/ 10419550 w 12203753"/>
              <a:gd name="connsiteY6839" fmla="*/ 2514612 h 6858000"/>
              <a:gd name="connsiteX6840" fmla="*/ 10425796 w 12203753"/>
              <a:gd name="connsiteY6840" fmla="*/ 2400391 h 6858000"/>
              <a:gd name="connsiteX6841" fmla="*/ 11216938 w 12203753"/>
              <a:gd name="connsiteY6841" fmla="*/ 2400380 h 6858000"/>
              <a:gd name="connsiteX6842" fmla="*/ 11262194 w 12203753"/>
              <a:gd name="connsiteY6842" fmla="*/ 2400380 h 6858000"/>
              <a:gd name="connsiteX6843" fmla="*/ 11268504 w 12203753"/>
              <a:gd name="connsiteY6843" fmla="*/ 2514601 h 6858000"/>
              <a:gd name="connsiteX6844" fmla="*/ 11262194 w 12203753"/>
              <a:gd name="connsiteY6844" fmla="*/ 2628760 h 6858000"/>
              <a:gd name="connsiteX6845" fmla="*/ 11216938 w 12203753"/>
              <a:gd name="connsiteY6845" fmla="*/ 2628760 h 6858000"/>
              <a:gd name="connsiteX6846" fmla="*/ 11210692 w 12203753"/>
              <a:gd name="connsiteY6846" fmla="*/ 2514601 h 6858000"/>
              <a:gd name="connsiteX6847" fmla="*/ 11216938 w 12203753"/>
              <a:gd name="connsiteY6847" fmla="*/ 2400380 h 6858000"/>
              <a:gd name="connsiteX6848" fmla="*/ 12008079 w 12203753"/>
              <a:gd name="connsiteY6848" fmla="*/ 2400368 h 6858000"/>
              <a:gd name="connsiteX6849" fmla="*/ 12053335 w 12203753"/>
              <a:gd name="connsiteY6849" fmla="*/ 2400368 h 6858000"/>
              <a:gd name="connsiteX6850" fmla="*/ 12059581 w 12203753"/>
              <a:gd name="connsiteY6850" fmla="*/ 2514590 h 6858000"/>
              <a:gd name="connsiteX6851" fmla="*/ 12053335 w 12203753"/>
              <a:gd name="connsiteY6851" fmla="*/ 2628749 h 6858000"/>
              <a:gd name="connsiteX6852" fmla="*/ 12008079 w 12203753"/>
              <a:gd name="connsiteY6852" fmla="*/ 2628749 h 6858000"/>
              <a:gd name="connsiteX6853" fmla="*/ 12001833 w 12203753"/>
              <a:gd name="connsiteY6853" fmla="*/ 2514590 h 6858000"/>
              <a:gd name="connsiteX6854" fmla="*/ 12008079 w 12203753"/>
              <a:gd name="connsiteY6854" fmla="*/ 2400368 h 6858000"/>
              <a:gd name="connsiteX6855" fmla="*/ 274229 w 12203753"/>
              <a:gd name="connsiteY6855" fmla="*/ 2323849 h 6858000"/>
              <a:gd name="connsiteX6856" fmla="*/ 282613 w 12203753"/>
              <a:gd name="connsiteY6856" fmla="*/ 2327561 h 6858000"/>
              <a:gd name="connsiteX6857" fmla="*/ 376224 w 12203753"/>
              <a:gd name="connsiteY6857" fmla="*/ 2375463 h 6858000"/>
              <a:gd name="connsiteX6858" fmla="*/ 471959 w 12203753"/>
              <a:gd name="connsiteY6858" fmla="*/ 2438014 h 6858000"/>
              <a:gd name="connsiteX6859" fmla="*/ 449332 w 12203753"/>
              <a:gd name="connsiteY6859" fmla="*/ 2477205 h 6858000"/>
              <a:gd name="connsiteX6860" fmla="*/ 347352 w 12203753"/>
              <a:gd name="connsiteY6860" fmla="*/ 2425578 h 6858000"/>
              <a:gd name="connsiteX6861" fmla="*/ 251614 w 12203753"/>
              <a:gd name="connsiteY6861" fmla="*/ 2363053 h 6858000"/>
              <a:gd name="connsiteX6862" fmla="*/ 1065369 w 12203753"/>
              <a:gd name="connsiteY6862" fmla="*/ 2323836 h 6858000"/>
              <a:gd name="connsiteX6863" fmla="*/ 1073750 w 12203753"/>
              <a:gd name="connsiteY6863" fmla="*/ 2327552 h 6858000"/>
              <a:gd name="connsiteX6864" fmla="*/ 1167366 w 12203753"/>
              <a:gd name="connsiteY6864" fmla="*/ 2375452 h 6858000"/>
              <a:gd name="connsiteX6865" fmla="*/ 1263103 w 12203753"/>
              <a:gd name="connsiteY6865" fmla="*/ 2438010 h 6858000"/>
              <a:gd name="connsiteX6866" fmla="*/ 1240476 w 12203753"/>
              <a:gd name="connsiteY6866" fmla="*/ 2477195 h 6858000"/>
              <a:gd name="connsiteX6867" fmla="*/ 1138491 w 12203753"/>
              <a:gd name="connsiteY6867" fmla="*/ 2425567 h 6858000"/>
              <a:gd name="connsiteX6868" fmla="*/ 1042746 w 12203753"/>
              <a:gd name="connsiteY6868" fmla="*/ 2363041 h 6858000"/>
              <a:gd name="connsiteX6869" fmla="*/ 1856440 w 12203753"/>
              <a:gd name="connsiteY6869" fmla="*/ 2323834 h 6858000"/>
              <a:gd name="connsiteX6870" fmla="*/ 1864826 w 12203753"/>
              <a:gd name="connsiteY6870" fmla="*/ 2327542 h 6858000"/>
              <a:gd name="connsiteX6871" fmla="*/ 1958439 w 12203753"/>
              <a:gd name="connsiteY6871" fmla="*/ 2375445 h 6858000"/>
              <a:gd name="connsiteX6872" fmla="*/ 2054174 w 12203753"/>
              <a:gd name="connsiteY6872" fmla="*/ 2437998 h 6858000"/>
              <a:gd name="connsiteX6873" fmla="*/ 2031546 w 12203753"/>
              <a:gd name="connsiteY6873" fmla="*/ 2477187 h 6858000"/>
              <a:gd name="connsiteX6874" fmla="*/ 1929564 w 12203753"/>
              <a:gd name="connsiteY6874" fmla="*/ 2425556 h 6858000"/>
              <a:gd name="connsiteX6875" fmla="*/ 1833827 w 12203753"/>
              <a:gd name="connsiteY6875" fmla="*/ 2363030 h 6858000"/>
              <a:gd name="connsiteX6876" fmla="*/ 53706 w 12203753"/>
              <a:gd name="connsiteY6876" fmla="*/ 2323834 h 6858000"/>
              <a:gd name="connsiteX6877" fmla="*/ 76333 w 12203753"/>
              <a:gd name="connsiteY6877" fmla="*/ 2363053 h 6858000"/>
              <a:gd name="connsiteX6878" fmla="*/ 48496 w 12203753"/>
              <a:gd name="connsiteY6878" fmla="*/ 2382752 h 6858000"/>
              <a:gd name="connsiteX6879" fmla="*/ 0 w 12203753"/>
              <a:gd name="connsiteY6879" fmla="*/ 2413343 h 6858000"/>
              <a:gd name="connsiteX6880" fmla="*/ 0 w 12203753"/>
              <a:gd name="connsiteY6880" fmla="*/ 2350050 h 6858000"/>
              <a:gd name="connsiteX6881" fmla="*/ 22745 w 12203753"/>
              <a:gd name="connsiteY6881" fmla="*/ 2338074 h 6858000"/>
              <a:gd name="connsiteX6882" fmla="*/ 53706 w 12203753"/>
              <a:gd name="connsiteY6882" fmla="*/ 2323834 h 6858000"/>
              <a:gd name="connsiteX6883" fmla="*/ 274178 w 12203753"/>
              <a:gd name="connsiteY6883" fmla="*/ 2323824 h 6858000"/>
              <a:gd name="connsiteX6884" fmla="*/ 274242 w 12203753"/>
              <a:gd name="connsiteY6884" fmla="*/ 2323824 h 6858000"/>
              <a:gd name="connsiteX6885" fmla="*/ 274229 w 12203753"/>
              <a:gd name="connsiteY6885" fmla="*/ 2323849 h 6858000"/>
              <a:gd name="connsiteX6886" fmla="*/ 2647573 w 12203753"/>
              <a:gd name="connsiteY6886" fmla="*/ 2323819 h 6858000"/>
              <a:gd name="connsiteX6887" fmla="*/ 2655955 w 12203753"/>
              <a:gd name="connsiteY6887" fmla="*/ 2327541 h 6858000"/>
              <a:gd name="connsiteX6888" fmla="*/ 2749571 w 12203753"/>
              <a:gd name="connsiteY6888" fmla="*/ 2375433 h 6858000"/>
              <a:gd name="connsiteX6889" fmla="*/ 2845305 w 12203753"/>
              <a:gd name="connsiteY6889" fmla="*/ 2437986 h 6858000"/>
              <a:gd name="connsiteX6890" fmla="*/ 2822677 w 12203753"/>
              <a:gd name="connsiteY6890" fmla="*/ 2477176 h 6858000"/>
              <a:gd name="connsiteX6891" fmla="*/ 2720696 w 12203753"/>
              <a:gd name="connsiteY6891" fmla="*/ 2425545 h 6858000"/>
              <a:gd name="connsiteX6892" fmla="*/ 2624959 w 12203753"/>
              <a:gd name="connsiteY6892" fmla="*/ 2363018 h 6858000"/>
              <a:gd name="connsiteX6893" fmla="*/ 844835 w 12203753"/>
              <a:gd name="connsiteY6893" fmla="*/ 2323819 h 6858000"/>
              <a:gd name="connsiteX6894" fmla="*/ 867464 w 12203753"/>
              <a:gd name="connsiteY6894" fmla="*/ 2363044 h 6858000"/>
              <a:gd name="connsiteX6895" fmla="*/ 771727 w 12203753"/>
              <a:gd name="connsiteY6895" fmla="*/ 2425574 h 6858000"/>
              <a:gd name="connsiteX6896" fmla="*/ 669681 w 12203753"/>
              <a:gd name="connsiteY6896" fmla="*/ 2477202 h 6858000"/>
              <a:gd name="connsiteX6897" fmla="*/ 647052 w 12203753"/>
              <a:gd name="connsiteY6897" fmla="*/ 2438010 h 6858000"/>
              <a:gd name="connsiteX6898" fmla="*/ 647116 w 12203753"/>
              <a:gd name="connsiteY6898" fmla="*/ 2438010 h 6858000"/>
              <a:gd name="connsiteX6899" fmla="*/ 742854 w 12203753"/>
              <a:gd name="connsiteY6899" fmla="*/ 2375458 h 6858000"/>
              <a:gd name="connsiteX6900" fmla="*/ 844835 w 12203753"/>
              <a:gd name="connsiteY6900" fmla="*/ 2323819 h 6858000"/>
              <a:gd name="connsiteX6901" fmla="*/ 3438701 w 12203753"/>
              <a:gd name="connsiteY6901" fmla="*/ 2323815 h 6858000"/>
              <a:gd name="connsiteX6902" fmla="*/ 3447084 w 12203753"/>
              <a:gd name="connsiteY6902" fmla="*/ 2327524 h 6858000"/>
              <a:gd name="connsiteX6903" fmla="*/ 3540702 w 12203753"/>
              <a:gd name="connsiteY6903" fmla="*/ 2375424 h 6858000"/>
              <a:gd name="connsiteX6904" fmla="*/ 3636436 w 12203753"/>
              <a:gd name="connsiteY6904" fmla="*/ 2437975 h 6858000"/>
              <a:gd name="connsiteX6905" fmla="*/ 3613807 w 12203753"/>
              <a:gd name="connsiteY6905" fmla="*/ 2477164 h 6858000"/>
              <a:gd name="connsiteX6906" fmla="*/ 3511829 w 12203753"/>
              <a:gd name="connsiteY6906" fmla="*/ 2425534 h 6858000"/>
              <a:gd name="connsiteX6907" fmla="*/ 3416090 w 12203753"/>
              <a:gd name="connsiteY6907" fmla="*/ 2363007 h 6858000"/>
              <a:gd name="connsiteX6908" fmla="*/ 1635915 w 12203753"/>
              <a:gd name="connsiteY6908" fmla="*/ 2323815 h 6858000"/>
              <a:gd name="connsiteX6909" fmla="*/ 1658544 w 12203753"/>
              <a:gd name="connsiteY6909" fmla="*/ 2363032 h 6858000"/>
              <a:gd name="connsiteX6910" fmla="*/ 1562806 w 12203753"/>
              <a:gd name="connsiteY6910" fmla="*/ 2425564 h 6858000"/>
              <a:gd name="connsiteX6911" fmla="*/ 1460759 w 12203753"/>
              <a:gd name="connsiteY6911" fmla="*/ 2477191 h 6858000"/>
              <a:gd name="connsiteX6912" fmla="*/ 1438131 w 12203753"/>
              <a:gd name="connsiteY6912" fmla="*/ 2437998 h 6858000"/>
              <a:gd name="connsiteX6913" fmla="*/ 1438196 w 12203753"/>
              <a:gd name="connsiteY6913" fmla="*/ 2437998 h 6858000"/>
              <a:gd name="connsiteX6914" fmla="*/ 1533932 w 12203753"/>
              <a:gd name="connsiteY6914" fmla="*/ 2375450 h 6858000"/>
              <a:gd name="connsiteX6915" fmla="*/ 1635915 w 12203753"/>
              <a:gd name="connsiteY6915" fmla="*/ 2323815 h 6858000"/>
              <a:gd name="connsiteX6916" fmla="*/ 1065317 w 12203753"/>
              <a:gd name="connsiteY6916" fmla="*/ 2323815 h 6858000"/>
              <a:gd name="connsiteX6917" fmla="*/ 1065382 w 12203753"/>
              <a:gd name="connsiteY6917" fmla="*/ 2323815 h 6858000"/>
              <a:gd name="connsiteX6918" fmla="*/ 1065369 w 12203753"/>
              <a:gd name="connsiteY6918" fmla="*/ 2323836 h 6858000"/>
              <a:gd name="connsiteX6919" fmla="*/ 1856390 w 12203753"/>
              <a:gd name="connsiteY6919" fmla="*/ 2323803 h 6858000"/>
              <a:gd name="connsiteX6920" fmla="*/ 1856455 w 12203753"/>
              <a:gd name="connsiteY6920" fmla="*/ 2323803 h 6858000"/>
              <a:gd name="connsiteX6921" fmla="*/ 1856440 w 12203753"/>
              <a:gd name="connsiteY6921" fmla="*/ 2323834 h 6858000"/>
              <a:gd name="connsiteX6922" fmla="*/ 5020837 w 12203753"/>
              <a:gd name="connsiteY6922" fmla="*/ 2323799 h 6858000"/>
              <a:gd name="connsiteX6923" fmla="*/ 5029217 w 12203753"/>
              <a:gd name="connsiteY6923" fmla="*/ 2327510 h 6858000"/>
              <a:gd name="connsiteX6924" fmla="*/ 5122827 w 12203753"/>
              <a:gd name="connsiteY6924" fmla="*/ 2375406 h 6858000"/>
              <a:gd name="connsiteX6925" fmla="*/ 5218566 w 12203753"/>
              <a:gd name="connsiteY6925" fmla="*/ 2437949 h 6858000"/>
              <a:gd name="connsiteX6926" fmla="*/ 5195941 w 12203753"/>
              <a:gd name="connsiteY6926" fmla="*/ 2477142 h 6858000"/>
              <a:gd name="connsiteX6927" fmla="*/ 5093953 w 12203753"/>
              <a:gd name="connsiteY6927" fmla="*/ 2425516 h 6858000"/>
              <a:gd name="connsiteX6928" fmla="*/ 4998215 w 12203753"/>
              <a:gd name="connsiteY6928" fmla="*/ 2362985 h 6858000"/>
              <a:gd name="connsiteX6929" fmla="*/ 4229752 w 12203753"/>
              <a:gd name="connsiteY6929" fmla="*/ 2323799 h 6858000"/>
              <a:gd name="connsiteX6930" fmla="*/ 4238133 w 12203753"/>
              <a:gd name="connsiteY6930" fmla="*/ 2327516 h 6858000"/>
              <a:gd name="connsiteX6931" fmla="*/ 4331748 w 12203753"/>
              <a:gd name="connsiteY6931" fmla="*/ 2375410 h 6858000"/>
              <a:gd name="connsiteX6932" fmla="*/ 4427491 w 12203753"/>
              <a:gd name="connsiteY6932" fmla="*/ 2437962 h 6858000"/>
              <a:gd name="connsiteX6933" fmla="*/ 4404860 w 12203753"/>
              <a:gd name="connsiteY6933" fmla="*/ 2477153 h 6858000"/>
              <a:gd name="connsiteX6934" fmla="*/ 4302877 w 12203753"/>
              <a:gd name="connsiteY6934" fmla="*/ 2425523 h 6858000"/>
              <a:gd name="connsiteX6935" fmla="*/ 4207137 w 12203753"/>
              <a:gd name="connsiteY6935" fmla="*/ 2362996 h 6858000"/>
              <a:gd name="connsiteX6936" fmla="*/ 3218179 w 12203753"/>
              <a:gd name="connsiteY6936" fmla="*/ 2323799 h 6858000"/>
              <a:gd name="connsiteX6937" fmla="*/ 3240807 w 12203753"/>
              <a:gd name="connsiteY6937" fmla="*/ 2363011 h 6858000"/>
              <a:gd name="connsiteX6938" fmla="*/ 3145079 w 12203753"/>
              <a:gd name="connsiteY6938" fmla="*/ 2425542 h 6858000"/>
              <a:gd name="connsiteX6939" fmla="*/ 3043026 w 12203753"/>
              <a:gd name="connsiteY6939" fmla="*/ 2477168 h 6858000"/>
              <a:gd name="connsiteX6940" fmla="*/ 3020398 w 12203753"/>
              <a:gd name="connsiteY6940" fmla="*/ 2437980 h 6858000"/>
              <a:gd name="connsiteX6941" fmla="*/ 3020464 w 12203753"/>
              <a:gd name="connsiteY6941" fmla="*/ 2437980 h 6858000"/>
              <a:gd name="connsiteX6942" fmla="*/ 3116202 w 12203753"/>
              <a:gd name="connsiteY6942" fmla="*/ 2375429 h 6858000"/>
              <a:gd name="connsiteX6943" fmla="*/ 3218179 w 12203753"/>
              <a:gd name="connsiteY6943" fmla="*/ 2323799 h 6858000"/>
              <a:gd name="connsiteX6944" fmla="*/ 2647521 w 12203753"/>
              <a:gd name="connsiteY6944" fmla="*/ 2323799 h 6858000"/>
              <a:gd name="connsiteX6945" fmla="*/ 2647585 w 12203753"/>
              <a:gd name="connsiteY6945" fmla="*/ 2323799 h 6858000"/>
              <a:gd name="connsiteX6946" fmla="*/ 2647573 w 12203753"/>
              <a:gd name="connsiteY6946" fmla="*/ 2323819 h 6858000"/>
              <a:gd name="connsiteX6947" fmla="*/ 2427043 w 12203753"/>
              <a:gd name="connsiteY6947" fmla="*/ 2323799 h 6858000"/>
              <a:gd name="connsiteX6948" fmla="*/ 2449673 w 12203753"/>
              <a:gd name="connsiteY6948" fmla="*/ 2363022 h 6858000"/>
              <a:gd name="connsiteX6949" fmla="*/ 2353932 w 12203753"/>
              <a:gd name="connsiteY6949" fmla="*/ 2425552 h 6858000"/>
              <a:gd name="connsiteX6950" fmla="*/ 2251888 w 12203753"/>
              <a:gd name="connsiteY6950" fmla="*/ 2477179 h 6858000"/>
              <a:gd name="connsiteX6951" fmla="*/ 2229258 w 12203753"/>
              <a:gd name="connsiteY6951" fmla="*/ 2437986 h 6858000"/>
              <a:gd name="connsiteX6952" fmla="*/ 2229324 w 12203753"/>
              <a:gd name="connsiteY6952" fmla="*/ 2437986 h 6858000"/>
              <a:gd name="connsiteX6953" fmla="*/ 2325057 w 12203753"/>
              <a:gd name="connsiteY6953" fmla="*/ 2375440 h 6858000"/>
              <a:gd name="connsiteX6954" fmla="*/ 2427043 w 12203753"/>
              <a:gd name="connsiteY6954" fmla="*/ 2323799 h 6858000"/>
              <a:gd name="connsiteX6955" fmla="*/ 3438650 w 12203753"/>
              <a:gd name="connsiteY6955" fmla="*/ 2323787 h 6858000"/>
              <a:gd name="connsiteX6956" fmla="*/ 3438713 w 12203753"/>
              <a:gd name="connsiteY6956" fmla="*/ 2323787 h 6858000"/>
              <a:gd name="connsiteX6957" fmla="*/ 3438701 w 12203753"/>
              <a:gd name="connsiteY6957" fmla="*/ 2323815 h 6858000"/>
              <a:gd name="connsiteX6958" fmla="*/ 5811965 w 12203753"/>
              <a:gd name="connsiteY6958" fmla="*/ 2323783 h 6858000"/>
              <a:gd name="connsiteX6959" fmla="*/ 5820348 w 12203753"/>
              <a:gd name="connsiteY6959" fmla="*/ 2327495 h 6858000"/>
              <a:gd name="connsiteX6960" fmla="*/ 5913960 w 12203753"/>
              <a:gd name="connsiteY6960" fmla="*/ 2375393 h 6858000"/>
              <a:gd name="connsiteX6961" fmla="*/ 6009695 w 12203753"/>
              <a:gd name="connsiteY6961" fmla="*/ 2437938 h 6858000"/>
              <a:gd name="connsiteX6962" fmla="*/ 5987067 w 12203753"/>
              <a:gd name="connsiteY6962" fmla="*/ 2477131 h 6858000"/>
              <a:gd name="connsiteX6963" fmla="*/ 5885086 w 12203753"/>
              <a:gd name="connsiteY6963" fmla="*/ 2425501 h 6858000"/>
              <a:gd name="connsiteX6964" fmla="*/ 5789350 w 12203753"/>
              <a:gd name="connsiteY6964" fmla="*/ 2362973 h 6858000"/>
              <a:gd name="connsiteX6965" fmla="*/ 4229702 w 12203753"/>
              <a:gd name="connsiteY6965" fmla="*/ 2323783 h 6858000"/>
              <a:gd name="connsiteX6966" fmla="*/ 4229764 w 12203753"/>
              <a:gd name="connsiteY6966" fmla="*/ 2323783 h 6858000"/>
              <a:gd name="connsiteX6967" fmla="*/ 4229752 w 12203753"/>
              <a:gd name="connsiteY6967" fmla="*/ 2323799 h 6858000"/>
              <a:gd name="connsiteX6968" fmla="*/ 4009303 w 12203753"/>
              <a:gd name="connsiteY6968" fmla="*/ 2323783 h 6858000"/>
              <a:gd name="connsiteX6969" fmla="*/ 4031930 w 12203753"/>
              <a:gd name="connsiteY6969" fmla="*/ 2363000 h 6858000"/>
              <a:gd name="connsiteX6970" fmla="*/ 3936200 w 12203753"/>
              <a:gd name="connsiteY6970" fmla="*/ 2425531 h 6858000"/>
              <a:gd name="connsiteX6971" fmla="*/ 3834153 w 12203753"/>
              <a:gd name="connsiteY6971" fmla="*/ 2477159 h 6858000"/>
              <a:gd name="connsiteX6972" fmla="*/ 3811524 w 12203753"/>
              <a:gd name="connsiteY6972" fmla="*/ 2437968 h 6858000"/>
              <a:gd name="connsiteX6973" fmla="*/ 3811587 w 12203753"/>
              <a:gd name="connsiteY6973" fmla="*/ 2437968 h 6858000"/>
              <a:gd name="connsiteX6974" fmla="*/ 3907323 w 12203753"/>
              <a:gd name="connsiteY6974" fmla="*/ 2375420 h 6858000"/>
              <a:gd name="connsiteX6975" fmla="*/ 4009303 w 12203753"/>
              <a:gd name="connsiteY6975" fmla="*/ 2323783 h 6858000"/>
              <a:gd name="connsiteX6976" fmla="*/ 5020783 w 12203753"/>
              <a:gd name="connsiteY6976" fmla="*/ 2323770 h 6858000"/>
              <a:gd name="connsiteX6977" fmla="*/ 5020848 w 12203753"/>
              <a:gd name="connsiteY6977" fmla="*/ 2323770 h 6858000"/>
              <a:gd name="connsiteX6978" fmla="*/ 5020837 w 12203753"/>
              <a:gd name="connsiteY6978" fmla="*/ 2323799 h 6858000"/>
              <a:gd name="connsiteX6979" fmla="*/ 4800426 w 12203753"/>
              <a:gd name="connsiteY6979" fmla="*/ 2323770 h 6858000"/>
              <a:gd name="connsiteX6980" fmla="*/ 4823054 w 12203753"/>
              <a:gd name="connsiteY6980" fmla="*/ 2362988 h 6858000"/>
              <a:gd name="connsiteX6981" fmla="*/ 4727319 w 12203753"/>
              <a:gd name="connsiteY6981" fmla="*/ 2425519 h 6858000"/>
              <a:gd name="connsiteX6982" fmla="*/ 4625271 w 12203753"/>
              <a:gd name="connsiteY6982" fmla="*/ 2477146 h 6858000"/>
              <a:gd name="connsiteX6983" fmla="*/ 4602649 w 12203753"/>
              <a:gd name="connsiteY6983" fmla="*/ 2437957 h 6858000"/>
              <a:gd name="connsiteX6984" fmla="*/ 4698380 w 12203753"/>
              <a:gd name="connsiteY6984" fmla="*/ 2375408 h 6858000"/>
              <a:gd name="connsiteX6985" fmla="*/ 4800426 w 12203753"/>
              <a:gd name="connsiteY6985" fmla="*/ 2323770 h 6858000"/>
              <a:gd name="connsiteX6986" fmla="*/ 5591504 w 12203753"/>
              <a:gd name="connsiteY6986" fmla="*/ 2323763 h 6858000"/>
              <a:gd name="connsiteX6987" fmla="*/ 5614132 w 12203753"/>
              <a:gd name="connsiteY6987" fmla="*/ 2362978 h 6858000"/>
              <a:gd name="connsiteX6988" fmla="*/ 5518397 w 12203753"/>
              <a:gd name="connsiteY6988" fmla="*/ 2425508 h 6858000"/>
              <a:gd name="connsiteX6989" fmla="*/ 5416352 w 12203753"/>
              <a:gd name="connsiteY6989" fmla="*/ 2477135 h 6858000"/>
              <a:gd name="connsiteX6990" fmla="*/ 5393724 w 12203753"/>
              <a:gd name="connsiteY6990" fmla="*/ 2437938 h 6858000"/>
              <a:gd name="connsiteX6991" fmla="*/ 5489459 w 12203753"/>
              <a:gd name="connsiteY6991" fmla="*/ 2375399 h 6858000"/>
              <a:gd name="connsiteX6992" fmla="*/ 5591504 w 12203753"/>
              <a:gd name="connsiteY6992" fmla="*/ 2323763 h 6858000"/>
              <a:gd name="connsiteX6993" fmla="*/ 5811914 w 12203753"/>
              <a:gd name="connsiteY6993" fmla="*/ 2323762 h 6858000"/>
              <a:gd name="connsiteX6994" fmla="*/ 5811979 w 12203753"/>
              <a:gd name="connsiteY6994" fmla="*/ 2323762 h 6858000"/>
              <a:gd name="connsiteX6995" fmla="*/ 5811965 w 12203753"/>
              <a:gd name="connsiteY6995" fmla="*/ 2323783 h 6858000"/>
              <a:gd name="connsiteX6996" fmla="*/ 6603052 w 12203753"/>
              <a:gd name="connsiteY6996" fmla="*/ 2323751 h 6858000"/>
              <a:gd name="connsiteX6997" fmla="*/ 6705100 w 12203753"/>
              <a:gd name="connsiteY6997" fmla="*/ 2375384 h 6858000"/>
              <a:gd name="connsiteX6998" fmla="*/ 6800772 w 12203753"/>
              <a:gd name="connsiteY6998" fmla="*/ 2437926 h 6858000"/>
              <a:gd name="connsiteX6999" fmla="*/ 6778210 w 12203753"/>
              <a:gd name="connsiteY6999" fmla="*/ 2477120 h 6858000"/>
              <a:gd name="connsiteX7000" fmla="*/ 6676161 w 12203753"/>
              <a:gd name="connsiteY7000" fmla="*/ 2425490 h 6858000"/>
              <a:gd name="connsiteX7001" fmla="*/ 6580424 w 12203753"/>
              <a:gd name="connsiteY7001" fmla="*/ 2362964 h 6858000"/>
              <a:gd name="connsiteX7002" fmla="*/ 6382638 w 12203753"/>
              <a:gd name="connsiteY7002" fmla="*/ 2323751 h 6858000"/>
              <a:gd name="connsiteX7003" fmla="*/ 6405201 w 12203753"/>
              <a:gd name="connsiteY7003" fmla="*/ 2362967 h 6858000"/>
              <a:gd name="connsiteX7004" fmla="*/ 6309528 w 12203753"/>
              <a:gd name="connsiteY7004" fmla="*/ 2425498 h 6858000"/>
              <a:gd name="connsiteX7005" fmla="*/ 6207480 w 12203753"/>
              <a:gd name="connsiteY7005" fmla="*/ 2477124 h 6858000"/>
              <a:gd name="connsiteX7006" fmla="*/ 6184852 w 12203753"/>
              <a:gd name="connsiteY7006" fmla="*/ 2437926 h 6858000"/>
              <a:gd name="connsiteX7007" fmla="*/ 6280590 w 12203753"/>
              <a:gd name="connsiteY7007" fmla="*/ 2375390 h 6858000"/>
              <a:gd name="connsiteX7008" fmla="*/ 6382638 w 12203753"/>
              <a:gd name="connsiteY7008" fmla="*/ 2323751 h 6858000"/>
              <a:gd name="connsiteX7009" fmla="*/ 7173716 w 12203753"/>
              <a:gd name="connsiteY7009" fmla="*/ 2323746 h 6858000"/>
              <a:gd name="connsiteX7010" fmla="*/ 7196344 w 12203753"/>
              <a:gd name="connsiteY7010" fmla="*/ 2362955 h 6858000"/>
              <a:gd name="connsiteX7011" fmla="*/ 7100606 w 12203753"/>
              <a:gd name="connsiteY7011" fmla="*/ 2425486 h 6858000"/>
              <a:gd name="connsiteX7012" fmla="*/ 6998558 w 12203753"/>
              <a:gd name="connsiteY7012" fmla="*/ 2477113 h 6858000"/>
              <a:gd name="connsiteX7013" fmla="*/ 6975995 w 12203753"/>
              <a:gd name="connsiteY7013" fmla="*/ 2437913 h 6858000"/>
              <a:gd name="connsiteX7014" fmla="*/ 7071731 w 12203753"/>
              <a:gd name="connsiteY7014" fmla="*/ 2375380 h 6858000"/>
              <a:gd name="connsiteX7015" fmla="*/ 7173716 w 12203753"/>
              <a:gd name="connsiteY7015" fmla="*/ 2323746 h 6858000"/>
              <a:gd name="connsiteX7016" fmla="*/ 7394128 w 12203753"/>
              <a:gd name="connsiteY7016" fmla="*/ 2323742 h 6858000"/>
              <a:gd name="connsiteX7017" fmla="*/ 7496176 w 12203753"/>
              <a:gd name="connsiteY7017" fmla="*/ 2375373 h 6858000"/>
              <a:gd name="connsiteX7018" fmla="*/ 7591913 w 12203753"/>
              <a:gd name="connsiteY7018" fmla="*/ 2437913 h 6858000"/>
              <a:gd name="connsiteX7019" fmla="*/ 7569286 w 12203753"/>
              <a:gd name="connsiteY7019" fmla="*/ 2477109 h 6858000"/>
              <a:gd name="connsiteX7020" fmla="*/ 7467302 w 12203753"/>
              <a:gd name="connsiteY7020" fmla="*/ 2425479 h 6858000"/>
              <a:gd name="connsiteX7021" fmla="*/ 7371564 w 12203753"/>
              <a:gd name="connsiteY7021" fmla="*/ 2362952 h 6858000"/>
              <a:gd name="connsiteX7022" fmla="*/ 7964857 w 12203753"/>
              <a:gd name="connsiteY7022" fmla="*/ 2323733 h 6858000"/>
              <a:gd name="connsiteX7023" fmla="*/ 7987485 w 12203753"/>
              <a:gd name="connsiteY7023" fmla="*/ 2362946 h 6858000"/>
              <a:gd name="connsiteX7024" fmla="*/ 7891747 w 12203753"/>
              <a:gd name="connsiteY7024" fmla="*/ 2425475 h 6858000"/>
              <a:gd name="connsiteX7025" fmla="*/ 7789699 w 12203753"/>
              <a:gd name="connsiteY7025" fmla="*/ 2477102 h 6858000"/>
              <a:gd name="connsiteX7026" fmla="*/ 7767072 w 12203753"/>
              <a:gd name="connsiteY7026" fmla="*/ 2437904 h 6858000"/>
              <a:gd name="connsiteX7027" fmla="*/ 7862809 w 12203753"/>
              <a:gd name="connsiteY7027" fmla="*/ 2375370 h 6858000"/>
              <a:gd name="connsiteX7028" fmla="*/ 7964857 w 12203753"/>
              <a:gd name="connsiteY7028" fmla="*/ 2323733 h 6858000"/>
              <a:gd name="connsiteX7029" fmla="*/ 8185270 w 12203753"/>
              <a:gd name="connsiteY7029" fmla="*/ 2323732 h 6858000"/>
              <a:gd name="connsiteX7030" fmla="*/ 8287318 w 12203753"/>
              <a:gd name="connsiteY7030" fmla="*/ 2375363 h 6858000"/>
              <a:gd name="connsiteX7031" fmla="*/ 8383056 w 12203753"/>
              <a:gd name="connsiteY7031" fmla="*/ 2437903 h 6858000"/>
              <a:gd name="connsiteX7032" fmla="*/ 8360428 w 12203753"/>
              <a:gd name="connsiteY7032" fmla="*/ 2477099 h 6858000"/>
              <a:gd name="connsiteX7033" fmla="*/ 8258443 w 12203753"/>
              <a:gd name="connsiteY7033" fmla="*/ 2425469 h 6858000"/>
              <a:gd name="connsiteX7034" fmla="*/ 8162642 w 12203753"/>
              <a:gd name="connsiteY7034" fmla="*/ 2362941 h 6858000"/>
              <a:gd name="connsiteX7035" fmla="*/ 8755998 w 12203753"/>
              <a:gd name="connsiteY7035" fmla="*/ 2323728 h 6858000"/>
              <a:gd name="connsiteX7036" fmla="*/ 8778626 w 12203753"/>
              <a:gd name="connsiteY7036" fmla="*/ 2362934 h 6858000"/>
              <a:gd name="connsiteX7037" fmla="*/ 8682888 w 12203753"/>
              <a:gd name="connsiteY7037" fmla="*/ 2425464 h 6858000"/>
              <a:gd name="connsiteX7038" fmla="*/ 8580840 w 12203753"/>
              <a:gd name="connsiteY7038" fmla="*/ 2477092 h 6858000"/>
              <a:gd name="connsiteX7039" fmla="*/ 8558213 w 12203753"/>
              <a:gd name="connsiteY7039" fmla="*/ 2437892 h 6858000"/>
              <a:gd name="connsiteX7040" fmla="*/ 8653951 w 12203753"/>
              <a:gd name="connsiteY7040" fmla="*/ 2375360 h 6858000"/>
              <a:gd name="connsiteX7041" fmla="*/ 8755998 w 12203753"/>
              <a:gd name="connsiteY7041" fmla="*/ 2323728 h 6858000"/>
              <a:gd name="connsiteX7042" fmla="*/ 8976412 w 12203753"/>
              <a:gd name="connsiteY7042" fmla="*/ 2323722 h 6858000"/>
              <a:gd name="connsiteX7043" fmla="*/ 9078460 w 12203753"/>
              <a:gd name="connsiteY7043" fmla="*/ 2375353 h 6858000"/>
              <a:gd name="connsiteX7044" fmla="*/ 9174198 w 12203753"/>
              <a:gd name="connsiteY7044" fmla="*/ 2437891 h 6858000"/>
              <a:gd name="connsiteX7045" fmla="*/ 9151570 w 12203753"/>
              <a:gd name="connsiteY7045" fmla="*/ 2477088 h 6858000"/>
              <a:gd name="connsiteX7046" fmla="*/ 9049585 w 12203753"/>
              <a:gd name="connsiteY7046" fmla="*/ 2425458 h 6858000"/>
              <a:gd name="connsiteX7047" fmla="*/ 8953784 w 12203753"/>
              <a:gd name="connsiteY7047" fmla="*/ 2362932 h 6858000"/>
              <a:gd name="connsiteX7048" fmla="*/ 9547140 w 12203753"/>
              <a:gd name="connsiteY7048" fmla="*/ 2323715 h 6858000"/>
              <a:gd name="connsiteX7049" fmla="*/ 9569704 w 12203753"/>
              <a:gd name="connsiteY7049" fmla="*/ 2362923 h 6858000"/>
              <a:gd name="connsiteX7050" fmla="*/ 9474030 w 12203753"/>
              <a:gd name="connsiteY7050" fmla="*/ 2425453 h 6858000"/>
              <a:gd name="connsiteX7051" fmla="*/ 9371982 w 12203753"/>
              <a:gd name="connsiteY7051" fmla="*/ 2477082 h 6858000"/>
              <a:gd name="connsiteX7052" fmla="*/ 9349355 w 12203753"/>
              <a:gd name="connsiteY7052" fmla="*/ 2437879 h 6858000"/>
              <a:gd name="connsiteX7053" fmla="*/ 9445093 w 12203753"/>
              <a:gd name="connsiteY7053" fmla="*/ 2375349 h 6858000"/>
              <a:gd name="connsiteX7054" fmla="*/ 9547140 w 12203753"/>
              <a:gd name="connsiteY7054" fmla="*/ 2323715 h 6858000"/>
              <a:gd name="connsiteX7055" fmla="*/ 9767553 w 12203753"/>
              <a:gd name="connsiteY7055" fmla="*/ 2323712 h 6858000"/>
              <a:gd name="connsiteX7056" fmla="*/ 9869601 w 12203753"/>
              <a:gd name="connsiteY7056" fmla="*/ 2375343 h 6858000"/>
              <a:gd name="connsiteX7057" fmla="*/ 9965275 w 12203753"/>
              <a:gd name="connsiteY7057" fmla="*/ 2437879 h 6858000"/>
              <a:gd name="connsiteX7058" fmla="*/ 9942711 w 12203753"/>
              <a:gd name="connsiteY7058" fmla="*/ 2477077 h 6858000"/>
              <a:gd name="connsiteX7059" fmla="*/ 9840663 w 12203753"/>
              <a:gd name="connsiteY7059" fmla="*/ 2425447 h 6858000"/>
              <a:gd name="connsiteX7060" fmla="*/ 9744925 w 12203753"/>
              <a:gd name="connsiteY7060" fmla="*/ 2362920 h 6858000"/>
              <a:gd name="connsiteX7061" fmla="*/ 10338218 w 12203753"/>
              <a:gd name="connsiteY7061" fmla="*/ 2323710 h 6858000"/>
              <a:gd name="connsiteX7062" fmla="*/ 10360845 w 12203753"/>
              <a:gd name="connsiteY7062" fmla="*/ 2362911 h 6858000"/>
              <a:gd name="connsiteX7063" fmla="*/ 10265107 w 12203753"/>
              <a:gd name="connsiteY7063" fmla="*/ 2425442 h 6858000"/>
              <a:gd name="connsiteX7064" fmla="*/ 10163059 w 12203753"/>
              <a:gd name="connsiteY7064" fmla="*/ 2477070 h 6858000"/>
              <a:gd name="connsiteX7065" fmla="*/ 10140496 w 12203753"/>
              <a:gd name="connsiteY7065" fmla="*/ 2437870 h 6858000"/>
              <a:gd name="connsiteX7066" fmla="*/ 10236234 w 12203753"/>
              <a:gd name="connsiteY7066" fmla="*/ 2375339 h 6858000"/>
              <a:gd name="connsiteX7067" fmla="*/ 10338218 w 12203753"/>
              <a:gd name="connsiteY7067" fmla="*/ 2323710 h 6858000"/>
              <a:gd name="connsiteX7068" fmla="*/ 10558630 w 12203753"/>
              <a:gd name="connsiteY7068" fmla="*/ 2323703 h 6858000"/>
              <a:gd name="connsiteX7069" fmla="*/ 10660678 w 12203753"/>
              <a:gd name="connsiteY7069" fmla="*/ 2375334 h 6858000"/>
              <a:gd name="connsiteX7070" fmla="*/ 10756416 w 12203753"/>
              <a:gd name="connsiteY7070" fmla="*/ 2437868 h 6858000"/>
              <a:gd name="connsiteX7071" fmla="*/ 10733788 w 12203753"/>
              <a:gd name="connsiteY7071" fmla="*/ 2477066 h 6858000"/>
              <a:gd name="connsiteX7072" fmla="*/ 10631804 w 12203753"/>
              <a:gd name="connsiteY7072" fmla="*/ 2425436 h 6858000"/>
              <a:gd name="connsiteX7073" fmla="*/ 10536066 w 12203753"/>
              <a:gd name="connsiteY7073" fmla="*/ 2362909 h 6858000"/>
              <a:gd name="connsiteX7074" fmla="*/ 11129360 w 12203753"/>
              <a:gd name="connsiteY7074" fmla="*/ 2323697 h 6858000"/>
              <a:gd name="connsiteX7075" fmla="*/ 11151987 w 12203753"/>
              <a:gd name="connsiteY7075" fmla="*/ 2362901 h 6858000"/>
              <a:gd name="connsiteX7076" fmla="*/ 11056249 w 12203753"/>
              <a:gd name="connsiteY7076" fmla="*/ 2425431 h 6858000"/>
              <a:gd name="connsiteX7077" fmla="*/ 10954201 w 12203753"/>
              <a:gd name="connsiteY7077" fmla="*/ 2477060 h 6858000"/>
              <a:gd name="connsiteX7078" fmla="*/ 10931638 w 12203753"/>
              <a:gd name="connsiteY7078" fmla="*/ 2437859 h 6858000"/>
              <a:gd name="connsiteX7079" fmla="*/ 11027376 w 12203753"/>
              <a:gd name="connsiteY7079" fmla="*/ 2375329 h 6858000"/>
              <a:gd name="connsiteX7080" fmla="*/ 11129360 w 12203753"/>
              <a:gd name="connsiteY7080" fmla="*/ 2323697 h 6858000"/>
              <a:gd name="connsiteX7081" fmla="*/ 11349772 w 12203753"/>
              <a:gd name="connsiteY7081" fmla="*/ 2323696 h 6858000"/>
              <a:gd name="connsiteX7082" fmla="*/ 11451820 w 12203753"/>
              <a:gd name="connsiteY7082" fmla="*/ 2375324 h 6858000"/>
              <a:gd name="connsiteX7083" fmla="*/ 11547558 w 12203753"/>
              <a:gd name="connsiteY7083" fmla="*/ 2437856 h 6858000"/>
              <a:gd name="connsiteX7084" fmla="*/ 11524930 w 12203753"/>
              <a:gd name="connsiteY7084" fmla="*/ 2477055 h 6858000"/>
              <a:gd name="connsiteX7085" fmla="*/ 11422946 w 12203753"/>
              <a:gd name="connsiteY7085" fmla="*/ 2425425 h 6858000"/>
              <a:gd name="connsiteX7086" fmla="*/ 11327208 w 12203753"/>
              <a:gd name="connsiteY7086" fmla="*/ 2362897 h 6858000"/>
              <a:gd name="connsiteX7087" fmla="*/ 11920501 w 12203753"/>
              <a:gd name="connsiteY7087" fmla="*/ 2323690 h 6858000"/>
              <a:gd name="connsiteX7088" fmla="*/ 11943128 w 12203753"/>
              <a:gd name="connsiteY7088" fmla="*/ 2362890 h 6858000"/>
              <a:gd name="connsiteX7089" fmla="*/ 11847390 w 12203753"/>
              <a:gd name="connsiteY7089" fmla="*/ 2425419 h 6858000"/>
              <a:gd name="connsiteX7090" fmla="*/ 11745343 w 12203753"/>
              <a:gd name="connsiteY7090" fmla="*/ 2477049 h 6858000"/>
              <a:gd name="connsiteX7091" fmla="*/ 11722715 w 12203753"/>
              <a:gd name="connsiteY7091" fmla="*/ 2437849 h 6858000"/>
              <a:gd name="connsiteX7092" fmla="*/ 11818516 w 12203753"/>
              <a:gd name="connsiteY7092" fmla="*/ 2375319 h 6858000"/>
              <a:gd name="connsiteX7093" fmla="*/ 11920501 w 12203753"/>
              <a:gd name="connsiteY7093" fmla="*/ 2323690 h 6858000"/>
              <a:gd name="connsiteX7094" fmla="*/ 12140914 w 12203753"/>
              <a:gd name="connsiteY7094" fmla="*/ 2323686 h 6858000"/>
              <a:gd name="connsiteX7095" fmla="*/ 12171908 w 12203753"/>
              <a:gd name="connsiteY7095" fmla="*/ 2337956 h 6858000"/>
              <a:gd name="connsiteX7096" fmla="*/ 12203753 w 12203753"/>
              <a:gd name="connsiteY7096" fmla="*/ 2354700 h 6858000"/>
              <a:gd name="connsiteX7097" fmla="*/ 12203753 w 12203753"/>
              <a:gd name="connsiteY7097" fmla="*/ 2418902 h 6858000"/>
              <a:gd name="connsiteX7098" fmla="*/ 12146132 w 12203753"/>
              <a:gd name="connsiteY7098" fmla="*/ 2382582 h 6858000"/>
              <a:gd name="connsiteX7099" fmla="*/ 12118286 w 12203753"/>
              <a:gd name="connsiteY7099" fmla="*/ 2362886 h 6858000"/>
              <a:gd name="connsiteX7100" fmla="*/ 536848 w 12203753"/>
              <a:gd name="connsiteY7100" fmla="*/ 2172147 h 6858000"/>
              <a:gd name="connsiteX7101" fmla="*/ 582102 w 12203753"/>
              <a:gd name="connsiteY7101" fmla="*/ 2172147 h 6858000"/>
              <a:gd name="connsiteX7102" fmla="*/ 588413 w 12203753"/>
              <a:gd name="connsiteY7102" fmla="*/ 2286310 h 6858000"/>
              <a:gd name="connsiteX7103" fmla="*/ 582102 w 12203753"/>
              <a:gd name="connsiteY7103" fmla="*/ 2400456 h 6858000"/>
              <a:gd name="connsiteX7104" fmla="*/ 536848 w 12203753"/>
              <a:gd name="connsiteY7104" fmla="*/ 2400456 h 6858000"/>
              <a:gd name="connsiteX7105" fmla="*/ 530602 w 12203753"/>
              <a:gd name="connsiteY7105" fmla="*/ 2286310 h 6858000"/>
              <a:gd name="connsiteX7106" fmla="*/ 536848 w 12203753"/>
              <a:gd name="connsiteY7106" fmla="*/ 2172147 h 6858000"/>
              <a:gd name="connsiteX7107" fmla="*/ 1327990 w 12203753"/>
              <a:gd name="connsiteY7107" fmla="*/ 2172138 h 6858000"/>
              <a:gd name="connsiteX7108" fmla="*/ 1373245 w 12203753"/>
              <a:gd name="connsiteY7108" fmla="*/ 2172138 h 6858000"/>
              <a:gd name="connsiteX7109" fmla="*/ 1379556 w 12203753"/>
              <a:gd name="connsiteY7109" fmla="*/ 2286298 h 6858000"/>
              <a:gd name="connsiteX7110" fmla="*/ 1373245 w 12203753"/>
              <a:gd name="connsiteY7110" fmla="*/ 2400441 h 6858000"/>
              <a:gd name="connsiteX7111" fmla="*/ 1327990 w 12203753"/>
              <a:gd name="connsiteY7111" fmla="*/ 2400441 h 6858000"/>
              <a:gd name="connsiteX7112" fmla="*/ 1321744 w 12203753"/>
              <a:gd name="connsiteY7112" fmla="*/ 2286298 h 6858000"/>
              <a:gd name="connsiteX7113" fmla="*/ 1327990 w 12203753"/>
              <a:gd name="connsiteY7113" fmla="*/ 2172138 h 6858000"/>
              <a:gd name="connsiteX7114" fmla="*/ 2119119 w 12203753"/>
              <a:gd name="connsiteY7114" fmla="*/ 2172127 h 6858000"/>
              <a:gd name="connsiteX7115" fmla="*/ 2164366 w 12203753"/>
              <a:gd name="connsiteY7115" fmla="*/ 2172127 h 6858000"/>
              <a:gd name="connsiteX7116" fmla="*/ 2170679 w 12203753"/>
              <a:gd name="connsiteY7116" fmla="*/ 2286287 h 6858000"/>
              <a:gd name="connsiteX7117" fmla="*/ 2164366 w 12203753"/>
              <a:gd name="connsiteY7117" fmla="*/ 2400434 h 6858000"/>
              <a:gd name="connsiteX7118" fmla="*/ 2119119 w 12203753"/>
              <a:gd name="connsiteY7118" fmla="*/ 2400434 h 6858000"/>
              <a:gd name="connsiteX7119" fmla="*/ 2112868 w 12203753"/>
              <a:gd name="connsiteY7119" fmla="*/ 2286287 h 6858000"/>
              <a:gd name="connsiteX7120" fmla="*/ 2119119 w 12203753"/>
              <a:gd name="connsiteY7120" fmla="*/ 2172127 h 6858000"/>
              <a:gd name="connsiteX7121" fmla="*/ 2910259 w 12203753"/>
              <a:gd name="connsiteY7121" fmla="*/ 2172116 h 6858000"/>
              <a:gd name="connsiteX7122" fmla="*/ 2955512 w 12203753"/>
              <a:gd name="connsiteY7122" fmla="*/ 2172116 h 6858000"/>
              <a:gd name="connsiteX7123" fmla="*/ 2961822 w 12203753"/>
              <a:gd name="connsiteY7123" fmla="*/ 2286276 h 6858000"/>
              <a:gd name="connsiteX7124" fmla="*/ 2955512 w 12203753"/>
              <a:gd name="connsiteY7124" fmla="*/ 2400423 h 6858000"/>
              <a:gd name="connsiteX7125" fmla="*/ 2910259 w 12203753"/>
              <a:gd name="connsiteY7125" fmla="*/ 2400423 h 6858000"/>
              <a:gd name="connsiteX7126" fmla="*/ 2903952 w 12203753"/>
              <a:gd name="connsiteY7126" fmla="*/ 2286276 h 6858000"/>
              <a:gd name="connsiteX7127" fmla="*/ 2910259 w 12203753"/>
              <a:gd name="connsiteY7127" fmla="*/ 2172116 h 6858000"/>
              <a:gd name="connsiteX7128" fmla="*/ 3701387 w 12203753"/>
              <a:gd name="connsiteY7128" fmla="*/ 2172105 h 6858000"/>
              <a:gd name="connsiteX7129" fmla="*/ 3746642 w 12203753"/>
              <a:gd name="connsiteY7129" fmla="*/ 2172105 h 6858000"/>
              <a:gd name="connsiteX7130" fmla="*/ 3752953 w 12203753"/>
              <a:gd name="connsiteY7130" fmla="*/ 2286265 h 6858000"/>
              <a:gd name="connsiteX7131" fmla="*/ 3746642 w 12203753"/>
              <a:gd name="connsiteY7131" fmla="*/ 2400413 h 6858000"/>
              <a:gd name="connsiteX7132" fmla="*/ 3701387 w 12203753"/>
              <a:gd name="connsiteY7132" fmla="*/ 2400413 h 6858000"/>
              <a:gd name="connsiteX7133" fmla="*/ 3695075 w 12203753"/>
              <a:gd name="connsiteY7133" fmla="*/ 2286265 h 6858000"/>
              <a:gd name="connsiteX7134" fmla="*/ 3701387 w 12203753"/>
              <a:gd name="connsiteY7134" fmla="*/ 2172105 h 6858000"/>
              <a:gd name="connsiteX7135" fmla="*/ 4492377 w 12203753"/>
              <a:gd name="connsiteY7135" fmla="*/ 2172095 h 6858000"/>
              <a:gd name="connsiteX7136" fmla="*/ 4537632 w 12203753"/>
              <a:gd name="connsiteY7136" fmla="*/ 2172095 h 6858000"/>
              <a:gd name="connsiteX7137" fmla="*/ 4543944 w 12203753"/>
              <a:gd name="connsiteY7137" fmla="*/ 2286255 h 6858000"/>
              <a:gd name="connsiteX7138" fmla="*/ 4537632 w 12203753"/>
              <a:gd name="connsiteY7138" fmla="*/ 2400404 h 6858000"/>
              <a:gd name="connsiteX7139" fmla="*/ 4492377 w 12203753"/>
              <a:gd name="connsiteY7139" fmla="*/ 2400404 h 6858000"/>
              <a:gd name="connsiteX7140" fmla="*/ 4486128 w 12203753"/>
              <a:gd name="connsiteY7140" fmla="*/ 2286255 h 6858000"/>
              <a:gd name="connsiteX7141" fmla="*/ 4492377 w 12203753"/>
              <a:gd name="connsiteY7141" fmla="*/ 2172095 h 6858000"/>
              <a:gd name="connsiteX7142" fmla="*/ 5283517 w 12203753"/>
              <a:gd name="connsiteY7142" fmla="*/ 2172079 h 6858000"/>
              <a:gd name="connsiteX7143" fmla="*/ 5328774 w 12203753"/>
              <a:gd name="connsiteY7143" fmla="*/ 2172079 h 6858000"/>
              <a:gd name="connsiteX7144" fmla="*/ 5335084 w 12203753"/>
              <a:gd name="connsiteY7144" fmla="*/ 2286241 h 6858000"/>
              <a:gd name="connsiteX7145" fmla="*/ 5328774 w 12203753"/>
              <a:gd name="connsiteY7145" fmla="*/ 2400392 h 6858000"/>
              <a:gd name="connsiteX7146" fmla="*/ 5283517 w 12203753"/>
              <a:gd name="connsiteY7146" fmla="*/ 2400392 h 6858000"/>
              <a:gd name="connsiteX7147" fmla="*/ 5277271 w 12203753"/>
              <a:gd name="connsiteY7147" fmla="*/ 2286241 h 6858000"/>
              <a:gd name="connsiteX7148" fmla="*/ 5283517 w 12203753"/>
              <a:gd name="connsiteY7148" fmla="*/ 2172079 h 6858000"/>
              <a:gd name="connsiteX7149" fmla="*/ 6074648 w 12203753"/>
              <a:gd name="connsiteY7149" fmla="*/ 2172072 h 6858000"/>
              <a:gd name="connsiteX7150" fmla="*/ 6119901 w 12203753"/>
              <a:gd name="connsiteY7150" fmla="*/ 2172072 h 6858000"/>
              <a:gd name="connsiteX7151" fmla="*/ 6126212 w 12203753"/>
              <a:gd name="connsiteY7151" fmla="*/ 2286232 h 6858000"/>
              <a:gd name="connsiteX7152" fmla="*/ 6119901 w 12203753"/>
              <a:gd name="connsiteY7152" fmla="*/ 2400383 h 6858000"/>
              <a:gd name="connsiteX7153" fmla="*/ 6074648 w 12203753"/>
              <a:gd name="connsiteY7153" fmla="*/ 2400383 h 6858000"/>
              <a:gd name="connsiteX7154" fmla="*/ 6068400 w 12203753"/>
              <a:gd name="connsiteY7154" fmla="*/ 2286232 h 6858000"/>
              <a:gd name="connsiteX7155" fmla="*/ 6074648 w 12203753"/>
              <a:gd name="connsiteY7155" fmla="*/ 2172072 h 6858000"/>
              <a:gd name="connsiteX7156" fmla="*/ 6865787 w 12203753"/>
              <a:gd name="connsiteY7156" fmla="*/ 2172061 h 6858000"/>
              <a:gd name="connsiteX7157" fmla="*/ 6910979 w 12203753"/>
              <a:gd name="connsiteY7157" fmla="*/ 2172061 h 6858000"/>
              <a:gd name="connsiteX7158" fmla="*/ 6917290 w 12203753"/>
              <a:gd name="connsiteY7158" fmla="*/ 2286221 h 6858000"/>
              <a:gd name="connsiteX7159" fmla="*/ 6910979 w 12203753"/>
              <a:gd name="connsiteY7159" fmla="*/ 2400373 h 6858000"/>
              <a:gd name="connsiteX7160" fmla="*/ 6865787 w 12203753"/>
              <a:gd name="connsiteY7160" fmla="*/ 2400373 h 6858000"/>
              <a:gd name="connsiteX7161" fmla="*/ 6859477 w 12203753"/>
              <a:gd name="connsiteY7161" fmla="*/ 2286221 h 6858000"/>
              <a:gd name="connsiteX7162" fmla="*/ 6865787 w 12203753"/>
              <a:gd name="connsiteY7162" fmla="*/ 2172061 h 6858000"/>
              <a:gd name="connsiteX7163" fmla="*/ 7656865 w 12203753"/>
              <a:gd name="connsiteY7163" fmla="*/ 2172049 h 6858000"/>
              <a:gd name="connsiteX7164" fmla="*/ 7702121 w 12203753"/>
              <a:gd name="connsiteY7164" fmla="*/ 2172049 h 6858000"/>
              <a:gd name="connsiteX7165" fmla="*/ 7708431 w 12203753"/>
              <a:gd name="connsiteY7165" fmla="*/ 2286210 h 6858000"/>
              <a:gd name="connsiteX7166" fmla="*/ 7702121 w 12203753"/>
              <a:gd name="connsiteY7166" fmla="*/ 2400362 h 6858000"/>
              <a:gd name="connsiteX7167" fmla="*/ 7656865 w 12203753"/>
              <a:gd name="connsiteY7167" fmla="*/ 2400362 h 6858000"/>
              <a:gd name="connsiteX7168" fmla="*/ 7650619 w 12203753"/>
              <a:gd name="connsiteY7168" fmla="*/ 2286210 h 6858000"/>
              <a:gd name="connsiteX7169" fmla="*/ 7656865 w 12203753"/>
              <a:gd name="connsiteY7169" fmla="*/ 2172049 h 6858000"/>
              <a:gd name="connsiteX7170" fmla="*/ 8448006 w 12203753"/>
              <a:gd name="connsiteY7170" fmla="*/ 2172039 h 6858000"/>
              <a:gd name="connsiteX7171" fmla="*/ 8493262 w 12203753"/>
              <a:gd name="connsiteY7171" fmla="*/ 2172039 h 6858000"/>
              <a:gd name="connsiteX7172" fmla="*/ 8499508 w 12203753"/>
              <a:gd name="connsiteY7172" fmla="*/ 2286198 h 6858000"/>
              <a:gd name="connsiteX7173" fmla="*/ 8493262 w 12203753"/>
              <a:gd name="connsiteY7173" fmla="*/ 2400351 h 6858000"/>
              <a:gd name="connsiteX7174" fmla="*/ 8448006 w 12203753"/>
              <a:gd name="connsiteY7174" fmla="*/ 2400351 h 6858000"/>
              <a:gd name="connsiteX7175" fmla="*/ 8441760 w 12203753"/>
              <a:gd name="connsiteY7175" fmla="*/ 2286198 h 6858000"/>
              <a:gd name="connsiteX7176" fmla="*/ 8448006 w 12203753"/>
              <a:gd name="connsiteY7176" fmla="*/ 2172039 h 6858000"/>
              <a:gd name="connsiteX7177" fmla="*/ 9239147 w 12203753"/>
              <a:gd name="connsiteY7177" fmla="*/ 2172028 h 6858000"/>
              <a:gd name="connsiteX7178" fmla="*/ 9284403 w 12203753"/>
              <a:gd name="connsiteY7178" fmla="*/ 2172028 h 6858000"/>
              <a:gd name="connsiteX7179" fmla="*/ 9290649 w 12203753"/>
              <a:gd name="connsiteY7179" fmla="*/ 2286187 h 6858000"/>
              <a:gd name="connsiteX7180" fmla="*/ 9284403 w 12203753"/>
              <a:gd name="connsiteY7180" fmla="*/ 2400341 h 6858000"/>
              <a:gd name="connsiteX7181" fmla="*/ 9239147 w 12203753"/>
              <a:gd name="connsiteY7181" fmla="*/ 2400341 h 6858000"/>
              <a:gd name="connsiteX7182" fmla="*/ 9232901 w 12203753"/>
              <a:gd name="connsiteY7182" fmla="*/ 2286187 h 6858000"/>
              <a:gd name="connsiteX7183" fmla="*/ 9239147 w 12203753"/>
              <a:gd name="connsiteY7183" fmla="*/ 2172028 h 6858000"/>
              <a:gd name="connsiteX7184" fmla="*/ 10030289 w 12203753"/>
              <a:gd name="connsiteY7184" fmla="*/ 2172017 h 6858000"/>
              <a:gd name="connsiteX7185" fmla="*/ 10075481 w 12203753"/>
              <a:gd name="connsiteY7185" fmla="*/ 2172017 h 6858000"/>
              <a:gd name="connsiteX7186" fmla="*/ 10081791 w 12203753"/>
              <a:gd name="connsiteY7186" fmla="*/ 2286176 h 6858000"/>
              <a:gd name="connsiteX7187" fmla="*/ 10075481 w 12203753"/>
              <a:gd name="connsiteY7187" fmla="*/ 2400331 h 6858000"/>
              <a:gd name="connsiteX7188" fmla="*/ 10030289 w 12203753"/>
              <a:gd name="connsiteY7188" fmla="*/ 2400331 h 6858000"/>
              <a:gd name="connsiteX7189" fmla="*/ 10023979 w 12203753"/>
              <a:gd name="connsiteY7189" fmla="*/ 2286176 h 6858000"/>
              <a:gd name="connsiteX7190" fmla="*/ 10030289 w 12203753"/>
              <a:gd name="connsiteY7190" fmla="*/ 2172017 h 6858000"/>
              <a:gd name="connsiteX7191" fmla="*/ 10821367 w 12203753"/>
              <a:gd name="connsiteY7191" fmla="*/ 2172006 h 6858000"/>
              <a:gd name="connsiteX7192" fmla="*/ 10866623 w 12203753"/>
              <a:gd name="connsiteY7192" fmla="*/ 2172006 h 6858000"/>
              <a:gd name="connsiteX7193" fmla="*/ 10872933 w 12203753"/>
              <a:gd name="connsiteY7193" fmla="*/ 2286164 h 6858000"/>
              <a:gd name="connsiteX7194" fmla="*/ 10866623 w 12203753"/>
              <a:gd name="connsiteY7194" fmla="*/ 2400320 h 6858000"/>
              <a:gd name="connsiteX7195" fmla="*/ 10821367 w 12203753"/>
              <a:gd name="connsiteY7195" fmla="*/ 2400320 h 6858000"/>
              <a:gd name="connsiteX7196" fmla="*/ 10815121 w 12203753"/>
              <a:gd name="connsiteY7196" fmla="*/ 2286164 h 6858000"/>
              <a:gd name="connsiteX7197" fmla="*/ 10821367 w 12203753"/>
              <a:gd name="connsiteY7197" fmla="*/ 2172006 h 6858000"/>
              <a:gd name="connsiteX7198" fmla="*/ 11612508 w 12203753"/>
              <a:gd name="connsiteY7198" fmla="*/ 2171995 h 6858000"/>
              <a:gd name="connsiteX7199" fmla="*/ 11657764 w 12203753"/>
              <a:gd name="connsiteY7199" fmla="*/ 2171995 h 6858000"/>
              <a:gd name="connsiteX7200" fmla="*/ 11664075 w 12203753"/>
              <a:gd name="connsiteY7200" fmla="*/ 2286153 h 6858000"/>
              <a:gd name="connsiteX7201" fmla="*/ 11657764 w 12203753"/>
              <a:gd name="connsiteY7201" fmla="*/ 2400311 h 6858000"/>
              <a:gd name="connsiteX7202" fmla="*/ 11612508 w 12203753"/>
              <a:gd name="connsiteY7202" fmla="*/ 2400311 h 6858000"/>
              <a:gd name="connsiteX7203" fmla="*/ 11606262 w 12203753"/>
              <a:gd name="connsiteY7203" fmla="*/ 2286153 h 6858000"/>
              <a:gd name="connsiteX7204" fmla="*/ 11612508 w 12203753"/>
              <a:gd name="connsiteY7204" fmla="*/ 2171995 h 6858000"/>
              <a:gd name="connsiteX7205" fmla="*/ 0 w 12203753"/>
              <a:gd name="connsiteY7205" fmla="*/ 2159303 h 6858000"/>
              <a:gd name="connsiteX7206" fmla="*/ 48559 w 12203753"/>
              <a:gd name="connsiteY7206" fmla="*/ 2189936 h 6858000"/>
              <a:gd name="connsiteX7207" fmla="*/ 76396 w 12203753"/>
              <a:gd name="connsiteY7207" fmla="*/ 2209633 h 6858000"/>
              <a:gd name="connsiteX7208" fmla="*/ 53769 w 12203753"/>
              <a:gd name="connsiteY7208" fmla="*/ 2248815 h 6858000"/>
              <a:gd name="connsiteX7209" fmla="*/ 22784 w 12203753"/>
              <a:gd name="connsiteY7209" fmla="*/ 2234551 h 6858000"/>
              <a:gd name="connsiteX7210" fmla="*/ 0 w 12203753"/>
              <a:gd name="connsiteY7210" fmla="*/ 2222567 h 6858000"/>
              <a:gd name="connsiteX7211" fmla="*/ 12203753 w 12203753"/>
              <a:gd name="connsiteY7211" fmla="*/ 2153448 h 6858000"/>
              <a:gd name="connsiteX7212" fmla="*/ 12203753 w 12203753"/>
              <a:gd name="connsiteY7212" fmla="*/ 2217663 h 6858000"/>
              <a:gd name="connsiteX7213" fmla="*/ 12171908 w 12203753"/>
              <a:gd name="connsiteY7213" fmla="*/ 2234418 h 6858000"/>
              <a:gd name="connsiteX7214" fmla="*/ 12140914 w 12203753"/>
              <a:gd name="connsiteY7214" fmla="*/ 2248664 h 6858000"/>
              <a:gd name="connsiteX7215" fmla="*/ 12118286 w 12203753"/>
              <a:gd name="connsiteY7215" fmla="*/ 2209463 h 6858000"/>
              <a:gd name="connsiteX7216" fmla="*/ 12146132 w 12203753"/>
              <a:gd name="connsiteY7216" fmla="*/ 2189768 h 6858000"/>
              <a:gd name="connsiteX7217" fmla="*/ 669795 w 12203753"/>
              <a:gd name="connsiteY7217" fmla="*/ 2095485 h 6858000"/>
              <a:gd name="connsiteX7218" fmla="*/ 678178 w 12203753"/>
              <a:gd name="connsiteY7218" fmla="*/ 2099190 h 6858000"/>
              <a:gd name="connsiteX7219" fmla="*/ 771792 w 12203753"/>
              <a:gd name="connsiteY7219" fmla="*/ 2147094 h 6858000"/>
              <a:gd name="connsiteX7220" fmla="*/ 867526 w 12203753"/>
              <a:gd name="connsiteY7220" fmla="*/ 2209624 h 6858000"/>
              <a:gd name="connsiteX7221" fmla="*/ 844900 w 12203753"/>
              <a:gd name="connsiteY7221" fmla="*/ 2248813 h 6858000"/>
              <a:gd name="connsiteX7222" fmla="*/ 742918 w 12203753"/>
              <a:gd name="connsiteY7222" fmla="*/ 2197199 h 6858000"/>
              <a:gd name="connsiteX7223" fmla="*/ 647181 w 12203753"/>
              <a:gd name="connsiteY7223" fmla="*/ 2134665 h 6858000"/>
              <a:gd name="connsiteX7224" fmla="*/ 1460873 w 12203753"/>
              <a:gd name="connsiteY7224" fmla="*/ 2095474 h 6858000"/>
              <a:gd name="connsiteX7225" fmla="*/ 1469257 w 12203753"/>
              <a:gd name="connsiteY7225" fmla="*/ 2099179 h 6858000"/>
              <a:gd name="connsiteX7226" fmla="*/ 1562870 w 12203753"/>
              <a:gd name="connsiteY7226" fmla="*/ 2147084 h 6858000"/>
              <a:gd name="connsiteX7227" fmla="*/ 1658607 w 12203753"/>
              <a:gd name="connsiteY7227" fmla="*/ 2209612 h 6858000"/>
              <a:gd name="connsiteX7228" fmla="*/ 1635980 w 12203753"/>
              <a:gd name="connsiteY7228" fmla="*/ 2248797 h 6858000"/>
              <a:gd name="connsiteX7229" fmla="*/ 1533999 w 12203753"/>
              <a:gd name="connsiteY7229" fmla="*/ 2197188 h 6858000"/>
              <a:gd name="connsiteX7230" fmla="*/ 1438259 w 12203753"/>
              <a:gd name="connsiteY7230" fmla="*/ 2134654 h 6858000"/>
              <a:gd name="connsiteX7231" fmla="*/ 449268 w 12203753"/>
              <a:gd name="connsiteY7231" fmla="*/ 2095468 h 6858000"/>
              <a:gd name="connsiteX7232" fmla="*/ 471896 w 12203753"/>
              <a:gd name="connsiteY7232" fmla="*/ 2134670 h 6858000"/>
              <a:gd name="connsiteX7233" fmla="*/ 376162 w 12203753"/>
              <a:gd name="connsiteY7233" fmla="*/ 2197206 h 6858000"/>
              <a:gd name="connsiteX7234" fmla="*/ 274116 w 12203753"/>
              <a:gd name="connsiteY7234" fmla="*/ 2248815 h 6858000"/>
              <a:gd name="connsiteX7235" fmla="*/ 251487 w 12203753"/>
              <a:gd name="connsiteY7235" fmla="*/ 2209633 h 6858000"/>
              <a:gd name="connsiteX7236" fmla="*/ 251551 w 12203753"/>
              <a:gd name="connsiteY7236" fmla="*/ 2209633 h 6858000"/>
              <a:gd name="connsiteX7237" fmla="*/ 347288 w 12203753"/>
              <a:gd name="connsiteY7237" fmla="*/ 2147099 h 6858000"/>
              <a:gd name="connsiteX7238" fmla="*/ 449268 w 12203753"/>
              <a:gd name="connsiteY7238" fmla="*/ 2095468 h 6858000"/>
              <a:gd name="connsiteX7239" fmla="*/ 2252000 w 12203753"/>
              <a:gd name="connsiteY7239" fmla="*/ 2095463 h 6858000"/>
              <a:gd name="connsiteX7240" fmla="*/ 2260383 w 12203753"/>
              <a:gd name="connsiteY7240" fmla="*/ 2099168 h 6858000"/>
              <a:gd name="connsiteX7241" fmla="*/ 2353993 w 12203753"/>
              <a:gd name="connsiteY7241" fmla="*/ 2147072 h 6858000"/>
              <a:gd name="connsiteX7242" fmla="*/ 2449735 w 12203753"/>
              <a:gd name="connsiteY7242" fmla="*/ 2209601 h 6858000"/>
              <a:gd name="connsiteX7243" fmla="*/ 2427108 w 12203753"/>
              <a:gd name="connsiteY7243" fmla="*/ 2248797 h 6858000"/>
              <a:gd name="connsiteX7244" fmla="*/ 2325122 w 12203753"/>
              <a:gd name="connsiteY7244" fmla="*/ 2197176 h 6858000"/>
              <a:gd name="connsiteX7245" fmla="*/ 2229387 w 12203753"/>
              <a:gd name="connsiteY7245" fmla="*/ 2134642 h 6858000"/>
              <a:gd name="connsiteX7246" fmla="*/ 669744 w 12203753"/>
              <a:gd name="connsiteY7246" fmla="*/ 2095463 h 6858000"/>
              <a:gd name="connsiteX7247" fmla="*/ 669808 w 12203753"/>
              <a:gd name="connsiteY7247" fmla="*/ 2095463 h 6858000"/>
              <a:gd name="connsiteX7248" fmla="*/ 669795 w 12203753"/>
              <a:gd name="connsiteY7248" fmla="*/ 2095485 h 6858000"/>
              <a:gd name="connsiteX7249" fmla="*/ 1240411 w 12203753"/>
              <a:gd name="connsiteY7249" fmla="*/ 2095457 h 6858000"/>
              <a:gd name="connsiteX7250" fmla="*/ 1263039 w 12203753"/>
              <a:gd name="connsiteY7250" fmla="*/ 2134659 h 6858000"/>
              <a:gd name="connsiteX7251" fmla="*/ 1167301 w 12203753"/>
              <a:gd name="connsiteY7251" fmla="*/ 2197194 h 6858000"/>
              <a:gd name="connsiteX7252" fmla="*/ 1065253 w 12203753"/>
              <a:gd name="connsiteY7252" fmla="*/ 2248803 h 6858000"/>
              <a:gd name="connsiteX7253" fmla="*/ 1042617 w 12203753"/>
              <a:gd name="connsiteY7253" fmla="*/ 2209619 h 6858000"/>
              <a:gd name="connsiteX7254" fmla="*/ 1042681 w 12203753"/>
              <a:gd name="connsiteY7254" fmla="*/ 2209619 h 6858000"/>
              <a:gd name="connsiteX7255" fmla="*/ 1138424 w 12203753"/>
              <a:gd name="connsiteY7255" fmla="*/ 2147089 h 6858000"/>
              <a:gd name="connsiteX7256" fmla="*/ 1240411 w 12203753"/>
              <a:gd name="connsiteY7256" fmla="*/ 2095457 h 6858000"/>
              <a:gd name="connsiteX7257" fmla="*/ 3043144 w 12203753"/>
              <a:gd name="connsiteY7257" fmla="*/ 2095452 h 6858000"/>
              <a:gd name="connsiteX7258" fmla="*/ 3051523 w 12203753"/>
              <a:gd name="connsiteY7258" fmla="*/ 2099157 h 6858000"/>
              <a:gd name="connsiteX7259" fmla="*/ 3145144 w 12203753"/>
              <a:gd name="connsiteY7259" fmla="*/ 2147061 h 6858000"/>
              <a:gd name="connsiteX7260" fmla="*/ 3240871 w 12203753"/>
              <a:gd name="connsiteY7260" fmla="*/ 2209589 h 6858000"/>
              <a:gd name="connsiteX7261" fmla="*/ 3218243 w 12203753"/>
              <a:gd name="connsiteY7261" fmla="*/ 2248775 h 6858000"/>
              <a:gd name="connsiteX7262" fmla="*/ 3116268 w 12203753"/>
              <a:gd name="connsiteY7262" fmla="*/ 2197165 h 6858000"/>
              <a:gd name="connsiteX7263" fmla="*/ 3020525 w 12203753"/>
              <a:gd name="connsiteY7263" fmla="*/ 2134631 h 6858000"/>
              <a:gd name="connsiteX7264" fmla="*/ 1460821 w 12203753"/>
              <a:gd name="connsiteY7264" fmla="*/ 2095452 h 6858000"/>
              <a:gd name="connsiteX7265" fmla="*/ 1460890 w 12203753"/>
              <a:gd name="connsiteY7265" fmla="*/ 2095452 h 6858000"/>
              <a:gd name="connsiteX7266" fmla="*/ 1460873 w 12203753"/>
              <a:gd name="connsiteY7266" fmla="*/ 2095474 h 6858000"/>
              <a:gd name="connsiteX7267" fmla="*/ 2031482 w 12203753"/>
              <a:gd name="connsiteY7267" fmla="*/ 2095446 h 6858000"/>
              <a:gd name="connsiteX7268" fmla="*/ 2054113 w 12203753"/>
              <a:gd name="connsiteY7268" fmla="*/ 2134647 h 6858000"/>
              <a:gd name="connsiteX7269" fmla="*/ 1958376 w 12203753"/>
              <a:gd name="connsiteY7269" fmla="*/ 2197183 h 6858000"/>
              <a:gd name="connsiteX7270" fmla="*/ 1856328 w 12203753"/>
              <a:gd name="connsiteY7270" fmla="*/ 2248797 h 6858000"/>
              <a:gd name="connsiteX7271" fmla="*/ 1833699 w 12203753"/>
              <a:gd name="connsiteY7271" fmla="*/ 2209608 h 6858000"/>
              <a:gd name="connsiteX7272" fmla="*/ 1833765 w 12203753"/>
              <a:gd name="connsiteY7272" fmla="*/ 2209608 h 6858000"/>
              <a:gd name="connsiteX7273" fmla="*/ 1929500 w 12203753"/>
              <a:gd name="connsiteY7273" fmla="*/ 2147078 h 6858000"/>
              <a:gd name="connsiteX7274" fmla="*/ 2031482 w 12203753"/>
              <a:gd name="connsiteY7274" fmla="*/ 2095446 h 6858000"/>
              <a:gd name="connsiteX7275" fmla="*/ 3834266 w 12203753"/>
              <a:gd name="connsiteY7275" fmla="*/ 2095442 h 6858000"/>
              <a:gd name="connsiteX7276" fmla="*/ 3842651 w 12203753"/>
              <a:gd name="connsiteY7276" fmla="*/ 2099146 h 6858000"/>
              <a:gd name="connsiteX7277" fmla="*/ 3936263 w 12203753"/>
              <a:gd name="connsiteY7277" fmla="*/ 2147050 h 6858000"/>
              <a:gd name="connsiteX7278" fmla="*/ 4031992 w 12203753"/>
              <a:gd name="connsiteY7278" fmla="*/ 2209578 h 6858000"/>
              <a:gd name="connsiteX7279" fmla="*/ 4009366 w 12203753"/>
              <a:gd name="connsiteY7279" fmla="*/ 2248763 h 6858000"/>
              <a:gd name="connsiteX7280" fmla="*/ 3907391 w 12203753"/>
              <a:gd name="connsiteY7280" fmla="*/ 2197153 h 6858000"/>
              <a:gd name="connsiteX7281" fmla="*/ 3811651 w 12203753"/>
              <a:gd name="connsiteY7281" fmla="*/ 2134620 h 6858000"/>
              <a:gd name="connsiteX7282" fmla="*/ 2251951 w 12203753"/>
              <a:gd name="connsiteY7282" fmla="*/ 2095441 h 6858000"/>
              <a:gd name="connsiteX7283" fmla="*/ 2252012 w 12203753"/>
              <a:gd name="connsiteY7283" fmla="*/ 2095441 h 6858000"/>
              <a:gd name="connsiteX7284" fmla="*/ 2252000 w 12203753"/>
              <a:gd name="connsiteY7284" fmla="*/ 2095463 h 6858000"/>
              <a:gd name="connsiteX7285" fmla="*/ 2822615 w 12203753"/>
              <a:gd name="connsiteY7285" fmla="*/ 2095435 h 6858000"/>
              <a:gd name="connsiteX7286" fmla="*/ 2845242 w 12203753"/>
              <a:gd name="connsiteY7286" fmla="*/ 2134637 h 6858000"/>
              <a:gd name="connsiteX7287" fmla="*/ 2749503 w 12203753"/>
              <a:gd name="connsiteY7287" fmla="*/ 2197171 h 6858000"/>
              <a:gd name="connsiteX7288" fmla="*/ 2647458 w 12203753"/>
              <a:gd name="connsiteY7288" fmla="*/ 2248785 h 6858000"/>
              <a:gd name="connsiteX7289" fmla="*/ 2624830 w 12203753"/>
              <a:gd name="connsiteY7289" fmla="*/ 2209596 h 6858000"/>
              <a:gd name="connsiteX7290" fmla="*/ 2624892 w 12203753"/>
              <a:gd name="connsiteY7290" fmla="*/ 2209596 h 6858000"/>
              <a:gd name="connsiteX7291" fmla="*/ 2720633 w 12203753"/>
              <a:gd name="connsiteY7291" fmla="*/ 2147066 h 6858000"/>
              <a:gd name="connsiteX7292" fmla="*/ 2822615 w 12203753"/>
              <a:gd name="connsiteY7292" fmla="*/ 2095435 h 6858000"/>
              <a:gd name="connsiteX7293" fmla="*/ 4625259 w 12203753"/>
              <a:gd name="connsiteY7293" fmla="*/ 2095431 h 6858000"/>
              <a:gd name="connsiteX7294" fmla="*/ 4633642 w 12203753"/>
              <a:gd name="connsiteY7294" fmla="*/ 2099136 h 6858000"/>
              <a:gd name="connsiteX7295" fmla="*/ 4727254 w 12203753"/>
              <a:gd name="connsiteY7295" fmla="*/ 2147039 h 6858000"/>
              <a:gd name="connsiteX7296" fmla="*/ 4822988 w 12203753"/>
              <a:gd name="connsiteY7296" fmla="*/ 2209569 h 6858000"/>
              <a:gd name="connsiteX7297" fmla="*/ 4800366 w 12203753"/>
              <a:gd name="connsiteY7297" fmla="*/ 2248756 h 6858000"/>
              <a:gd name="connsiteX7298" fmla="*/ 4698380 w 12203753"/>
              <a:gd name="connsiteY7298" fmla="*/ 2197142 h 6858000"/>
              <a:gd name="connsiteX7299" fmla="*/ 4602649 w 12203753"/>
              <a:gd name="connsiteY7299" fmla="*/ 2134609 h 6858000"/>
              <a:gd name="connsiteX7300" fmla="*/ 3043094 w 12203753"/>
              <a:gd name="connsiteY7300" fmla="*/ 2095430 h 6858000"/>
              <a:gd name="connsiteX7301" fmla="*/ 3043156 w 12203753"/>
              <a:gd name="connsiteY7301" fmla="*/ 2095430 h 6858000"/>
              <a:gd name="connsiteX7302" fmla="*/ 3043144 w 12203753"/>
              <a:gd name="connsiteY7302" fmla="*/ 2095452 h 6858000"/>
              <a:gd name="connsiteX7303" fmla="*/ 3613742 w 12203753"/>
              <a:gd name="connsiteY7303" fmla="*/ 2095425 h 6858000"/>
              <a:gd name="connsiteX7304" fmla="*/ 3636372 w 12203753"/>
              <a:gd name="connsiteY7304" fmla="*/ 2134626 h 6858000"/>
              <a:gd name="connsiteX7305" fmla="*/ 3540639 w 12203753"/>
              <a:gd name="connsiteY7305" fmla="*/ 2197160 h 6858000"/>
              <a:gd name="connsiteX7306" fmla="*/ 3438588 w 12203753"/>
              <a:gd name="connsiteY7306" fmla="*/ 2248775 h 6858000"/>
              <a:gd name="connsiteX7307" fmla="*/ 3415959 w 12203753"/>
              <a:gd name="connsiteY7307" fmla="*/ 2209585 h 6858000"/>
              <a:gd name="connsiteX7308" fmla="*/ 3416027 w 12203753"/>
              <a:gd name="connsiteY7308" fmla="*/ 2209585 h 6858000"/>
              <a:gd name="connsiteX7309" fmla="*/ 3511767 w 12203753"/>
              <a:gd name="connsiteY7309" fmla="*/ 2147056 h 6858000"/>
              <a:gd name="connsiteX7310" fmla="*/ 3613742 w 12203753"/>
              <a:gd name="connsiteY7310" fmla="*/ 2095425 h 6858000"/>
              <a:gd name="connsiteX7311" fmla="*/ 5416402 w 12203753"/>
              <a:gd name="connsiteY7311" fmla="*/ 2095420 h 6858000"/>
              <a:gd name="connsiteX7312" fmla="*/ 5424781 w 12203753"/>
              <a:gd name="connsiteY7312" fmla="*/ 2099125 h 6858000"/>
              <a:gd name="connsiteX7313" fmla="*/ 5518395 w 12203753"/>
              <a:gd name="connsiteY7313" fmla="*/ 2147028 h 6858000"/>
              <a:gd name="connsiteX7314" fmla="*/ 5614131 w 12203753"/>
              <a:gd name="connsiteY7314" fmla="*/ 2209557 h 6858000"/>
              <a:gd name="connsiteX7315" fmla="*/ 5591504 w 12203753"/>
              <a:gd name="connsiteY7315" fmla="*/ 2248743 h 6858000"/>
              <a:gd name="connsiteX7316" fmla="*/ 5489521 w 12203753"/>
              <a:gd name="connsiteY7316" fmla="*/ 2197131 h 6858000"/>
              <a:gd name="connsiteX7317" fmla="*/ 5393787 w 12203753"/>
              <a:gd name="connsiteY7317" fmla="*/ 2134599 h 6858000"/>
              <a:gd name="connsiteX7318" fmla="*/ 3834218 w 12203753"/>
              <a:gd name="connsiteY7318" fmla="*/ 2095419 h 6858000"/>
              <a:gd name="connsiteX7319" fmla="*/ 3834279 w 12203753"/>
              <a:gd name="connsiteY7319" fmla="*/ 2095419 h 6858000"/>
              <a:gd name="connsiteX7320" fmla="*/ 3834266 w 12203753"/>
              <a:gd name="connsiteY7320" fmla="*/ 2095442 h 6858000"/>
              <a:gd name="connsiteX7321" fmla="*/ 4404860 w 12203753"/>
              <a:gd name="connsiteY7321" fmla="*/ 2095414 h 6858000"/>
              <a:gd name="connsiteX7322" fmla="*/ 4427491 w 12203753"/>
              <a:gd name="connsiteY7322" fmla="*/ 2134615 h 6858000"/>
              <a:gd name="connsiteX7323" fmla="*/ 4331748 w 12203753"/>
              <a:gd name="connsiteY7323" fmla="*/ 2197148 h 6858000"/>
              <a:gd name="connsiteX7324" fmla="*/ 4229702 w 12203753"/>
              <a:gd name="connsiteY7324" fmla="*/ 2248763 h 6858000"/>
              <a:gd name="connsiteX7325" fmla="*/ 4207074 w 12203753"/>
              <a:gd name="connsiteY7325" fmla="*/ 2209573 h 6858000"/>
              <a:gd name="connsiteX7326" fmla="*/ 4302809 w 12203753"/>
              <a:gd name="connsiteY7326" fmla="*/ 2147044 h 6858000"/>
              <a:gd name="connsiteX7327" fmla="*/ 4404860 w 12203753"/>
              <a:gd name="connsiteY7327" fmla="*/ 2095414 h 6858000"/>
              <a:gd name="connsiteX7328" fmla="*/ 4625211 w 12203753"/>
              <a:gd name="connsiteY7328" fmla="*/ 2095408 h 6858000"/>
              <a:gd name="connsiteX7329" fmla="*/ 4625271 w 12203753"/>
              <a:gd name="connsiteY7329" fmla="*/ 2095408 h 6858000"/>
              <a:gd name="connsiteX7330" fmla="*/ 4625259 w 12203753"/>
              <a:gd name="connsiteY7330" fmla="*/ 2095431 h 6858000"/>
              <a:gd name="connsiteX7331" fmla="*/ 5196000 w 12203753"/>
              <a:gd name="connsiteY7331" fmla="*/ 2095403 h 6858000"/>
              <a:gd name="connsiteX7332" fmla="*/ 5218629 w 12203753"/>
              <a:gd name="connsiteY7332" fmla="*/ 2134605 h 6858000"/>
              <a:gd name="connsiteX7333" fmla="*/ 5122891 w 12203753"/>
              <a:gd name="connsiteY7333" fmla="*/ 2197137 h 6858000"/>
              <a:gd name="connsiteX7334" fmla="*/ 5020848 w 12203753"/>
              <a:gd name="connsiteY7334" fmla="*/ 2248754 h 6858000"/>
              <a:gd name="connsiteX7335" fmla="*/ 4998215 w 12203753"/>
              <a:gd name="connsiteY7335" fmla="*/ 2209564 h 6858000"/>
              <a:gd name="connsiteX7336" fmla="*/ 5093953 w 12203753"/>
              <a:gd name="connsiteY7336" fmla="*/ 2147034 h 6858000"/>
              <a:gd name="connsiteX7337" fmla="*/ 5196000 w 12203753"/>
              <a:gd name="connsiteY7337" fmla="*/ 2095403 h 6858000"/>
              <a:gd name="connsiteX7338" fmla="*/ 5416352 w 12203753"/>
              <a:gd name="connsiteY7338" fmla="*/ 2095397 h 6858000"/>
              <a:gd name="connsiteX7339" fmla="*/ 5416414 w 12203753"/>
              <a:gd name="connsiteY7339" fmla="*/ 2095397 h 6858000"/>
              <a:gd name="connsiteX7340" fmla="*/ 5416402 w 12203753"/>
              <a:gd name="connsiteY7340" fmla="*/ 2095420 h 6858000"/>
              <a:gd name="connsiteX7341" fmla="*/ 5987067 w 12203753"/>
              <a:gd name="connsiteY7341" fmla="*/ 2095392 h 6858000"/>
              <a:gd name="connsiteX7342" fmla="*/ 6009695 w 12203753"/>
              <a:gd name="connsiteY7342" fmla="*/ 2134593 h 6858000"/>
              <a:gd name="connsiteX7343" fmla="*/ 5913960 w 12203753"/>
              <a:gd name="connsiteY7343" fmla="*/ 2197125 h 6858000"/>
              <a:gd name="connsiteX7344" fmla="*/ 5811914 w 12203753"/>
              <a:gd name="connsiteY7344" fmla="*/ 2248743 h 6858000"/>
              <a:gd name="connsiteX7345" fmla="*/ 5789285 w 12203753"/>
              <a:gd name="connsiteY7345" fmla="*/ 2209553 h 6858000"/>
              <a:gd name="connsiteX7346" fmla="*/ 5885024 w 12203753"/>
              <a:gd name="connsiteY7346" fmla="*/ 2147022 h 6858000"/>
              <a:gd name="connsiteX7347" fmla="*/ 5987067 w 12203753"/>
              <a:gd name="connsiteY7347" fmla="*/ 2095392 h 6858000"/>
              <a:gd name="connsiteX7348" fmla="*/ 6207480 w 12203753"/>
              <a:gd name="connsiteY7348" fmla="*/ 2095386 h 6858000"/>
              <a:gd name="connsiteX7349" fmla="*/ 6309528 w 12203753"/>
              <a:gd name="connsiteY7349" fmla="*/ 2147017 h 6858000"/>
              <a:gd name="connsiteX7350" fmla="*/ 6405201 w 12203753"/>
              <a:gd name="connsiteY7350" fmla="*/ 2209546 h 6858000"/>
              <a:gd name="connsiteX7351" fmla="*/ 6382638 w 12203753"/>
              <a:gd name="connsiteY7351" fmla="*/ 2248738 h 6858000"/>
              <a:gd name="connsiteX7352" fmla="*/ 6280590 w 12203753"/>
              <a:gd name="connsiteY7352" fmla="*/ 2197119 h 6858000"/>
              <a:gd name="connsiteX7353" fmla="*/ 6184852 w 12203753"/>
              <a:gd name="connsiteY7353" fmla="*/ 2134587 h 6858000"/>
              <a:gd name="connsiteX7354" fmla="*/ 6778210 w 12203753"/>
              <a:gd name="connsiteY7354" fmla="*/ 2095381 h 6858000"/>
              <a:gd name="connsiteX7355" fmla="*/ 6800772 w 12203753"/>
              <a:gd name="connsiteY7355" fmla="*/ 2134582 h 6858000"/>
              <a:gd name="connsiteX7356" fmla="*/ 6705035 w 12203753"/>
              <a:gd name="connsiteY7356" fmla="*/ 2197114 h 6858000"/>
              <a:gd name="connsiteX7357" fmla="*/ 6603052 w 12203753"/>
              <a:gd name="connsiteY7357" fmla="*/ 2248735 h 6858000"/>
              <a:gd name="connsiteX7358" fmla="*/ 6580424 w 12203753"/>
              <a:gd name="connsiteY7358" fmla="*/ 2209542 h 6858000"/>
              <a:gd name="connsiteX7359" fmla="*/ 6676161 w 12203753"/>
              <a:gd name="connsiteY7359" fmla="*/ 2147011 h 6858000"/>
              <a:gd name="connsiteX7360" fmla="*/ 6778210 w 12203753"/>
              <a:gd name="connsiteY7360" fmla="*/ 2095381 h 6858000"/>
              <a:gd name="connsiteX7361" fmla="*/ 6998558 w 12203753"/>
              <a:gd name="connsiteY7361" fmla="*/ 2095375 h 6858000"/>
              <a:gd name="connsiteX7362" fmla="*/ 7100606 w 12203753"/>
              <a:gd name="connsiteY7362" fmla="*/ 2147006 h 6858000"/>
              <a:gd name="connsiteX7363" fmla="*/ 7196344 w 12203753"/>
              <a:gd name="connsiteY7363" fmla="*/ 2209534 h 6858000"/>
              <a:gd name="connsiteX7364" fmla="*/ 7173716 w 12203753"/>
              <a:gd name="connsiteY7364" fmla="*/ 2248727 h 6858000"/>
              <a:gd name="connsiteX7365" fmla="*/ 7071731 w 12203753"/>
              <a:gd name="connsiteY7365" fmla="*/ 2197108 h 6858000"/>
              <a:gd name="connsiteX7366" fmla="*/ 6975995 w 12203753"/>
              <a:gd name="connsiteY7366" fmla="*/ 2134576 h 6858000"/>
              <a:gd name="connsiteX7367" fmla="*/ 7569286 w 12203753"/>
              <a:gd name="connsiteY7367" fmla="*/ 2095370 h 6858000"/>
              <a:gd name="connsiteX7368" fmla="*/ 7591913 w 12203753"/>
              <a:gd name="connsiteY7368" fmla="*/ 2134571 h 6858000"/>
              <a:gd name="connsiteX7369" fmla="*/ 7496176 w 12203753"/>
              <a:gd name="connsiteY7369" fmla="*/ 2197102 h 6858000"/>
              <a:gd name="connsiteX7370" fmla="*/ 7394128 w 12203753"/>
              <a:gd name="connsiteY7370" fmla="*/ 2248724 h 6858000"/>
              <a:gd name="connsiteX7371" fmla="*/ 7371564 w 12203753"/>
              <a:gd name="connsiteY7371" fmla="*/ 2209530 h 6858000"/>
              <a:gd name="connsiteX7372" fmla="*/ 7467302 w 12203753"/>
              <a:gd name="connsiteY7372" fmla="*/ 2147000 h 6858000"/>
              <a:gd name="connsiteX7373" fmla="*/ 7569286 w 12203753"/>
              <a:gd name="connsiteY7373" fmla="*/ 2095370 h 6858000"/>
              <a:gd name="connsiteX7374" fmla="*/ 7789699 w 12203753"/>
              <a:gd name="connsiteY7374" fmla="*/ 2095364 h 6858000"/>
              <a:gd name="connsiteX7375" fmla="*/ 7891747 w 12203753"/>
              <a:gd name="connsiteY7375" fmla="*/ 2146995 h 6858000"/>
              <a:gd name="connsiteX7376" fmla="*/ 7987485 w 12203753"/>
              <a:gd name="connsiteY7376" fmla="*/ 2209523 h 6858000"/>
              <a:gd name="connsiteX7377" fmla="*/ 7964857 w 12203753"/>
              <a:gd name="connsiteY7377" fmla="*/ 2248719 h 6858000"/>
              <a:gd name="connsiteX7378" fmla="*/ 7862873 w 12203753"/>
              <a:gd name="connsiteY7378" fmla="*/ 2197096 h 6858000"/>
              <a:gd name="connsiteX7379" fmla="*/ 7767072 w 12203753"/>
              <a:gd name="connsiteY7379" fmla="*/ 2134566 h 6858000"/>
              <a:gd name="connsiteX7380" fmla="*/ 8360428 w 12203753"/>
              <a:gd name="connsiteY7380" fmla="*/ 2095359 h 6858000"/>
              <a:gd name="connsiteX7381" fmla="*/ 8383056 w 12203753"/>
              <a:gd name="connsiteY7381" fmla="*/ 2134560 h 6858000"/>
              <a:gd name="connsiteX7382" fmla="*/ 8287318 w 12203753"/>
              <a:gd name="connsiteY7382" fmla="*/ 2197091 h 6858000"/>
              <a:gd name="connsiteX7383" fmla="*/ 8185270 w 12203753"/>
              <a:gd name="connsiteY7383" fmla="*/ 2248713 h 6858000"/>
              <a:gd name="connsiteX7384" fmla="*/ 8162642 w 12203753"/>
              <a:gd name="connsiteY7384" fmla="*/ 2209519 h 6858000"/>
              <a:gd name="connsiteX7385" fmla="*/ 8258380 w 12203753"/>
              <a:gd name="connsiteY7385" fmla="*/ 2146989 h 6858000"/>
              <a:gd name="connsiteX7386" fmla="*/ 8360428 w 12203753"/>
              <a:gd name="connsiteY7386" fmla="*/ 2095359 h 6858000"/>
              <a:gd name="connsiteX7387" fmla="*/ 8580840 w 12203753"/>
              <a:gd name="connsiteY7387" fmla="*/ 2095354 h 6858000"/>
              <a:gd name="connsiteX7388" fmla="*/ 8682888 w 12203753"/>
              <a:gd name="connsiteY7388" fmla="*/ 2146984 h 6858000"/>
              <a:gd name="connsiteX7389" fmla="*/ 8778626 w 12203753"/>
              <a:gd name="connsiteY7389" fmla="*/ 2209512 h 6858000"/>
              <a:gd name="connsiteX7390" fmla="*/ 8755998 w 12203753"/>
              <a:gd name="connsiteY7390" fmla="*/ 2248708 h 6858000"/>
              <a:gd name="connsiteX7391" fmla="*/ 8654014 w 12203753"/>
              <a:gd name="connsiteY7391" fmla="*/ 2197085 h 6858000"/>
              <a:gd name="connsiteX7392" fmla="*/ 8558213 w 12203753"/>
              <a:gd name="connsiteY7392" fmla="*/ 2134555 h 6858000"/>
              <a:gd name="connsiteX7393" fmla="*/ 9151570 w 12203753"/>
              <a:gd name="connsiteY7393" fmla="*/ 2095348 h 6858000"/>
              <a:gd name="connsiteX7394" fmla="*/ 9174198 w 12203753"/>
              <a:gd name="connsiteY7394" fmla="*/ 2134549 h 6858000"/>
              <a:gd name="connsiteX7395" fmla="*/ 9078460 w 12203753"/>
              <a:gd name="connsiteY7395" fmla="*/ 2197079 h 6858000"/>
              <a:gd name="connsiteX7396" fmla="*/ 8976412 w 12203753"/>
              <a:gd name="connsiteY7396" fmla="*/ 2248704 h 6858000"/>
              <a:gd name="connsiteX7397" fmla="*/ 8953784 w 12203753"/>
              <a:gd name="connsiteY7397" fmla="*/ 2209507 h 6858000"/>
              <a:gd name="connsiteX7398" fmla="*/ 9049522 w 12203753"/>
              <a:gd name="connsiteY7398" fmla="*/ 2146978 h 6858000"/>
              <a:gd name="connsiteX7399" fmla="*/ 9151570 w 12203753"/>
              <a:gd name="connsiteY7399" fmla="*/ 2095348 h 6858000"/>
              <a:gd name="connsiteX7400" fmla="*/ 9371982 w 12203753"/>
              <a:gd name="connsiteY7400" fmla="*/ 2095343 h 6858000"/>
              <a:gd name="connsiteX7401" fmla="*/ 9474030 w 12203753"/>
              <a:gd name="connsiteY7401" fmla="*/ 2146972 h 6858000"/>
              <a:gd name="connsiteX7402" fmla="*/ 9569704 w 12203753"/>
              <a:gd name="connsiteY7402" fmla="*/ 2209500 h 6858000"/>
              <a:gd name="connsiteX7403" fmla="*/ 9547140 w 12203753"/>
              <a:gd name="connsiteY7403" fmla="*/ 2248701 h 6858000"/>
              <a:gd name="connsiteX7404" fmla="*/ 9445093 w 12203753"/>
              <a:gd name="connsiteY7404" fmla="*/ 2197073 h 6858000"/>
              <a:gd name="connsiteX7405" fmla="*/ 9349355 w 12203753"/>
              <a:gd name="connsiteY7405" fmla="*/ 2134543 h 6858000"/>
              <a:gd name="connsiteX7406" fmla="*/ 9942711 w 12203753"/>
              <a:gd name="connsiteY7406" fmla="*/ 2095337 h 6858000"/>
              <a:gd name="connsiteX7407" fmla="*/ 9965275 w 12203753"/>
              <a:gd name="connsiteY7407" fmla="*/ 2134537 h 6858000"/>
              <a:gd name="connsiteX7408" fmla="*/ 9869601 w 12203753"/>
              <a:gd name="connsiteY7408" fmla="*/ 2197068 h 6858000"/>
              <a:gd name="connsiteX7409" fmla="*/ 9767553 w 12203753"/>
              <a:gd name="connsiteY7409" fmla="*/ 2248692 h 6858000"/>
              <a:gd name="connsiteX7410" fmla="*/ 9744925 w 12203753"/>
              <a:gd name="connsiteY7410" fmla="*/ 2209496 h 6858000"/>
              <a:gd name="connsiteX7411" fmla="*/ 9840663 w 12203753"/>
              <a:gd name="connsiteY7411" fmla="*/ 2146967 h 6858000"/>
              <a:gd name="connsiteX7412" fmla="*/ 9942711 w 12203753"/>
              <a:gd name="connsiteY7412" fmla="*/ 2095337 h 6858000"/>
              <a:gd name="connsiteX7413" fmla="*/ 10163059 w 12203753"/>
              <a:gd name="connsiteY7413" fmla="*/ 2095332 h 6858000"/>
              <a:gd name="connsiteX7414" fmla="*/ 10265107 w 12203753"/>
              <a:gd name="connsiteY7414" fmla="*/ 2146961 h 6858000"/>
              <a:gd name="connsiteX7415" fmla="*/ 10360845 w 12203753"/>
              <a:gd name="connsiteY7415" fmla="*/ 2209489 h 6858000"/>
              <a:gd name="connsiteX7416" fmla="*/ 10338218 w 12203753"/>
              <a:gd name="connsiteY7416" fmla="*/ 2248690 h 6858000"/>
              <a:gd name="connsiteX7417" fmla="*/ 10236234 w 12203753"/>
              <a:gd name="connsiteY7417" fmla="*/ 2197062 h 6858000"/>
              <a:gd name="connsiteX7418" fmla="*/ 10140496 w 12203753"/>
              <a:gd name="connsiteY7418" fmla="*/ 2134532 h 6858000"/>
              <a:gd name="connsiteX7419" fmla="*/ 10733788 w 12203753"/>
              <a:gd name="connsiteY7419" fmla="*/ 2095326 h 6858000"/>
              <a:gd name="connsiteX7420" fmla="*/ 10756416 w 12203753"/>
              <a:gd name="connsiteY7420" fmla="*/ 2134526 h 6858000"/>
              <a:gd name="connsiteX7421" fmla="*/ 10660678 w 12203753"/>
              <a:gd name="connsiteY7421" fmla="*/ 2197056 h 6858000"/>
              <a:gd name="connsiteX7422" fmla="*/ 10558630 w 12203753"/>
              <a:gd name="connsiteY7422" fmla="*/ 2248683 h 6858000"/>
              <a:gd name="connsiteX7423" fmla="*/ 10536066 w 12203753"/>
              <a:gd name="connsiteY7423" fmla="*/ 2209484 h 6858000"/>
              <a:gd name="connsiteX7424" fmla="*/ 10631804 w 12203753"/>
              <a:gd name="connsiteY7424" fmla="*/ 2146956 h 6858000"/>
              <a:gd name="connsiteX7425" fmla="*/ 10733788 w 12203753"/>
              <a:gd name="connsiteY7425" fmla="*/ 2095326 h 6858000"/>
              <a:gd name="connsiteX7426" fmla="*/ 10954201 w 12203753"/>
              <a:gd name="connsiteY7426" fmla="*/ 2095321 h 6858000"/>
              <a:gd name="connsiteX7427" fmla="*/ 11056249 w 12203753"/>
              <a:gd name="connsiteY7427" fmla="*/ 2146950 h 6858000"/>
              <a:gd name="connsiteX7428" fmla="*/ 11151987 w 12203753"/>
              <a:gd name="connsiteY7428" fmla="*/ 2209477 h 6858000"/>
              <a:gd name="connsiteX7429" fmla="*/ 11129360 w 12203753"/>
              <a:gd name="connsiteY7429" fmla="*/ 2248679 h 6858000"/>
              <a:gd name="connsiteX7430" fmla="*/ 11027376 w 12203753"/>
              <a:gd name="connsiteY7430" fmla="*/ 2197050 h 6858000"/>
              <a:gd name="connsiteX7431" fmla="*/ 10931638 w 12203753"/>
              <a:gd name="connsiteY7431" fmla="*/ 2134521 h 6858000"/>
              <a:gd name="connsiteX7432" fmla="*/ 11524930 w 12203753"/>
              <a:gd name="connsiteY7432" fmla="*/ 2095315 h 6858000"/>
              <a:gd name="connsiteX7433" fmla="*/ 11547558 w 12203753"/>
              <a:gd name="connsiteY7433" fmla="*/ 2134516 h 6858000"/>
              <a:gd name="connsiteX7434" fmla="*/ 11451820 w 12203753"/>
              <a:gd name="connsiteY7434" fmla="*/ 2197045 h 6858000"/>
              <a:gd name="connsiteX7435" fmla="*/ 11349772 w 12203753"/>
              <a:gd name="connsiteY7435" fmla="*/ 2248672 h 6858000"/>
              <a:gd name="connsiteX7436" fmla="*/ 11327208 w 12203753"/>
              <a:gd name="connsiteY7436" fmla="*/ 2209473 h 6858000"/>
              <a:gd name="connsiteX7437" fmla="*/ 11422946 w 12203753"/>
              <a:gd name="connsiteY7437" fmla="*/ 2146945 h 6858000"/>
              <a:gd name="connsiteX7438" fmla="*/ 11524930 w 12203753"/>
              <a:gd name="connsiteY7438" fmla="*/ 2095315 h 6858000"/>
              <a:gd name="connsiteX7439" fmla="*/ 11745343 w 12203753"/>
              <a:gd name="connsiteY7439" fmla="*/ 2095310 h 6858000"/>
              <a:gd name="connsiteX7440" fmla="*/ 11847390 w 12203753"/>
              <a:gd name="connsiteY7440" fmla="*/ 2146939 h 6858000"/>
              <a:gd name="connsiteX7441" fmla="*/ 11943128 w 12203753"/>
              <a:gd name="connsiteY7441" fmla="*/ 2209468 h 6858000"/>
              <a:gd name="connsiteX7442" fmla="*/ 11920501 w 12203753"/>
              <a:gd name="connsiteY7442" fmla="*/ 2248669 h 6858000"/>
              <a:gd name="connsiteX7443" fmla="*/ 11818516 w 12203753"/>
              <a:gd name="connsiteY7443" fmla="*/ 2197039 h 6858000"/>
              <a:gd name="connsiteX7444" fmla="*/ 11722715 w 12203753"/>
              <a:gd name="connsiteY7444" fmla="*/ 2134510 h 6858000"/>
              <a:gd name="connsiteX7445" fmla="*/ 141282 w 12203753"/>
              <a:gd name="connsiteY7445" fmla="*/ 1943759 h 6858000"/>
              <a:gd name="connsiteX7446" fmla="*/ 186536 w 12203753"/>
              <a:gd name="connsiteY7446" fmla="*/ 1943759 h 6858000"/>
              <a:gd name="connsiteX7447" fmla="*/ 192846 w 12203753"/>
              <a:gd name="connsiteY7447" fmla="*/ 2057989 h 6858000"/>
              <a:gd name="connsiteX7448" fmla="*/ 186536 w 12203753"/>
              <a:gd name="connsiteY7448" fmla="*/ 2172149 h 6858000"/>
              <a:gd name="connsiteX7449" fmla="*/ 141282 w 12203753"/>
              <a:gd name="connsiteY7449" fmla="*/ 2172149 h 6858000"/>
              <a:gd name="connsiteX7450" fmla="*/ 135035 w 12203753"/>
              <a:gd name="connsiteY7450" fmla="*/ 2057989 h 6858000"/>
              <a:gd name="connsiteX7451" fmla="*/ 141282 w 12203753"/>
              <a:gd name="connsiteY7451" fmla="*/ 1943759 h 6858000"/>
              <a:gd name="connsiteX7452" fmla="*/ 932414 w 12203753"/>
              <a:gd name="connsiteY7452" fmla="*/ 1943749 h 6858000"/>
              <a:gd name="connsiteX7453" fmla="*/ 977669 w 12203753"/>
              <a:gd name="connsiteY7453" fmla="*/ 1943749 h 6858000"/>
              <a:gd name="connsiteX7454" fmla="*/ 983979 w 12203753"/>
              <a:gd name="connsiteY7454" fmla="*/ 2057980 h 6858000"/>
              <a:gd name="connsiteX7455" fmla="*/ 977669 w 12203753"/>
              <a:gd name="connsiteY7455" fmla="*/ 2172143 h 6858000"/>
              <a:gd name="connsiteX7456" fmla="*/ 932414 w 12203753"/>
              <a:gd name="connsiteY7456" fmla="*/ 2172143 h 6858000"/>
              <a:gd name="connsiteX7457" fmla="*/ 926104 w 12203753"/>
              <a:gd name="connsiteY7457" fmla="*/ 2057980 h 6858000"/>
              <a:gd name="connsiteX7458" fmla="*/ 932414 w 12203753"/>
              <a:gd name="connsiteY7458" fmla="*/ 1943749 h 6858000"/>
              <a:gd name="connsiteX7459" fmla="*/ 1723556 w 12203753"/>
              <a:gd name="connsiteY7459" fmla="*/ 1943739 h 6858000"/>
              <a:gd name="connsiteX7460" fmla="*/ 1768814 w 12203753"/>
              <a:gd name="connsiteY7460" fmla="*/ 1943739 h 6858000"/>
              <a:gd name="connsiteX7461" fmla="*/ 1775125 w 12203753"/>
              <a:gd name="connsiteY7461" fmla="*/ 2057969 h 6858000"/>
              <a:gd name="connsiteX7462" fmla="*/ 1768814 w 12203753"/>
              <a:gd name="connsiteY7462" fmla="*/ 2172131 h 6858000"/>
              <a:gd name="connsiteX7463" fmla="*/ 1723556 w 12203753"/>
              <a:gd name="connsiteY7463" fmla="*/ 2172131 h 6858000"/>
              <a:gd name="connsiteX7464" fmla="*/ 1717247 w 12203753"/>
              <a:gd name="connsiteY7464" fmla="*/ 2057969 h 6858000"/>
              <a:gd name="connsiteX7465" fmla="*/ 1723556 w 12203753"/>
              <a:gd name="connsiteY7465" fmla="*/ 1943739 h 6858000"/>
              <a:gd name="connsiteX7466" fmla="*/ 2514689 w 12203753"/>
              <a:gd name="connsiteY7466" fmla="*/ 1943729 h 6858000"/>
              <a:gd name="connsiteX7467" fmla="*/ 2559944 w 12203753"/>
              <a:gd name="connsiteY7467" fmla="*/ 1943729 h 6858000"/>
              <a:gd name="connsiteX7468" fmla="*/ 2566255 w 12203753"/>
              <a:gd name="connsiteY7468" fmla="*/ 2057959 h 6858000"/>
              <a:gd name="connsiteX7469" fmla="*/ 2559944 w 12203753"/>
              <a:gd name="connsiteY7469" fmla="*/ 2172120 h 6858000"/>
              <a:gd name="connsiteX7470" fmla="*/ 2514689 w 12203753"/>
              <a:gd name="connsiteY7470" fmla="*/ 2172120 h 6858000"/>
              <a:gd name="connsiteX7471" fmla="*/ 2508444 w 12203753"/>
              <a:gd name="connsiteY7471" fmla="*/ 2057959 h 6858000"/>
              <a:gd name="connsiteX7472" fmla="*/ 2514689 w 12203753"/>
              <a:gd name="connsiteY7472" fmla="*/ 1943729 h 6858000"/>
              <a:gd name="connsiteX7473" fmla="*/ 3305820 w 12203753"/>
              <a:gd name="connsiteY7473" fmla="*/ 1943719 h 6858000"/>
              <a:gd name="connsiteX7474" fmla="*/ 3351078 w 12203753"/>
              <a:gd name="connsiteY7474" fmla="*/ 1943719 h 6858000"/>
              <a:gd name="connsiteX7475" fmla="*/ 3357385 w 12203753"/>
              <a:gd name="connsiteY7475" fmla="*/ 2057948 h 6858000"/>
              <a:gd name="connsiteX7476" fmla="*/ 3351078 w 12203753"/>
              <a:gd name="connsiteY7476" fmla="*/ 2172109 h 6858000"/>
              <a:gd name="connsiteX7477" fmla="*/ 3305820 w 12203753"/>
              <a:gd name="connsiteY7477" fmla="*/ 2172109 h 6858000"/>
              <a:gd name="connsiteX7478" fmla="*/ 3299575 w 12203753"/>
              <a:gd name="connsiteY7478" fmla="*/ 2057948 h 6858000"/>
              <a:gd name="connsiteX7479" fmla="*/ 3305820 w 12203753"/>
              <a:gd name="connsiteY7479" fmla="*/ 1943719 h 6858000"/>
              <a:gd name="connsiteX7480" fmla="*/ 4096880 w 12203753"/>
              <a:gd name="connsiteY7480" fmla="*/ 1943709 h 6858000"/>
              <a:gd name="connsiteX7481" fmla="*/ 4142136 w 12203753"/>
              <a:gd name="connsiteY7481" fmla="*/ 1943709 h 6858000"/>
              <a:gd name="connsiteX7482" fmla="*/ 4148446 w 12203753"/>
              <a:gd name="connsiteY7482" fmla="*/ 2057937 h 6858000"/>
              <a:gd name="connsiteX7483" fmla="*/ 4142136 w 12203753"/>
              <a:gd name="connsiteY7483" fmla="*/ 2172098 h 6858000"/>
              <a:gd name="connsiteX7484" fmla="*/ 4096880 w 12203753"/>
              <a:gd name="connsiteY7484" fmla="*/ 2172098 h 6858000"/>
              <a:gd name="connsiteX7485" fmla="*/ 4090633 w 12203753"/>
              <a:gd name="connsiteY7485" fmla="*/ 2057937 h 6858000"/>
              <a:gd name="connsiteX7486" fmla="*/ 4096880 w 12203753"/>
              <a:gd name="connsiteY7486" fmla="*/ 1943709 h 6858000"/>
              <a:gd name="connsiteX7487" fmla="*/ 4887944 w 12203753"/>
              <a:gd name="connsiteY7487" fmla="*/ 1943699 h 6858000"/>
              <a:gd name="connsiteX7488" fmla="*/ 4933198 w 12203753"/>
              <a:gd name="connsiteY7488" fmla="*/ 1943699 h 6858000"/>
              <a:gd name="connsiteX7489" fmla="*/ 4939507 w 12203753"/>
              <a:gd name="connsiteY7489" fmla="*/ 2057926 h 6858000"/>
              <a:gd name="connsiteX7490" fmla="*/ 4933198 w 12203753"/>
              <a:gd name="connsiteY7490" fmla="*/ 2172088 h 6858000"/>
              <a:gd name="connsiteX7491" fmla="*/ 4887944 w 12203753"/>
              <a:gd name="connsiteY7491" fmla="*/ 2172088 h 6858000"/>
              <a:gd name="connsiteX7492" fmla="*/ 4881696 w 12203753"/>
              <a:gd name="connsiteY7492" fmla="*/ 2057926 h 6858000"/>
              <a:gd name="connsiteX7493" fmla="*/ 4887944 w 12203753"/>
              <a:gd name="connsiteY7493" fmla="*/ 1943699 h 6858000"/>
              <a:gd name="connsiteX7494" fmla="*/ 5679084 w 12203753"/>
              <a:gd name="connsiteY7494" fmla="*/ 1943689 h 6858000"/>
              <a:gd name="connsiteX7495" fmla="*/ 5724338 w 12203753"/>
              <a:gd name="connsiteY7495" fmla="*/ 1943689 h 6858000"/>
              <a:gd name="connsiteX7496" fmla="*/ 5730645 w 12203753"/>
              <a:gd name="connsiteY7496" fmla="*/ 2057916 h 6858000"/>
              <a:gd name="connsiteX7497" fmla="*/ 5724338 w 12203753"/>
              <a:gd name="connsiteY7497" fmla="*/ 2172077 h 6858000"/>
              <a:gd name="connsiteX7498" fmla="*/ 5679084 w 12203753"/>
              <a:gd name="connsiteY7498" fmla="*/ 2172077 h 6858000"/>
              <a:gd name="connsiteX7499" fmla="*/ 5672769 w 12203753"/>
              <a:gd name="connsiteY7499" fmla="*/ 2057916 h 6858000"/>
              <a:gd name="connsiteX7500" fmla="*/ 5679084 w 12203753"/>
              <a:gd name="connsiteY7500" fmla="*/ 1943689 h 6858000"/>
              <a:gd name="connsiteX7501" fmla="*/ 6470217 w 12203753"/>
              <a:gd name="connsiteY7501" fmla="*/ 1943679 h 6858000"/>
              <a:gd name="connsiteX7502" fmla="*/ 6515408 w 12203753"/>
              <a:gd name="connsiteY7502" fmla="*/ 1943679 h 6858000"/>
              <a:gd name="connsiteX7503" fmla="*/ 6521719 w 12203753"/>
              <a:gd name="connsiteY7503" fmla="*/ 2057905 h 6858000"/>
              <a:gd name="connsiteX7504" fmla="*/ 6515408 w 12203753"/>
              <a:gd name="connsiteY7504" fmla="*/ 2172066 h 6858000"/>
              <a:gd name="connsiteX7505" fmla="*/ 6470217 w 12203753"/>
              <a:gd name="connsiteY7505" fmla="*/ 2172066 h 6858000"/>
              <a:gd name="connsiteX7506" fmla="*/ 6463906 w 12203753"/>
              <a:gd name="connsiteY7506" fmla="*/ 2057905 h 6858000"/>
              <a:gd name="connsiteX7507" fmla="*/ 6470217 w 12203753"/>
              <a:gd name="connsiteY7507" fmla="*/ 1943679 h 6858000"/>
              <a:gd name="connsiteX7508" fmla="*/ 7261293 w 12203753"/>
              <a:gd name="connsiteY7508" fmla="*/ 1943668 h 6858000"/>
              <a:gd name="connsiteX7509" fmla="*/ 7306549 w 12203753"/>
              <a:gd name="connsiteY7509" fmla="*/ 1943668 h 6858000"/>
              <a:gd name="connsiteX7510" fmla="*/ 7312860 w 12203753"/>
              <a:gd name="connsiteY7510" fmla="*/ 2057894 h 6858000"/>
              <a:gd name="connsiteX7511" fmla="*/ 7306549 w 12203753"/>
              <a:gd name="connsiteY7511" fmla="*/ 2172055 h 6858000"/>
              <a:gd name="connsiteX7512" fmla="*/ 7261293 w 12203753"/>
              <a:gd name="connsiteY7512" fmla="*/ 2172055 h 6858000"/>
              <a:gd name="connsiteX7513" fmla="*/ 7255047 w 12203753"/>
              <a:gd name="connsiteY7513" fmla="*/ 2057894 h 6858000"/>
              <a:gd name="connsiteX7514" fmla="*/ 7261293 w 12203753"/>
              <a:gd name="connsiteY7514" fmla="*/ 1943668 h 6858000"/>
              <a:gd name="connsiteX7515" fmla="*/ 8052435 w 12203753"/>
              <a:gd name="connsiteY7515" fmla="*/ 1943658 h 6858000"/>
              <a:gd name="connsiteX7516" fmla="*/ 8097691 w 12203753"/>
              <a:gd name="connsiteY7516" fmla="*/ 1943658 h 6858000"/>
              <a:gd name="connsiteX7517" fmla="*/ 8103938 w 12203753"/>
              <a:gd name="connsiteY7517" fmla="*/ 2057884 h 6858000"/>
              <a:gd name="connsiteX7518" fmla="*/ 8097691 w 12203753"/>
              <a:gd name="connsiteY7518" fmla="*/ 2172044 h 6858000"/>
              <a:gd name="connsiteX7519" fmla="*/ 8052435 w 12203753"/>
              <a:gd name="connsiteY7519" fmla="*/ 2172044 h 6858000"/>
              <a:gd name="connsiteX7520" fmla="*/ 8046189 w 12203753"/>
              <a:gd name="connsiteY7520" fmla="*/ 2057884 h 6858000"/>
              <a:gd name="connsiteX7521" fmla="*/ 8052435 w 12203753"/>
              <a:gd name="connsiteY7521" fmla="*/ 1943658 h 6858000"/>
              <a:gd name="connsiteX7522" fmla="*/ 8843577 w 12203753"/>
              <a:gd name="connsiteY7522" fmla="*/ 1943648 h 6858000"/>
              <a:gd name="connsiteX7523" fmla="*/ 8888832 w 12203753"/>
              <a:gd name="connsiteY7523" fmla="*/ 1943648 h 6858000"/>
              <a:gd name="connsiteX7524" fmla="*/ 8895079 w 12203753"/>
              <a:gd name="connsiteY7524" fmla="*/ 2057873 h 6858000"/>
              <a:gd name="connsiteX7525" fmla="*/ 8888832 w 12203753"/>
              <a:gd name="connsiteY7525" fmla="*/ 2172033 h 6858000"/>
              <a:gd name="connsiteX7526" fmla="*/ 8843577 w 12203753"/>
              <a:gd name="connsiteY7526" fmla="*/ 2172033 h 6858000"/>
              <a:gd name="connsiteX7527" fmla="*/ 8837330 w 12203753"/>
              <a:gd name="connsiteY7527" fmla="*/ 2057873 h 6858000"/>
              <a:gd name="connsiteX7528" fmla="*/ 8843577 w 12203753"/>
              <a:gd name="connsiteY7528" fmla="*/ 1943648 h 6858000"/>
              <a:gd name="connsiteX7529" fmla="*/ 9634719 w 12203753"/>
              <a:gd name="connsiteY7529" fmla="*/ 1943638 h 6858000"/>
              <a:gd name="connsiteX7530" fmla="*/ 9679910 w 12203753"/>
              <a:gd name="connsiteY7530" fmla="*/ 1943638 h 6858000"/>
              <a:gd name="connsiteX7531" fmla="*/ 9686221 w 12203753"/>
              <a:gd name="connsiteY7531" fmla="*/ 2057862 h 6858000"/>
              <a:gd name="connsiteX7532" fmla="*/ 9679910 w 12203753"/>
              <a:gd name="connsiteY7532" fmla="*/ 2172022 h 6858000"/>
              <a:gd name="connsiteX7533" fmla="*/ 9634719 w 12203753"/>
              <a:gd name="connsiteY7533" fmla="*/ 2172022 h 6858000"/>
              <a:gd name="connsiteX7534" fmla="*/ 9628408 w 12203753"/>
              <a:gd name="connsiteY7534" fmla="*/ 2057862 h 6858000"/>
              <a:gd name="connsiteX7535" fmla="*/ 9634719 w 12203753"/>
              <a:gd name="connsiteY7535" fmla="*/ 1943638 h 6858000"/>
              <a:gd name="connsiteX7536" fmla="*/ 10425796 w 12203753"/>
              <a:gd name="connsiteY7536" fmla="*/ 1943628 h 6858000"/>
              <a:gd name="connsiteX7537" fmla="*/ 10471052 w 12203753"/>
              <a:gd name="connsiteY7537" fmla="*/ 1943628 h 6858000"/>
              <a:gd name="connsiteX7538" fmla="*/ 10477362 w 12203753"/>
              <a:gd name="connsiteY7538" fmla="*/ 2057851 h 6858000"/>
              <a:gd name="connsiteX7539" fmla="*/ 10471052 w 12203753"/>
              <a:gd name="connsiteY7539" fmla="*/ 2172011 h 6858000"/>
              <a:gd name="connsiteX7540" fmla="*/ 10425796 w 12203753"/>
              <a:gd name="connsiteY7540" fmla="*/ 2172011 h 6858000"/>
              <a:gd name="connsiteX7541" fmla="*/ 10419550 w 12203753"/>
              <a:gd name="connsiteY7541" fmla="*/ 2057851 h 6858000"/>
              <a:gd name="connsiteX7542" fmla="*/ 10425796 w 12203753"/>
              <a:gd name="connsiteY7542" fmla="*/ 1943628 h 6858000"/>
              <a:gd name="connsiteX7543" fmla="*/ 11216938 w 12203753"/>
              <a:gd name="connsiteY7543" fmla="*/ 1943618 h 6858000"/>
              <a:gd name="connsiteX7544" fmla="*/ 11262194 w 12203753"/>
              <a:gd name="connsiteY7544" fmla="*/ 1943618 h 6858000"/>
              <a:gd name="connsiteX7545" fmla="*/ 11268504 w 12203753"/>
              <a:gd name="connsiteY7545" fmla="*/ 2057841 h 6858000"/>
              <a:gd name="connsiteX7546" fmla="*/ 11262194 w 12203753"/>
              <a:gd name="connsiteY7546" fmla="*/ 2172001 h 6858000"/>
              <a:gd name="connsiteX7547" fmla="*/ 11216938 w 12203753"/>
              <a:gd name="connsiteY7547" fmla="*/ 2172001 h 6858000"/>
              <a:gd name="connsiteX7548" fmla="*/ 11210692 w 12203753"/>
              <a:gd name="connsiteY7548" fmla="*/ 2057841 h 6858000"/>
              <a:gd name="connsiteX7549" fmla="*/ 11216938 w 12203753"/>
              <a:gd name="connsiteY7549" fmla="*/ 1943618 h 6858000"/>
              <a:gd name="connsiteX7550" fmla="*/ 12008079 w 12203753"/>
              <a:gd name="connsiteY7550" fmla="*/ 1943608 h 6858000"/>
              <a:gd name="connsiteX7551" fmla="*/ 12053335 w 12203753"/>
              <a:gd name="connsiteY7551" fmla="*/ 1943608 h 6858000"/>
              <a:gd name="connsiteX7552" fmla="*/ 12059581 w 12203753"/>
              <a:gd name="connsiteY7552" fmla="*/ 2057830 h 6858000"/>
              <a:gd name="connsiteX7553" fmla="*/ 12053335 w 12203753"/>
              <a:gd name="connsiteY7553" fmla="*/ 2171990 h 6858000"/>
              <a:gd name="connsiteX7554" fmla="*/ 12008079 w 12203753"/>
              <a:gd name="connsiteY7554" fmla="*/ 2171990 h 6858000"/>
              <a:gd name="connsiteX7555" fmla="*/ 12001833 w 12203753"/>
              <a:gd name="connsiteY7555" fmla="*/ 2057830 h 6858000"/>
              <a:gd name="connsiteX7556" fmla="*/ 12008079 w 12203753"/>
              <a:gd name="connsiteY7556" fmla="*/ 1943608 h 6858000"/>
              <a:gd name="connsiteX7557" fmla="*/ 274229 w 12203753"/>
              <a:gd name="connsiteY7557" fmla="*/ 1867095 h 6858000"/>
              <a:gd name="connsiteX7558" fmla="*/ 282613 w 12203753"/>
              <a:gd name="connsiteY7558" fmla="*/ 1870802 h 6858000"/>
              <a:gd name="connsiteX7559" fmla="*/ 376224 w 12203753"/>
              <a:gd name="connsiteY7559" fmla="*/ 1918702 h 6858000"/>
              <a:gd name="connsiteX7560" fmla="*/ 471959 w 12203753"/>
              <a:gd name="connsiteY7560" fmla="*/ 1981237 h 6858000"/>
              <a:gd name="connsiteX7561" fmla="*/ 449332 w 12203753"/>
              <a:gd name="connsiteY7561" fmla="*/ 2020440 h 6858000"/>
              <a:gd name="connsiteX7562" fmla="*/ 347352 w 12203753"/>
              <a:gd name="connsiteY7562" fmla="*/ 1968806 h 6858000"/>
              <a:gd name="connsiteX7563" fmla="*/ 251614 w 12203753"/>
              <a:gd name="connsiteY7563" fmla="*/ 1906273 h 6858000"/>
              <a:gd name="connsiteX7564" fmla="*/ 1065369 w 12203753"/>
              <a:gd name="connsiteY7564" fmla="*/ 1867085 h 6858000"/>
              <a:gd name="connsiteX7565" fmla="*/ 1073750 w 12203753"/>
              <a:gd name="connsiteY7565" fmla="*/ 1870792 h 6858000"/>
              <a:gd name="connsiteX7566" fmla="*/ 1167366 w 12203753"/>
              <a:gd name="connsiteY7566" fmla="*/ 1918692 h 6858000"/>
              <a:gd name="connsiteX7567" fmla="*/ 1263103 w 12203753"/>
              <a:gd name="connsiteY7567" fmla="*/ 1981226 h 6858000"/>
              <a:gd name="connsiteX7568" fmla="*/ 1240476 w 12203753"/>
              <a:gd name="connsiteY7568" fmla="*/ 2020430 h 6858000"/>
              <a:gd name="connsiteX7569" fmla="*/ 1138491 w 12203753"/>
              <a:gd name="connsiteY7569" fmla="*/ 1968796 h 6858000"/>
              <a:gd name="connsiteX7570" fmla="*/ 1042746 w 12203753"/>
              <a:gd name="connsiteY7570" fmla="*/ 1906262 h 6858000"/>
              <a:gd name="connsiteX7571" fmla="*/ 53706 w 12203753"/>
              <a:gd name="connsiteY7571" fmla="*/ 1867077 h 6858000"/>
              <a:gd name="connsiteX7572" fmla="*/ 76333 w 12203753"/>
              <a:gd name="connsiteY7572" fmla="*/ 1906277 h 6858000"/>
              <a:gd name="connsiteX7573" fmla="*/ 48496 w 12203753"/>
              <a:gd name="connsiteY7573" fmla="*/ 1925974 h 6858000"/>
              <a:gd name="connsiteX7574" fmla="*/ 0 w 12203753"/>
              <a:gd name="connsiteY7574" fmla="*/ 1956570 h 6858000"/>
              <a:gd name="connsiteX7575" fmla="*/ 0 w 12203753"/>
              <a:gd name="connsiteY7575" fmla="*/ 1893295 h 6858000"/>
              <a:gd name="connsiteX7576" fmla="*/ 22745 w 12203753"/>
              <a:gd name="connsiteY7576" fmla="*/ 1881323 h 6858000"/>
              <a:gd name="connsiteX7577" fmla="*/ 53706 w 12203753"/>
              <a:gd name="connsiteY7577" fmla="*/ 1867077 h 6858000"/>
              <a:gd name="connsiteX7578" fmla="*/ 1856440 w 12203753"/>
              <a:gd name="connsiteY7578" fmla="*/ 1867075 h 6858000"/>
              <a:gd name="connsiteX7579" fmla="*/ 1864826 w 12203753"/>
              <a:gd name="connsiteY7579" fmla="*/ 1870782 h 6858000"/>
              <a:gd name="connsiteX7580" fmla="*/ 1958439 w 12203753"/>
              <a:gd name="connsiteY7580" fmla="*/ 1918682 h 6858000"/>
              <a:gd name="connsiteX7581" fmla="*/ 2054174 w 12203753"/>
              <a:gd name="connsiteY7581" fmla="*/ 1981216 h 6858000"/>
              <a:gd name="connsiteX7582" fmla="*/ 2031546 w 12203753"/>
              <a:gd name="connsiteY7582" fmla="*/ 2020419 h 6858000"/>
              <a:gd name="connsiteX7583" fmla="*/ 1929564 w 12203753"/>
              <a:gd name="connsiteY7583" fmla="*/ 1968786 h 6858000"/>
              <a:gd name="connsiteX7584" fmla="*/ 1833827 w 12203753"/>
              <a:gd name="connsiteY7584" fmla="*/ 1906252 h 6858000"/>
              <a:gd name="connsiteX7585" fmla="*/ 274178 w 12203753"/>
              <a:gd name="connsiteY7585" fmla="*/ 1867072 h 6858000"/>
              <a:gd name="connsiteX7586" fmla="*/ 274242 w 12203753"/>
              <a:gd name="connsiteY7586" fmla="*/ 1867072 h 6858000"/>
              <a:gd name="connsiteX7587" fmla="*/ 274229 w 12203753"/>
              <a:gd name="connsiteY7587" fmla="*/ 1867095 h 6858000"/>
              <a:gd name="connsiteX7588" fmla="*/ 844835 w 12203753"/>
              <a:gd name="connsiteY7588" fmla="*/ 1867069 h 6858000"/>
              <a:gd name="connsiteX7589" fmla="*/ 867464 w 12203753"/>
              <a:gd name="connsiteY7589" fmla="*/ 1906268 h 6858000"/>
              <a:gd name="connsiteX7590" fmla="*/ 771727 w 12203753"/>
              <a:gd name="connsiteY7590" fmla="*/ 1968802 h 6858000"/>
              <a:gd name="connsiteX7591" fmla="*/ 669681 w 12203753"/>
              <a:gd name="connsiteY7591" fmla="*/ 2020436 h 6858000"/>
              <a:gd name="connsiteX7592" fmla="*/ 647052 w 12203753"/>
              <a:gd name="connsiteY7592" fmla="*/ 1981232 h 6858000"/>
              <a:gd name="connsiteX7593" fmla="*/ 647116 w 12203753"/>
              <a:gd name="connsiteY7593" fmla="*/ 1981232 h 6858000"/>
              <a:gd name="connsiteX7594" fmla="*/ 742854 w 12203753"/>
              <a:gd name="connsiteY7594" fmla="*/ 1918697 h 6858000"/>
              <a:gd name="connsiteX7595" fmla="*/ 844835 w 12203753"/>
              <a:gd name="connsiteY7595" fmla="*/ 1867069 h 6858000"/>
              <a:gd name="connsiteX7596" fmla="*/ 2647573 w 12203753"/>
              <a:gd name="connsiteY7596" fmla="*/ 1867065 h 6858000"/>
              <a:gd name="connsiteX7597" fmla="*/ 2655955 w 12203753"/>
              <a:gd name="connsiteY7597" fmla="*/ 1870772 h 6858000"/>
              <a:gd name="connsiteX7598" fmla="*/ 2749571 w 12203753"/>
              <a:gd name="connsiteY7598" fmla="*/ 1918672 h 6858000"/>
              <a:gd name="connsiteX7599" fmla="*/ 2845305 w 12203753"/>
              <a:gd name="connsiteY7599" fmla="*/ 1981205 h 6858000"/>
              <a:gd name="connsiteX7600" fmla="*/ 2822677 w 12203753"/>
              <a:gd name="connsiteY7600" fmla="*/ 2020409 h 6858000"/>
              <a:gd name="connsiteX7601" fmla="*/ 2720696 w 12203753"/>
              <a:gd name="connsiteY7601" fmla="*/ 1968775 h 6858000"/>
              <a:gd name="connsiteX7602" fmla="*/ 2624959 w 12203753"/>
              <a:gd name="connsiteY7602" fmla="*/ 1906243 h 6858000"/>
              <a:gd name="connsiteX7603" fmla="*/ 1065317 w 12203753"/>
              <a:gd name="connsiteY7603" fmla="*/ 1867062 h 6858000"/>
              <a:gd name="connsiteX7604" fmla="*/ 1065382 w 12203753"/>
              <a:gd name="connsiteY7604" fmla="*/ 1867062 h 6858000"/>
              <a:gd name="connsiteX7605" fmla="*/ 1065369 w 12203753"/>
              <a:gd name="connsiteY7605" fmla="*/ 1867085 h 6858000"/>
              <a:gd name="connsiteX7606" fmla="*/ 1635915 w 12203753"/>
              <a:gd name="connsiteY7606" fmla="*/ 1867059 h 6858000"/>
              <a:gd name="connsiteX7607" fmla="*/ 1658544 w 12203753"/>
              <a:gd name="connsiteY7607" fmla="*/ 1906258 h 6858000"/>
              <a:gd name="connsiteX7608" fmla="*/ 1562806 w 12203753"/>
              <a:gd name="connsiteY7608" fmla="*/ 1968791 h 6858000"/>
              <a:gd name="connsiteX7609" fmla="*/ 1460759 w 12203753"/>
              <a:gd name="connsiteY7609" fmla="*/ 2020425 h 6858000"/>
              <a:gd name="connsiteX7610" fmla="*/ 1438131 w 12203753"/>
              <a:gd name="connsiteY7610" fmla="*/ 1981222 h 6858000"/>
              <a:gd name="connsiteX7611" fmla="*/ 1438196 w 12203753"/>
              <a:gd name="connsiteY7611" fmla="*/ 1981222 h 6858000"/>
              <a:gd name="connsiteX7612" fmla="*/ 1533932 w 12203753"/>
              <a:gd name="connsiteY7612" fmla="*/ 1918687 h 6858000"/>
              <a:gd name="connsiteX7613" fmla="*/ 1635915 w 12203753"/>
              <a:gd name="connsiteY7613" fmla="*/ 1867059 h 6858000"/>
              <a:gd name="connsiteX7614" fmla="*/ 3438701 w 12203753"/>
              <a:gd name="connsiteY7614" fmla="*/ 1867055 h 6858000"/>
              <a:gd name="connsiteX7615" fmla="*/ 3447084 w 12203753"/>
              <a:gd name="connsiteY7615" fmla="*/ 1870762 h 6858000"/>
              <a:gd name="connsiteX7616" fmla="*/ 3540702 w 12203753"/>
              <a:gd name="connsiteY7616" fmla="*/ 1918662 h 6858000"/>
              <a:gd name="connsiteX7617" fmla="*/ 3636436 w 12203753"/>
              <a:gd name="connsiteY7617" fmla="*/ 1981195 h 6858000"/>
              <a:gd name="connsiteX7618" fmla="*/ 3613807 w 12203753"/>
              <a:gd name="connsiteY7618" fmla="*/ 2020398 h 6858000"/>
              <a:gd name="connsiteX7619" fmla="*/ 3511829 w 12203753"/>
              <a:gd name="connsiteY7619" fmla="*/ 1968765 h 6858000"/>
              <a:gd name="connsiteX7620" fmla="*/ 3416090 w 12203753"/>
              <a:gd name="connsiteY7620" fmla="*/ 1906233 h 6858000"/>
              <a:gd name="connsiteX7621" fmla="*/ 1856390 w 12203753"/>
              <a:gd name="connsiteY7621" fmla="*/ 1867052 h 6858000"/>
              <a:gd name="connsiteX7622" fmla="*/ 1856455 w 12203753"/>
              <a:gd name="connsiteY7622" fmla="*/ 1867052 h 6858000"/>
              <a:gd name="connsiteX7623" fmla="*/ 1856440 w 12203753"/>
              <a:gd name="connsiteY7623" fmla="*/ 1867075 h 6858000"/>
              <a:gd name="connsiteX7624" fmla="*/ 2427043 w 12203753"/>
              <a:gd name="connsiteY7624" fmla="*/ 1867049 h 6858000"/>
              <a:gd name="connsiteX7625" fmla="*/ 2449673 w 12203753"/>
              <a:gd name="connsiteY7625" fmla="*/ 1906248 h 6858000"/>
              <a:gd name="connsiteX7626" fmla="*/ 2353932 w 12203753"/>
              <a:gd name="connsiteY7626" fmla="*/ 1968781 h 6858000"/>
              <a:gd name="connsiteX7627" fmla="*/ 2251888 w 12203753"/>
              <a:gd name="connsiteY7627" fmla="*/ 2020415 h 6858000"/>
              <a:gd name="connsiteX7628" fmla="*/ 2229258 w 12203753"/>
              <a:gd name="connsiteY7628" fmla="*/ 1981211 h 6858000"/>
              <a:gd name="connsiteX7629" fmla="*/ 2229324 w 12203753"/>
              <a:gd name="connsiteY7629" fmla="*/ 1981211 h 6858000"/>
              <a:gd name="connsiteX7630" fmla="*/ 2325057 w 12203753"/>
              <a:gd name="connsiteY7630" fmla="*/ 1918678 h 6858000"/>
              <a:gd name="connsiteX7631" fmla="*/ 2427043 w 12203753"/>
              <a:gd name="connsiteY7631" fmla="*/ 1867049 h 6858000"/>
              <a:gd name="connsiteX7632" fmla="*/ 4229752 w 12203753"/>
              <a:gd name="connsiteY7632" fmla="*/ 1867046 h 6858000"/>
              <a:gd name="connsiteX7633" fmla="*/ 4238133 w 12203753"/>
              <a:gd name="connsiteY7633" fmla="*/ 1870751 h 6858000"/>
              <a:gd name="connsiteX7634" fmla="*/ 4331748 w 12203753"/>
              <a:gd name="connsiteY7634" fmla="*/ 1918652 h 6858000"/>
              <a:gd name="connsiteX7635" fmla="*/ 4427491 w 12203753"/>
              <a:gd name="connsiteY7635" fmla="*/ 1981185 h 6858000"/>
              <a:gd name="connsiteX7636" fmla="*/ 4404860 w 12203753"/>
              <a:gd name="connsiteY7636" fmla="*/ 2020388 h 6858000"/>
              <a:gd name="connsiteX7637" fmla="*/ 4302877 w 12203753"/>
              <a:gd name="connsiteY7637" fmla="*/ 1968755 h 6858000"/>
              <a:gd name="connsiteX7638" fmla="*/ 4207137 w 12203753"/>
              <a:gd name="connsiteY7638" fmla="*/ 1906223 h 6858000"/>
              <a:gd name="connsiteX7639" fmla="*/ 2647521 w 12203753"/>
              <a:gd name="connsiteY7639" fmla="*/ 1867042 h 6858000"/>
              <a:gd name="connsiteX7640" fmla="*/ 2647585 w 12203753"/>
              <a:gd name="connsiteY7640" fmla="*/ 1867042 h 6858000"/>
              <a:gd name="connsiteX7641" fmla="*/ 2647573 w 12203753"/>
              <a:gd name="connsiteY7641" fmla="*/ 1867065 h 6858000"/>
              <a:gd name="connsiteX7642" fmla="*/ 3218179 w 12203753"/>
              <a:gd name="connsiteY7642" fmla="*/ 1867039 h 6858000"/>
              <a:gd name="connsiteX7643" fmla="*/ 3240807 w 12203753"/>
              <a:gd name="connsiteY7643" fmla="*/ 1906238 h 6858000"/>
              <a:gd name="connsiteX7644" fmla="*/ 3145079 w 12203753"/>
              <a:gd name="connsiteY7644" fmla="*/ 1968771 h 6858000"/>
              <a:gd name="connsiteX7645" fmla="*/ 3043026 w 12203753"/>
              <a:gd name="connsiteY7645" fmla="*/ 2020404 h 6858000"/>
              <a:gd name="connsiteX7646" fmla="*/ 3020398 w 12203753"/>
              <a:gd name="connsiteY7646" fmla="*/ 1981201 h 6858000"/>
              <a:gd name="connsiteX7647" fmla="*/ 3020464 w 12203753"/>
              <a:gd name="connsiteY7647" fmla="*/ 1981201 h 6858000"/>
              <a:gd name="connsiteX7648" fmla="*/ 3116202 w 12203753"/>
              <a:gd name="connsiteY7648" fmla="*/ 1918668 h 6858000"/>
              <a:gd name="connsiteX7649" fmla="*/ 3218179 w 12203753"/>
              <a:gd name="connsiteY7649" fmla="*/ 1867039 h 6858000"/>
              <a:gd name="connsiteX7650" fmla="*/ 5020837 w 12203753"/>
              <a:gd name="connsiteY7650" fmla="*/ 1867036 h 6858000"/>
              <a:gd name="connsiteX7651" fmla="*/ 5029217 w 12203753"/>
              <a:gd name="connsiteY7651" fmla="*/ 1870742 h 6858000"/>
              <a:gd name="connsiteX7652" fmla="*/ 5122827 w 12203753"/>
              <a:gd name="connsiteY7652" fmla="*/ 1918643 h 6858000"/>
              <a:gd name="connsiteX7653" fmla="*/ 5218566 w 12203753"/>
              <a:gd name="connsiteY7653" fmla="*/ 1981175 h 6858000"/>
              <a:gd name="connsiteX7654" fmla="*/ 5195941 w 12203753"/>
              <a:gd name="connsiteY7654" fmla="*/ 2020378 h 6858000"/>
              <a:gd name="connsiteX7655" fmla="*/ 5093953 w 12203753"/>
              <a:gd name="connsiteY7655" fmla="*/ 1968746 h 6858000"/>
              <a:gd name="connsiteX7656" fmla="*/ 4998215 w 12203753"/>
              <a:gd name="connsiteY7656" fmla="*/ 1906214 h 6858000"/>
              <a:gd name="connsiteX7657" fmla="*/ 3438650 w 12203753"/>
              <a:gd name="connsiteY7657" fmla="*/ 1867032 h 6858000"/>
              <a:gd name="connsiteX7658" fmla="*/ 3438713 w 12203753"/>
              <a:gd name="connsiteY7658" fmla="*/ 1867032 h 6858000"/>
              <a:gd name="connsiteX7659" fmla="*/ 3438701 w 12203753"/>
              <a:gd name="connsiteY7659" fmla="*/ 1867055 h 6858000"/>
              <a:gd name="connsiteX7660" fmla="*/ 4009303 w 12203753"/>
              <a:gd name="connsiteY7660" fmla="*/ 1867029 h 6858000"/>
              <a:gd name="connsiteX7661" fmla="*/ 4031930 w 12203753"/>
              <a:gd name="connsiteY7661" fmla="*/ 1906229 h 6858000"/>
              <a:gd name="connsiteX7662" fmla="*/ 3936200 w 12203753"/>
              <a:gd name="connsiteY7662" fmla="*/ 1968761 h 6858000"/>
              <a:gd name="connsiteX7663" fmla="*/ 3834153 w 12203753"/>
              <a:gd name="connsiteY7663" fmla="*/ 2020394 h 6858000"/>
              <a:gd name="connsiteX7664" fmla="*/ 3811524 w 12203753"/>
              <a:gd name="connsiteY7664" fmla="*/ 1981191 h 6858000"/>
              <a:gd name="connsiteX7665" fmla="*/ 3811587 w 12203753"/>
              <a:gd name="connsiteY7665" fmla="*/ 1981191 h 6858000"/>
              <a:gd name="connsiteX7666" fmla="*/ 3907323 w 12203753"/>
              <a:gd name="connsiteY7666" fmla="*/ 1918658 h 6858000"/>
              <a:gd name="connsiteX7667" fmla="*/ 4009303 w 12203753"/>
              <a:gd name="connsiteY7667" fmla="*/ 1867029 h 6858000"/>
              <a:gd name="connsiteX7668" fmla="*/ 5811965 w 12203753"/>
              <a:gd name="connsiteY7668" fmla="*/ 1867026 h 6858000"/>
              <a:gd name="connsiteX7669" fmla="*/ 5820348 w 12203753"/>
              <a:gd name="connsiteY7669" fmla="*/ 1870732 h 6858000"/>
              <a:gd name="connsiteX7670" fmla="*/ 5913960 w 12203753"/>
              <a:gd name="connsiteY7670" fmla="*/ 1918632 h 6858000"/>
              <a:gd name="connsiteX7671" fmla="*/ 6009695 w 12203753"/>
              <a:gd name="connsiteY7671" fmla="*/ 1981164 h 6858000"/>
              <a:gd name="connsiteX7672" fmla="*/ 5987067 w 12203753"/>
              <a:gd name="connsiteY7672" fmla="*/ 2020367 h 6858000"/>
              <a:gd name="connsiteX7673" fmla="*/ 5885086 w 12203753"/>
              <a:gd name="connsiteY7673" fmla="*/ 1968734 h 6858000"/>
              <a:gd name="connsiteX7674" fmla="*/ 5789350 w 12203753"/>
              <a:gd name="connsiteY7674" fmla="*/ 1906203 h 6858000"/>
              <a:gd name="connsiteX7675" fmla="*/ 4229702 w 12203753"/>
              <a:gd name="connsiteY7675" fmla="*/ 1867022 h 6858000"/>
              <a:gd name="connsiteX7676" fmla="*/ 4229764 w 12203753"/>
              <a:gd name="connsiteY7676" fmla="*/ 1867022 h 6858000"/>
              <a:gd name="connsiteX7677" fmla="*/ 4229752 w 12203753"/>
              <a:gd name="connsiteY7677" fmla="*/ 1867046 h 6858000"/>
              <a:gd name="connsiteX7678" fmla="*/ 4800366 w 12203753"/>
              <a:gd name="connsiteY7678" fmla="*/ 1867019 h 6858000"/>
              <a:gd name="connsiteX7679" fmla="*/ 4822988 w 12203753"/>
              <a:gd name="connsiteY7679" fmla="*/ 1906219 h 6858000"/>
              <a:gd name="connsiteX7680" fmla="*/ 4727254 w 12203753"/>
              <a:gd name="connsiteY7680" fmla="*/ 1968750 h 6858000"/>
              <a:gd name="connsiteX7681" fmla="*/ 4625211 w 12203753"/>
              <a:gd name="connsiteY7681" fmla="*/ 2020383 h 6858000"/>
              <a:gd name="connsiteX7682" fmla="*/ 4602581 w 12203753"/>
              <a:gd name="connsiteY7682" fmla="*/ 1981180 h 6858000"/>
              <a:gd name="connsiteX7683" fmla="*/ 4602649 w 12203753"/>
              <a:gd name="connsiteY7683" fmla="*/ 1981180 h 6858000"/>
              <a:gd name="connsiteX7684" fmla="*/ 4698380 w 12203753"/>
              <a:gd name="connsiteY7684" fmla="*/ 1918648 h 6858000"/>
              <a:gd name="connsiteX7685" fmla="*/ 4800366 w 12203753"/>
              <a:gd name="connsiteY7685" fmla="*/ 1867019 h 6858000"/>
              <a:gd name="connsiteX7686" fmla="*/ 5020783 w 12203753"/>
              <a:gd name="connsiteY7686" fmla="*/ 1867014 h 6858000"/>
              <a:gd name="connsiteX7687" fmla="*/ 5020848 w 12203753"/>
              <a:gd name="connsiteY7687" fmla="*/ 1867014 h 6858000"/>
              <a:gd name="connsiteX7688" fmla="*/ 5020837 w 12203753"/>
              <a:gd name="connsiteY7688" fmla="*/ 1867036 h 6858000"/>
              <a:gd name="connsiteX7689" fmla="*/ 5591504 w 12203753"/>
              <a:gd name="connsiteY7689" fmla="*/ 1867009 h 6858000"/>
              <a:gd name="connsiteX7690" fmla="*/ 5614132 w 12203753"/>
              <a:gd name="connsiteY7690" fmla="*/ 1906209 h 6858000"/>
              <a:gd name="connsiteX7691" fmla="*/ 5518397 w 12203753"/>
              <a:gd name="connsiteY7691" fmla="*/ 1968740 h 6858000"/>
              <a:gd name="connsiteX7692" fmla="*/ 5416352 w 12203753"/>
              <a:gd name="connsiteY7692" fmla="*/ 2020373 h 6858000"/>
              <a:gd name="connsiteX7693" fmla="*/ 5393724 w 12203753"/>
              <a:gd name="connsiteY7693" fmla="*/ 1981170 h 6858000"/>
              <a:gd name="connsiteX7694" fmla="*/ 5489459 w 12203753"/>
              <a:gd name="connsiteY7694" fmla="*/ 1918639 h 6858000"/>
              <a:gd name="connsiteX7695" fmla="*/ 5591504 w 12203753"/>
              <a:gd name="connsiteY7695" fmla="*/ 1867009 h 6858000"/>
              <a:gd name="connsiteX7696" fmla="*/ 5811914 w 12203753"/>
              <a:gd name="connsiteY7696" fmla="*/ 1867002 h 6858000"/>
              <a:gd name="connsiteX7697" fmla="*/ 5811979 w 12203753"/>
              <a:gd name="connsiteY7697" fmla="*/ 1867002 h 6858000"/>
              <a:gd name="connsiteX7698" fmla="*/ 5811965 w 12203753"/>
              <a:gd name="connsiteY7698" fmla="*/ 1867026 h 6858000"/>
              <a:gd name="connsiteX7699" fmla="*/ 6382638 w 12203753"/>
              <a:gd name="connsiteY7699" fmla="*/ 1866999 h 6858000"/>
              <a:gd name="connsiteX7700" fmla="*/ 6405201 w 12203753"/>
              <a:gd name="connsiteY7700" fmla="*/ 1906199 h 6858000"/>
              <a:gd name="connsiteX7701" fmla="*/ 6309528 w 12203753"/>
              <a:gd name="connsiteY7701" fmla="*/ 1968730 h 6858000"/>
              <a:gd name="connsiteX7702" fmla="*/ 6207480 w 12203753"/>
              <a:gd name="connsiteY7702" fmla="*/ 2020362 h 6858000"/>
              <a:gd name="connsiteX7703" fmla="*/ 6184852 w 12203753"/>
              <a:gd name="connsiteY7703" fmla="*/ 1981160 h 6858000"/>
              <a:gd name="connsiteX7704" fmla="*/ 6280590 w 12203753"/>
              <a:gd name="connsiteY7704" fmla="*/ 1918628 h 6858000"/>
              <a:gd name="connsiteX7705" fmla="*/ 6382638 w 12203753"/>
              <a:gd name="connsiteY7705" fmla="*/ 1866999 h 6858000"/>
              <a:gd name="connsiteX7706" fmla="*/ 6603052 w 12203753"/>
              <a:gd name="connsiteY7706" fmla="*/ 1866992 h 6858000"/>
              <a:gd name="connsiteX7707" fmla="*/ 6705100 w 12203753"/>
              <a:gd name="connsiteY7707" fmla="*/ 1918622 h 6858000"/>
              <a:gd name="connsiteX7708" fmla="*/ 6800772 w 12203753"/>
              <a:gd name="connsiteY7708" fmla="*/ 1981154 h 6858000"/>
              <a:gd name="connsiteX7709" fmla="*/ 6778210 w 12203753"/>
              <a:gd name="connsiteY7709" fmla="*/ 2020356 h 6858000"/>
              <a:gd name="connsiteX7710" fmla="*/ 6676161 w 12203753"/>
              <a:gd name="connsiteY7710" fmla="*/ 1968724 h 6858000"/>
              <a:gd name="connsiteX7711" fmla="*/ 6580424 w 12203753"/>
              <a:gd name="connsiteY7711" fmla="*/ 1906193 h 6858000"/>
              <a:gd name="connsiteX7712" fmla="*/ 7173716 w 12203753"/>
              <a:gd name="connsiteY7712" fmla="*/ 1866989 h 6858000"/>
              <a:gd name="connsiteX7713" fmla="*/ 7196344 w 12203753"/>
              <a:gd name="connsiteY7713" fmla="*/ 1906189 h 6858000"/>
              <a:gd name="connsiteX7714" fmla="*/ 7100606 w 12203753"/>
              <a:gd name="connsiteY7714" fmla="*/ 1968720 h 6858000"/>
              <a:gd name="connsiteX7715" fmla="*/ 6998558 w 12203753"/>
              <a:gd name="connsiteY7715" fmla="*/ 2020352 h 6858000"/>
              <a:gd name="connsiteX7716" fmla="*/ 6975995 w 12203753"/>
              <a:gd name="connsiteY7716" fmla="*/ 1981150 h 6858000"/>
              <a:gd name="connsiteX7717" fmla="*/ 7071731 w 12203753"/>
              <a:gd name="connsiteY7717" fmla="*/ 1918618 h 6858000"/>
              <a:gd name="connsiteX7718" fmla="*/ 7173716 w 12203753"/>
              <a:gd name="connsiteY7718" fmla="*/ 1866989 h 6858000"/>
              <a:gd name="connsiteX7719" fmla="*/ 7394128 w 12203753"/>
              <a:gd name="connsiteY7719" fmla="*/ 1866982 h 6858000"/>
              <a:gd name="connsiteX7720" fmla="*/ 7496176 w 12203753"/>
              <a:gd name="connsiteY7720" fmla="*/ 1918612 h 6858000"/>
              <a:gd name="connsiteX7721" fmla="*/ 7591913 w 12203753"/>
              <a:gd name="connsiteY7721" fmla="*/ 1981144 h 6858000"/>
              <a:gd name="connsiteX7722" fmla="*/ 7569286 w 12203753"/>
              <a:gd name="connsiteY7722" fmla="*/ 2020346 h 6858000"/>
              <a:gd name="connsiteX7723" fmla="*/ 7467302 w 12203753"/>
              <a:gd name="connsiteY7723" fmla="*/ 1968714 h 6858000"/>
              <a:gd name="connsiteX7724" fmla="*/ 7371564 w 12203753"/>
              <a:gd name="connsiteY7724" fmla="*/ 1906183 h 6858000"/>
              <a:gd name="connsiteX7725" fmla="*/ 7964857 w 12203753"/>
              <a:gd name="connsiteY7725" fmla="*/ 1866979 h 6858000"/>
              <a:gd name="connsiteX7726" fmla="*/ 7987485 w 12203753"/>
              <a:gd name="connsiteY7726" fmla="*/ 1906179 h 6858000"/>
              <a:gd name="connsiteX7727" fmla="*/ 7891747 w 12203753"/>
              <a:gd name="connsiteY7727" fmla="*/ 1968709 h 6858000"/>
              <a:gd name="connsiteX7728" fmla="*/ 7789699 w 12203753"/>
              <a:gd name="connsiteY7728" fmla="*/ 2020341 h 6858000"/>
              <a:gd name="connsiteX7729" fmla="*/ 7767072 w 12203753"/>
              <a:gd name="connsiteY7729" fmla="*/ 1981139 h 6858000"/>
              <a:gd name="connsiteX7730" fmla="*/ 7862873 w 12203753"/>
              <a:gd name="connsiteY7730" fmla="*/ 1918608 h 6858000"/>
              <a:gd name="connsiteX7731" fmla="*/ 7964857 w 12203753"/>
              <a:gd name="connsiteY7731" fmla="*/ 1866979 h 6858000"/>
              <a:gd name="connsiteX7732" fmla="*/ 8185270 w 12203753"/>
              <a:gd name="connsiteY7732" fmla="*/ 1866973 h 6858000"/>
              <a:gd name="connsiteX7733" fmla="*/ 8287318 w 12203753"/>
              <a:gd name="connsiteY7733" fmla="*/ 1918602 h 6858000"/>
              <a:gd name="connsiteX7734" fmla="*/ 8383056 w 12203753"/>
              <a:gd name="connsiteY7734" fmla="*/ 1981133 h 6858000"/>
              <a:gd name="connsiteX7735" fmla="*/ 8360428 w 12203753"/>
              <a:gd name="connsiteY7735" fmla="*/ 2020335 h 6858000"/>
              <a:gd name="connsiteX7736" fmla="*/ 8258443 w 12203753"/>
              <a:gd name="connsiteY7736" fmla="*/ 1968703 h 6858000"/>
              <a:gd name="connsiteX7737" fmla="*/ 8162642 w 12203753"/>
              <a:gd name="connsiteY7737" fmla="*/ 1906173 h 6858000"/>
              <a:gd name="connsiteX7738" fmla="*/ 8755998 w 12203753"/>
              <a:gd name="connsiteY7738" fmla="*/ 1866969 h 6858000"/>
              <a:gd name="connsiteX7739" fmla="*/ 8778626 w 12203753"/>
              <a:gd name="connsiteY7739" fmla="*/ 1906169 h 6858000"/>
              <a:gd name="connsiteX7740" fmla="*/ 8682888 w 12203753"/>
              <a:gd name="connsiteY7740" fmla="*/ 1968699 h 6858000"/>
              <a:gd name="connsiteX7741" fmla="*/ 8580840 w 12203753"/>
              <a:gd name="connsiteY7741" fmla="*/ 2020331 h 6858000"/>
              <a:gd name="connsiteX7742" fmla="*/ 8558213 w 12203753"/>
              <a:gd name="connsiteY7742" fmla="*/ 1981129 h 6858000"/>
              <a:gd name="connsiteX7743" fmla="*/ 8653951 w 12203753"/>
              <a:gd name="connsiteY7743" fmla="*/ 1918598 h 6858000"/>
              <a:gd name="connsiteX7744" fmla="*/ 8755998 w 12203753"/>
              <a:gd name="connsiteY7744" fmla="*/ 1866969 h 6858000"/>
              <a:gd name="connsiteX7745" fmla="*/ 8976412 w 12203753"/>
              <a:gd name="connsiteY7745" fmla="*/ 1866963 h 6858000"/>
              <a:gd name="connsiteX7746" fmla="*/ 9078460 w 12203753"/>
              <a:gd name="connsiteY7746" fmla="*/ 1918592 h 6858000"/>
              <a:gd name="connsiteX7747" fmla="*/ 9174198 w 12203753"/>
              <a:gd name="connsiteY7747" fmla="*/ 1981123 h 6858000"/>
              <a:gd name="connsiteX7748" fmla="*/ 9151570 w 12203753"/>
              <a:gd name="connsiteY7748" fmla="*/ 2020325 h 6858000"/>
              <a:gd name="connsiteX7749" fmla="*/ 9049585 w 12203753"/>
              <a:gd name="connsiteY7749" fmla="*/ 1968693 h 6858000"/>
              <a:gd name="connsiteX7750" fmla="*/ 8953784 w 12203753"/>
              <a:gd name="connsiteY7750" fmla="*/ 1906163 h 6858000"/>
              <a:gd name="connsiteX7751" fmla="*/ 9547140 w 12203753"/>
              <a:gd name="connsiteY7751" fmla="*/ 1866959 h 6858000"/>
              <a:gd name="connsiteX7752" fmla="*/ 9569704 w 12203753"/>
              <a:gd name="connsiteY7752" fmla="*/ 1906159 h 6858000"/>
              <a:gd name="connsiteX7753" fmla="*/ 9474030 w 12203753"/>
              <a:gd name="connsiteY7753" fmla="*/ 1968689 h 6858000"/>
              <a:gd name="connsiteX7754" fmla="*/ 9371982 w 12203753"/>
              <a:gd name="connsiteY7754" fmla="*/ 2020320 h 6858000"/>
              <a:gd name="connsiteX7755" fmla="*/ 9349355 w 12203753"/>
              <a:gd name="connsiteY7755" fmla="*/ 1981119 h 6858000"/>
              <a:gd name="connsiteX7756" fmla="*/ 9445093 w 12203753"/>
              <a:gd name="connsiteY7756" fmla="*/ 1918588 h 6858000"/>
              <a:gd name="connsiteX7757" fmla="*/ 9547140 w 12203753"/>
              <a:gd name="connsiteY7757" fmla="*/ 1866959 h 6858000"/>
              <a:gd name="connsiteX7758" fmla="*/ 9767553 w 12203753"/>
              <a:gd name="connsiteY7758" fmla="*/ 1866953 h 6858000"/>
              <a:gd name="connsiteX7759" fmla="*/ 9869601 w 12203753"/>
              <a:gd name="connsiteY7759" fmla="*/ 1918582 h 6858000"/>
              <a:gd name="connsiteX7760" fmla="*/ 9965275 w 12203753"/>
              <a:gd name="connsiteY7760" fmla="*/ 1981113 h 6858000"/>
              <a:gd name="connsiteX7761" fmla="*/ 9942711 w 12203753"/>
              <a:gd name="connsiteY7761" fmla="*/ 2020314 h 6858000"/>
              <a:gd name="connsiteX7762" fmla="*/ 9840663 w 12203753"/>
              <a:gd name="connsiteY7762" fmla="*/ 1968683 h 6858000"/>
              <a:gd name="connsiteX7763" fmla="*/ 9744925 w 12203753"/>
              <a:gd name="connsiteY7763" fmla="*/ 1906153 h 6858000"/>
              <a:gd name="connsiteX7764" fmla="*/ 10338218 w 12203753"/>
              <a:gd name="connsiteY7764" fmla="*/ 1866949 h 6858000"/>
              <a:gd name="connsiteX7765" fmla="*/ 10360845 w 12203753"/>
              <a:gd name="connsiteY7765" fmla="*/ 1906149 h 6858000"/>
              <a:gd name="connsiteX7766" fmla="*/ 10265107 w 12203753"/>
              <a:gd name="connsiteY7766" fmla="*/ 1968679 h 6858000"/>
              <a:gd name="connsiteX7767" fmla="*/ 10163123 w 12203753"/>
              <a:gd name="connsiteY7767" fmla="*/ 2020310 h 6858000"/>
              <a:gd name="connsiteX7768" fmla="*/ 10140496 w 12203753"/>
              <a:gd name="connsiteY7768" fmla="*/ 1981108 h 6858000"/>
              <a:gd name="connsiteX7769" fmla="*/ 10236234 w 12203753"/>
              <a:gd name="connsiteY7769" fmla="*/ 1918578 h 6858000"/>
              <a:gd name="connsiteX7770" fmla="*/ 10338218 w 12203753"/>
              <a:gd name="connsiteY7770" fmla="*/ 1866949 h 6858000"/>
              <a:gd name="connsiteX7771" fmla="*/ 10558630 w 12203753"/>
              <a:gd name="connsiteY7771" fmla="*/ 1866943 h 6858000"/>
              <a:gd name="connsiteX7772" fmla="*/ 10660678 w 12203753"/>
              <a:gd name="connsiteY7772" fmla="*/ 1918572 h 6858000"/>
              <a:gd name="connsiteX7773" fmla="*/ 10756416 w 12203753"/>
              <a:gd name="connsiteY7773" fmla="*/ 1981102 h 6858000"/>
              <a:gd name="connsiteX7774" fmla="*/ 10733788 w 12203753"/>
              <a:gd name="connsiteY7774" fmla="*/ 2020304 h 6858000"/>
              <a:gd name="connsiteX7775" fmla="*/ 10631804 w 12203753"/>
              <a:gd name="connsiteY7775" fmla="*/ 1968673 h 6858000"/>
              <a:gd name="connsiteX7776" fmla="*/ 10536066 w 12203753"/>
              <a:gd name="connsiteY7776" fmla="*/ 1906143 h 6858000"/>
              <a:gd name="connsiteX7777" fmla="*/ 11129360 w 12203753"/>
              <a:gd name="connsiteY7777" fmla="*/ 1866939 h 6858000"/>
              <a:gd name="connsiteX7778" fmla="*/ 11151987 w 12203753"/>
              <a:gd name="connsiteY7778" fmla="*/ 1906139 h 6858000"/>
              <a:gd name="connsiteX7779" fmla="*/ 11056249 w 12203753"/>
              <a:gd name="connsiteY7779" fmla="*/ 1968669 h 6858000"/>
              <a:gd name="connsiteX7780" fmla="*/ 10954201 w 12203753"/>
              <a:gd name="connsiteY7780" fmla="*/ 2020299 h 6858000"/>
              <a:gd name="connsiteX7781" fmla="*/ 10931638 w 12203753"/>
              <a:gd name="connsiteY7781" fmla="*/ 1981098 h 6858000"/>
              <a:gd name="connsiteX7782" fmla="*/ 11027376 w 12203753"/>
              <a:gd name="connsiteY7782" fmla="*/ 1918568 h 6858000"/>
              <a:gd name="connsiteX7783" fmla="*/ 11129360 w 12203753"/>
              <a:gd name="connsiteY7783" fmla="*/ 1866939 h 6858000"/>
              <a:gd name="connsiteX7784" fmla="*/ 11349772 w 12203753"/>
              <a:gd name="connsiteY7784" fmla="*/ 1866933 h 6858000"/>
              <a:gd name="connsiteX7785" fmla="*/ 11451820 w 12203753"/>
              <a:gd name="connsiteY7785" fmla="*/ 1918562 h 6858000"/>
              <a:gd name="connsiteX7786" fmla="*/ 11547558 w 12203753"/>
              <a:gd name="connsiteY7786" fmla="*/ 1981092 h 6858000"/>
              <a:gd name="connsiteX7787" fmla="*/ 11524930 w 12203753"/>
              <a:gd name="connsiteY7787" fmla="*/ 2020293 h 6858000"/>
              <a:gd name="connsiteX7788" fmla="*/ 11422946 w 12203753"/>
              <a:gd name="connsiteY7788" fmla="*/ 1968663 h 6858000"/>
              <a:gd name="connsiteX7789" fmla="*/ 11327208 w 12203753"/>
              <a:gd name="connsiteY7789" fmla="*/ 1906133 h 6858000"/>
              <a:gd name="connsiteX7790" fmla="*/ 11920501 w 12203753"/>
              <a:gd name="connsiteY7790" fmla="*/ 1866929 h 6858000"/>
              <a:gd name="connsiteX7791" fmla="*/ 11943128 w 12203753"/>
              <a:gd name="connsiteY7791" fmla="*/ 1906129 h 6858000"/>
              <a:gd name="connsiteX7792" fmla="*/ 11847390 w 12203753"/>
              <a:gd name="connsiteY7792" fmla="*/ 1968659 h 6858000"/>
              <a:gd name="connsiteX7793" fmla="*/ 11745343 w 12203753"/>
              <a:gd name="connsiteY7793" fmla="*/ 2020289 h 6858000"/>
              <a:gd name="connsiteX7794" fmla="*/ 11722715 w 12203753"/>
              <a:gd name="connsiteY7794" fmla="*/ 1981088 h 6858000"/>
              <a:gd name="connsiteX7795" fmla="*/ 11818516 w 12203753"/>
              <a:gd name="connsiteY7795" fmla="*/ 1918558 h 6858000"/>
              <a:gd name="connsiteX7796" fmla="*/ 11920501 w 12203753"/>
              <a:gd name="connsiteY7796" fmla="*/ 1866929 h 6858000"/>
              <a:gd name="connsiteX7797" fmla="*/ 12140914 w 12203753"/>
              <a:gd name="connsiteY7797" fmla="*/ 1866924 h 6858000"/>
              <a:gd name="connsiteX7798" fmla="*/ 12171908 w 12203753"/>
              <a:gd name="connsiteY7798" fmla="*/ 1881170 h 6858000"/>
              <a:gd name="connsiteX7799" fmla="*/ 12203753 w 12203753"/>
              <a:gd name="connsiteY7799" fmla="*/ 1897924 h 6858000"/>
              <a:gd name="connsiteX7800" fmla="*/ 12203753 w 12203753"/>
              <a:gd name="connsiteY7800" fmla="*/ 1962139 h 6858000"/>
              <a:gd name="connsiteX7801" fmla="*/ 12146132 w 12203753"/>
              <a:gd name="connsiteY7801" fmla="*/ 1925820 h 6858000"/>
              <a:gd name="connsiteX7802" fmla="*/ 12118286 w 12203753"/>
              <a:gd name="connsiteY7802" fmla="*/ 1906124 h 6858000"/>
              <a:gd name="connsiteX7803" fmla="*/ 536848 w 12203753"/>
              <a:gd name="connsiteY7803" fmla="*/ 1715382 h 6858000"/>
              <a:gd name="connsiteX7804" fmla="*/ 582102 w 12203753"/>
              <a:gd name="connsiteY7804" fmla="*/ 1715382 h 6858000"/>
              <a:gd name="connsiteX7805" fmla="*/ 588413 w 12203753"/>
              <a:gd name="connsiteY7805" fmla="*/ 1829589 h 6858000"/>
              <a:gd name="connsiteX7806" fmla="*/ 582102 w 12203753"/>
              <a:gd name="connsiteY7806" fmla="*/ 1943756 h 6858000"/>
              <a:gd name="connsiteX7807" fmla="*/ 536848 w 12203753"/>
              <a:gd name="connsiteY7807" fmla="*/ 1943756 h 6858000"/>
              <a:gd name="connsiteX7808" fmla="*/ 530602 w 12203753"/>
              <a:gd name="connsiteY7808" fmla="*/ 1829589 h 6858000"/>
              <a:gd name="connsiteX7809" fmla="*/ 536848 w 12203753"/>
              <a:gd name="connsiteY7809" fmla="*/ 1715382 h 6858000"/>
              <a:gd name="connsiteX7810" fmla="*/ 1327990 w 12203753"/>
              <a:gd name="connsiteY7810" fmla="*/ 1715372 h 6858000"/>
              <a:gd name="connsiteX7811" fmla="*/ 1373245 w 12203753"/>
              <a:gd name="connsiteY7811" fmla="*/ 1715372 h 6858000"/>
              <a:gd name="connsiteX7812" fmla="*/ 1379556 w 12203753"/>
              <a:gd name="connsiteY7812" fmla="*/ 1829578 h 6858000"/>
              <a:gd name="connsiteX7813" fmla="*/ 1373245 w 12203753"/>
              <a:gd name="connsiteY7813" fmla="*/ 1943745 h 6858000"/>
              <a:gd name="connsiteX7814" fmla="*/ 1327990 w 12203753"/>
              <a:gd name="connsiteY7814" fmla="*/ 1943745 h 6858000"/>
              <a:gd name="connsiteX7815" fmla="*/ 1321744 w 12203753"/>
              <a:gd name="connsiteY7815" fmla="*/ 1829578 h 6858000"/>
              <a:gd name="connsiteX7816" fmla="*/ 1327990 w 12203753"/>
              <a:gd name="connsiteY7816" fmla="*/ 1715372 h 6858000"/>
              <a:gd name="connsiteX7817" fmla="*/ 2119119 w 12203753"/>
              <a:gd name="connsiteY7817" fmla="*/ 1715361 h 6858000"/>
              <a:gd name="connsiteX7818" fmla="*/ 2164366 w 12203753"/>
              <a:gd name="connsiteY7818" fmla="*/ 1715361 h 6858000"/>
              <a:gd name="connsiteX7819" fmla="*/ 2170679 w 12203753"/>
              <a:gd name="connsiteY7819" fmla="*/ 1829569 h 6858000"/>
              <a:gd name="connsiteX7820" fmla="*/ 2164366 w 12203753"/>
              <a:gd name="connsiteY7820" fmla="*/ 1943735 h 6858000"/>
              <a:gd name="connsiteX7821" fmla="*/ 2119119 w 12203753"/>
              <a:gd name="connsiteY7821" fmla="*/ 1943735 h 6858000"/>
              <a:gd name="connsiteX7822" fmla="*/ 2112868 w 12203753"/>
              <a:gd name="connsiteY7822" fmla="*/ 1829569 h 6858000"/>
              <a:gd name="connsiteX7823" fmla="*/ 2119119 w 12203753"/>
              <a:gd name="connsiteY7823" fmla="*/ 1715361 h 6858000"/>
              <a:gd name="connsiteX7824" fmla="*/ 2910259 w 12203753"/>
              <a:gd name="connsiteY7824" fmla="*/ 1715350 h 6858000"/>
              <a:gd name="connsiteX7825" fmla="*/ 2955512 w 12203753"/>
              <a:gd name="connsiteY7825" fmla="*/ 1715350 h 6858000"/>
              <a:gd name="connsiteX7826" fmla="*/ 2961822 w 12203753"/>
              <a:gd name="connsiteY7826" fmla="*/ 1829559 h 6858000"/>
              <a:gd name="connsiteX7827" fmla="*/ 2955512 w 12203753"/>
              <a:gd name="connsiteY7827" fmla="*/ 1943725 h 6858000"/>
              <a:gd name="connsiteX7828" fmla="*/ 2910259 w 12203753"/>
              <a:gd name="connsiteY7828" fmla="*/ 1943725 h 6858000"/>
              <a:gd name="connsiteX7829" fmla="*/ 2903952 w 12203753"/>
              <a:gd name="connsiteY7829" fmla="*/ 1829559 h 6858000"/>
              <a:gd name="connsiteX7830" fmla="*/ 2910259 w 12203753"/>
              <a:gd name="connsiteY7830" fmla="*/ 1715350 h 6858000"/>
              <a:gd name="connsiteX7831" fmla="*/ 3701387 w 12203753"/>
              <a:gd name="connsiteY7831" fmla="*/ 1715340 h 6858000"/>
              <a:gd name="connsiteX7832" fmla="*/ 3746642 w 12203753"/>
              <a:gd name="connsiteY7832" fmla="*/ 1715340 h 6858000"/>
              <a:gd name="connsiteX7833" fmla="*/ 3752953 w 12203753"/>
              <a:gd name="connsiteY7833" fmla="*/ 1829550 h 6858000"/>
              <a:gd name="connsiteX7834" fmla="*/ 3746642 w 12203753"/>
              <a:gd name="connsiteY7834" fmla="*/ 1943715 h 6858000"/>
              <a:gd name="connsiteX7835" fmla="*/ 3701387 w 12203753"/>
              <a:gd name="connsiteY7835" fmla="*/ 1943715 h 6858000"/>
              <a:gd name="connsiteX7836" fmla="*/ 3695075 w 12203753"/>
              <a:gd name="connsiteY7836" fmla="*/ 1829550 h 6858000"/>
              <a:gd name="connsiteX7837" fmla="*/ 3701387 w 12203753"/>
              <a:gd name="connsiteY7837" fmla="*/ 1715340 h 6858000"/>
              <a:gd name="connsiteX7838" fmla="*/ 4492377 w 12203753"/>
              <a:gd name="connsiteY7838" fmla="*/ 1715329 h 6858000"/>
              <a:gd name="connsiteX7839" fmla="*/ 4537632 w 12203753"/>
              <a:gd name="connsiteY7839" fmla="*/ 1715329 h 6858000"/>
              <a:gd name="connsiteX7840" fmla="*/ 4543944 w 12203753"/>
              <a:gd name="connsiteY7840" fmla="*/ 1829540 h 6858000"/>
              <a:gd name="connsiteX7841" fmla="*/ 4537632 w 12203753"/>
              <a:gd name="connsiteY7841" fmla="*/ 1943705 h 6858000"/>
              <a:gd name="connsiteX7842" fmla="*/ 4492377 w 12203753"/>
              <a:gd name="connsiteY7842" fmla="*/ 1943705 h 6858000"/>
              <a:gd name="connsiteX7843" fmla="*/ 4486128 w 12203753"/>
              <a:gd name="connsiteY7843" fmla="*/ 1829540 h 6858000"/>
              <a:gd name="connsiteX7844" fmla="*/ 4492377 w 12203753"/>
              <a:gd name="connsiteY7844" fmla="*/ 1715329 h 6858000"/>
              <a:gd name="connsiteX7845" fmla="*/ 5283517 w 12203753"/>
              <a:gd name="connsiteY7845" fmla="*/ 1715316 h 6858000"/>
              <a:gd name="connsiteX7846" fmla="*/ 5328774 w 12203753"/>
              <a:gd name="connsiteY7846" fmla="*/ 1715316 h 6858000"/>
              <a:gd name="connsiteX7847" fmla="*/ 5335084 w 12203753"/>
              <a:gd name="connsiteY7847" fmla="*/ 1829529 h 6858000"/>
              <a:gd name="connsiteX7848" fmla="*/ 5328774 w 12203753"/>
              <a:gd name="connsiteY7848" fmla="*/ 1943692 h 6858000"/>
              <a:gd name="connsiteX7849" fmla="*/ 5283517 w 12203753"/>
              <a:gd name="connsiteY7849" fmla="*/ 1943692 h 6858000"/>
              <a:gd name="connsiteX7850" fmla="*/ 5277271 w 12203753"/>
              <a:gd name="connsiteY7850" fmla="*/ 1829529 h 6858000"/>
              <a:gd name="connsiteX7851" fmla="*/ 5283517 w 12203753"/>
              <a:gd name="connsiteY7851" fmla="*/ 1715316 h 6858000"/>
              <a:gd name="connsiteX7852" fmla="*/ 6074648 w 12203753"/>
              <a:gd name="connsiteY7852" fmla="*/ 1715308 h 6858000"/>
              <a:gd name="connsiteX7853" fmla="*/ 6119901 w 12203753"/>
              <a:gd name="connsiteY7853" fmla="*/ 1715308 h 6858000"/>
              <a:gd name="connsiteX7854" fmla="*/ 6126212 w 12203753"/>
              <a:gd name="connsiteY7854" fmla="*/ 1829521 h 6858000"/>
              <a:gd name="connsiteX7855" fmla="*/ 6119901 w 12203753"/>
              <a:gd name="connsiteY7855" fmla="*/ 1943685 h 6858000"/>
              <a:gd name="connsiteX7856" fmla="*/ 6074648 w 12203753"/>
              <a:gd name="connsiteY7856" fmla="*/ 1943685 h 6858000"/>
              <a:gd name="connsiteX7857" fmla="*/ 6068400 w 12203753"/>
              <a:gd name="connsiteY7857" fmla="*/ 1829521 h 6858000"/>
              <a:gd name="connsiteX7858" fmla="*/ 6074648 w 12203753"/>
              <a:gd name="connsiteY7858" fmla="*/ 1715308 h 6858000"/>
              <a:gd name="connsiteX7859" fmla="*/ 6865787 w 12203753"/>
              <a:gd name="connsiteY7859" fmla="*/ 1715297 h 6858000"/>
              <a:gd name="connsiteX7860" fmla="*/ 6910979 w 12203753"/>
              <a:gd name="connsiteY7860" fmla="*/ 1715297 h 6858000"/>
              <a:gd name="connsiteX7861" fmla="*/ 6917290 w 12203753"/>
              <a:gd name="connsiteY7861" fmla="*/ 1829511 h 6858000"/>
              <a:gd name="connsiteX7862" fmla="*/ 6910979 w 12203753"/>
              <a:gd name="connsiteY7862" fmla="*/ 1943675 h 6858000"/>
              <a:gd name="connsiteX7863" fmla="*/ 6865787 w 12203753"/>
              <a:gd name="connsiteY7863" fmla="*/ 1943675 h 6858000"/>
              <a:gd name="connsiteX7864" fmla="*/ 6859477 w 12203753"/>
              <a:gd name="connsiteY7864" fmla="*/ 1829511 h 6858000"/>
              <a:gd name="connsiteX7865" fmla="*/ 6865787 w 12203753"/>
              <a:gd name="connsiteY7865" fmla="*/ 1715297 h 6858000"/>
              <a:gd name="connsiteX7866" fmla="*/ 7656865 w 12203753"/>
              <a:gd name="connsiteY7866" fmla="*/ 1715287 h 6858000"/>
              <a:gd name="connsiteX7867" fmla="*/ 7702121 w 12203753"/>
              <a:gd name="connsiteY7867" fmla="*/ 1715287 h 6858000"/>
              <a:gd name="connsiteX7868" fmla="*/ 7708431 w 12203753"/>
              <a:gd name="connsiteY7868" fmla="*/ 1829502 h 6858000"/>
              <a:gd name="connsiteX7869" fmla="*/ 7702121 w 12203753"/>
              <a:gd name="connsiteY7869" fmla="*/ 1943665 h 6858000"/>
              <a:gd name="connsiteX7870" fmla="*/ 7656865 w 12203753"/>
              <a:gd name="connsiteY7870" fmla="*/ 1943665 h 6858000"/>
              <a:gd name="connsiteX7871" fmla="*/ 7650619 w 12203753"/>
              <a:gd name="connsiteY7871" fmla="*/ 1829502 h 6858000"/>
              <a:gd name="connsiteX7872" fmla="*/ 7656865 w 12203753"/>
              <a:gd name="connsiteY7872" fmla="*/ 1715287 h 6858000"/>
              <a:gd name="connsiteX7873" fmla="*/ 8448006 w 12203753"/>
              <a:gd name="connsiteY7873" fmla="*/ 1715276 h 6858000"/>
              <a:gd name="connsiteX7874" fmla="*/ 8493262 w 12203753"/>
              <a:gd name="connsiteY7874" fmla="*/ 1715276 h 6858000"/>
              <a:gd name="connsiteX7875" fmla="*/ 8499508 w 12203753"/>
              <a:gd name="connsiteY7875" fmla="*/ 1829492 h 6858000"/>
              <a:gd name="connsiteX7876" fmla="*/ 8493262 w 12203753"/>
              <a:gd name="connsiteY7876" fmla="*/ 1943654 h 6858000"/>
              <a:gd name="connsiteX7877" fmla="*/ 8448006 w 12203753"/>
              <a:gd name="connsiteY7877" fmla="*/ 1943654 h 6858000"/>
              <a:gd name="connsiteX7878" fmla="*/ 8441760 w 12203753"/>
              <a:gd name="connsiteY7878" fmla="*/ 1829492 h 6858000"/>
              <a:gd name="connsiteX7879" fmla="*/ 8448006 w 12203753"/>
              <a:gd name="connsiteY7879" fmla="*/ 1715276 h 6858000"/>
              <a:gd name="connsiteX7880" fmla="*/ 9239147 w 12203753"/>
              <a:gd name="connsiteY7880" fmla="*/ 1715265 h 6858000"/>
              <a:gd name="connsiteX7881" fmla="*/ 9284403 w 12203753"/>
              <a:gd name="connsiteY7881" fmla="*/ 1715265 h 6858000"/>
              <a:gd name="connsiteX7882" fmla="*/ 9290649 w 12203753"/>
              <a:gd name="connsiteY7882" fmla="*/ 1829483 h 6858000"/>
              <a:gd name="connsiteX7883" fmla="*/ 9284403 w 12203753"/>
              <a:gd name="connsiteY7883" fmla="*/ 1943644 h 6858000"/>
              <a:gd name="connsiteX7884" fmla="*/ 9239147 w 12203753"/>
              <a:gd name="connsiteY7884" fmla="*/ 1943644 h 6858000"/>
              <a:gd name="connsiteX7885" fmla="*/ 9232901 w 12203753"/>
              <a:gd name="connsiteY7885" fmla="*/ 1829483 h 6858000"/>
              <a:gd name="connsiteX7886" fmla="*/ 9239147 w 12203753"/>
              <a:gd name="connsiteY7886" fmla="*/ 1715265 h 6858000"/>
              <a:gd name="connsiteX7887" fmla="*/ 10030289 w 12203753"/>
              <a:gd name="connsiteY7887" fmla="*/ 1715255 h 6858000"/>
              <a:gd name="connsiteX7888" fmla="*/ 10075481 w 12203753"/>
              <a:gd name="connsiteY7888" fmla="*/ 1715255 h 6858000"/>
              <a:gd name="connsiteX7889" fmla="*/ 10081791 w 12203753"/>
              <a:gd name="connsiteY7889" fmla="*/ 1829473 h 6858000"/>
              <a:gd name="connsiteX7890" fmla="*/ 10075481 w 12203753"/>
              <a:gd name="connsiteY7890" fmla="*/ 1943634 h 6858000"/>
              <a:gd name="connsiteX7891" fmla="*/ 10030289 w 12203753"/>
              <a:gd name="connsiteY7891" fmla="*/ 1943634 h 6858000"/>
              <a:gd name="connsiteX7892" fmla="*/ 10023979 w 12203753"/>
              <a:gd name="connsiteY7892" fmla="*/ 1829473 h 6858000"/>
              <a:gd name="connsiteX7893" fmla="*/ 10030289 w 12203753"/>
              <a:gd name="connsiteY7893" fmla="*/ 1715255 h 6858000"/>
              <a:gd name="connsiteX7894" fmla="*/ 10821367 w 12203753"/>
              <a:gd name="connsiteY7894" fmla="*/ 1715244 h 6858000"/>
              <a:gd name="connsiteX7895" fmla="*/ 10866623 w 12203753"/>
              <a:gd name="connsiteY7895" fmla="*/ 1715244 h 6858000"/>
              <a:gd name="connsiteX7896" fmla="*/ 10872933 w 12203753"/>
              <a:gd name="connsiteY7896" fmla="*/ 1829464 h 6858000"/>
              <a:gd name="connsiteX7897" fmla="*/ 10866623 w 12203753"/>
              <a:gd name="connsiteY7897" fmla="*/ 1943624 h 6858000"/>
              <a:gd name="connsiteX7898" fmla="*/ 10821367 w 12203753"/>
              <a:gd name="connsiteY7898" fmla="*/ 1943624 h 6858000"/>
              <a:gd name="connsiteX7899" fmla="*/ 10815121 w 12203753"/>
              <a:gd name="connsiteY7899" fmla="*/ 1829464 h 6858000"/>
              <a:gd name="connsiteX7900" fmla="*/ 10821367 w 12203753"/>
              <a:gd name="connsiteY7900" fmla="*/ 1715244 h 6858000"/>
              <a:gd name="connsiteX7901" fmla="*/ 11612508 w 12203753"/>
              <a:gd name="connsiteY7901" fmla="*/ 1715233 h 6858000"/>
              <a:gd name="connsiteX7902" fmla="*/ 11657764 w 12203753"/>
              <a:gd name="connsiteY7902" fmla="*/ 1715233 h 6858000"/>
              <a:gd name="connsiteX7903" fmla="*/ 11664075 w 12203753"/>
              <a:gd name="connsiteY7903" fmla="*/ 1829454 h 6858000"/>
              <a:gd name="connsiteX7904" fmla="*/ 11657764 w 12203753"/>
              <a:gd name="connsiteY7904" fmla="*/ 1943614 h 6858000"/>
              <a:gd name="connsiteX7905" fmla="*/ 11612508 w 12203753"/>
              <a:gd name="connsiteY7905" fmla="*/ 1943614 h 6858000"/>
              <a:gd name="connsiteX7906" fmla="*/ 11606262 w 12203753"/>
              <a:gd name="connsiteY7906" fmla="*/ 1829454 h 6858000"/>
              <a:gd name="connsiteX7907" fmla="*/ 11612508 w 12203753"/>
              <a:gd name="connsiteY7907" fmla="*/ 1715233 h 6858000"/>
              <a:gd name="connsiteX7908" fmla="*/ 0 w 12203753"/>
              <a:gd name="connsiteY7908" fmla="*/ 1702534 h 6858000"/>
              <a:gd name="connsiteX7909" fmla="*/ 48559 w 12203753"/>
              <a:gd name="connsiteY7909" fmla="*/ 1733157 h 6858000"/>
              <a:gd name="connsiteX7910" fmla="*/ 76396 w 12203753"/>
              <a:gd name="connsiteY7910" fmla="*/ 1752844 h 6858000"/>
              <a:gd name="connsiteX7911" fmla="*/ 53769 w 12203753"/>
              <a:gd name="connsiteY7911" fmla="*/ 1792060 h 6858000"/>
              <a:gd name="connsiteX7912" fmla="*/ 22784 w 12203753"/>
              <a:gd name="connsiteY7912" fmla="*/ 1777786 h 6858000"/>
              <a:gd name="connsiteX7913" fmla="*/ 0 w 12203753"/>
              <a:gd name="connsiteY7913" fmla="*/ 1765796 h 6858000"/>
              <a:gd name="connsiteX7914" fmla="*/ 12203753 w 12203753"/>
              <a:gd name="connsiteY7914" fmla="*/ 1696687 h 6858000"/>
              <a:gd name="connsiteX7915" fmla="*/ 12203753 w 12203753"/>
              <a:gd name="connsiteY7915" fmla="*/ 1760902 h 6858000"/>
              <a:gd name="connsiteX7916" fmla="*/ 12171908 w 12203753"/>
              <a:gd name="connsiteY7916" fmla="*/ 1777657 h 6858000"/>
              <a:gd name="connsiteX7917" fmla="*/ 12140914 w 12203753"/>
              <a:gd name="connsiteY7917" fmla="*/ 1791903 h 6858000"/>
              <a:gd name="connsiteX7918" fmla="*/ 12118286 w 12203753"/>
              <a:gd name="connsiteY7918" fmla="*/ 1752702 h 6858000"/>
              <a:gd name="connsiteX7919" fmla="*/ 12146132 w 12203753"/>
              <a:gd name="connsiteY7919" fmla="*/ 1733007 h 6858000"/>
              <a:gd name="connsiteX7920" fmla="*/ 669795 w 12203753"/>
              <a:gd name="connsiteY7920" fmla="*/ 1638712 h 6858000"/>
              <a:gd name="connsiteX7921" fmla="*/ 678178 w 12203753"/>
              <a:gd name="connsiteY7921" fmla="*/ 1642415 h 6858000"/>
              <a:gd name="connsiteX7922" fmla="*/ 771792 w 12203753"/>
              <a:gd name="connsiteY7922" fmla="*/ 1690329 h 6858000"/>
              <a:gd name="connsiteX7923" fmla="*/ 867526 w 12203753"/>
              <a:gd name="connsiteY7923" fmla="*/ 1752837 h 6858000"/>
              <a:gd name="connsiteX7924" fmla="*/ 844900 w 12203753"/>
              <a:gd name="connsiteY7924" fmla="*/ 1792051 h 6858000"/>
              <a:gd name="connsiteX7925" fmla="*/ 742918 w 12203753"/>
              <a:gd name="connsiteY7925" fmla="*/ 1740414 h 6858000"/>
              <a:gd name="connsiteX7926" fmla="*/ 647181 w 12203753"/>
              <a:gd name="connsiteY7926" fmla="*/ 1677892 h 6858000"/>
              <a:gd name="connsiteX7927" fmla="*/ 1460873 w 12203753"/>
              <a:gd name="connsiteY7927" fmla="*/ 1638701 h 6858000"/>
              <a:gd name="connsiteX7928" fmla="*/ 1469257 w 12203753"/>
              <a:gd name="connsiteY7928" fmla="*/ 1642407 h 6858000"/>
              <a:gd name="connsiteX7929" fmla="*/ 1562870 w 12203753"/>
              <a:gd name="connsiteY7929" fmla="*/ 1690318 h 6858000"/>
              <a:gd name="connsiteX7930" fmla="*/ 1658607 w 12203753"/>
              <a:gd name="connsiteY7930" fmla="*/ 1752828 h 6858000"/>
              <a:gd name="connsiteX7931" fmla="*/ 1635980 w 12203753"/>
              <a:gd name="connsiteY7931" fmla="*/ 1792041 h 6858000"/>
              <a:gd name="connsiteX7932" fmla="*/ 1533999 w 12203753"/>
              <a:gd name="connsiteY7932" fmla="*/ 1740404 h 6858000"/>
              <a:gd name="connsiteX7933" fmla="*/ 1438259 w 12203753"/>
              <a:gd name="connsiteY7933" fmla="*/ 1677883 h 6858000"/>
              <a:gd name="connsiteX7934" fmla="*/ 449268 w 12203753"/>
              <a:gd name="connsiteY7934" fmla="*/ 1638694 h 6858000"/>
              <a:gd name="connsiteX7935" fmla="*/ 471896 w 12203753"/>
              <a:gd name="connsiteY7935" fmla="*/ 1677898 h 6858000"/>
              <a:gd name="connsiteX7936" fmla="*/ 376162 w 12203753"/>
              <a:gd name="connsiteY7936" fmla="*/ 1740419 h 6858000"/>
              <a:gd name="connsiteX7937" fmla="*/ 274116 w 12203753"/>
              <a:gd name="connsiteY7937" fmla="*/ 1792057 h 6858000"/>
              <a:gd name="connsiteX7938" fmla="*/ 251487 w 12203753"/>
              <a:gd name="connsiteY7938" fmla="*/ 1752842 h 6858000"/>
              <a:gd name="connsiteX7939" fmla="*/ 251551 w 12203753"/>
              <a:gd name="connsiteY7939" fmla="*/ 1752842 h 6858000"/>
              <a:gd name="connsiteX7940" fmla="*/ 347288 w 12203753"/>
              <a:gd name="connsiteY7940" fmla="*/ 1690333 h 6858000"/>
              <a:gd name="connsiteX7941" fmla="*/ 449268 w 12203753"/>
              <a:gd name="connsiteY7941" fmla="*/ 1638694 h 6858000"/>
              <a:gd name="connsiteX7942" fmla="*/ 2252000 w 12203753"/>
              <a:gd name="connsiteY7942" fmla="*/ 1638692 h 6858000"/>
              <a:gd name="connsiteX7943" fmla="*/ 2260383 w 12203753"/>
              <a:gd name="connsiteY7943" fmla="*/ 1642395 h 6858000"/>
              <a:gd name="connsiteX7944" fmla="*/ 2353993 w 12203753"/>
              <a:gd name="connsiteY7944" fmla="*/ 1690308 h 6858000"/>
              <a:gd name="connsiteX7945" fmla="*/ 2449735 w 12203753"/>
              <a:gd name="connsiteY7945" fmla="*/ 1752818 h 6858000"/>
              <a:gd name="connsiteX7946" fmla="*/ 2427108 w 12203753"/>
              <a:gd name="connsiteY7946" fmla="*/ 1792031 h 6858000"/>
              <a:gd name="connsiteX7947" fmla="*/ 2325122 w 12203753"/>
              <a:gd name="connsiteY7947" fmla="*/ 1740394 h 6858000"/>
              <a:gd name="connsiteX7948" fmla="*/ 2229387 w 12203753"/>
              <a:gd name="connsiteY7948" fmla="*/ 1677872 h 6858000"/>
              <a:gd name="connsiteX7949" fmla="*/ 669744 w 12203753"/>
              <a:gd name="connsiteY7949" fmla="*/ 1638688 h 6858000"/>
              <a:gd name="connsiteX7950" fmla="*/ 669808 w 12203753"/>
              <a:gd name="connsiteY7950" fmla="*/ 1638688 h 6858000"/>
              <a:gd name="connsiteX7951" fmla="*/ 669795 w 12203753"/>
              <a:gd name="connsiteY7951" fmla="*/ 1638712 h 6858000"/>
              <a:gd name="connsiteX7952" fmla="*/ 1240411 w 12203753"/>
              <a:gd name="connsiteY7952" fmla="*/ 1638683 h 6858000"/>
              <a:gd name="connsiteX7953" fmla="*/ 1263039 w 12203753"/>
              <a:gd name="connsiteY7953" fmla="*/ 1677888 h 6858000"/>
              <a:gd name="connsiteX7954" fmla="*/ 1167301 w 12203753"/>
              <a:gd name="connsiteY7954" fmla="*/ 1740409 h 6858000"/>
              <a:gd name="connsiteX7955" fmla="*/ 1065253 w 12203753"/>
              <a:gd name="connsiteY7955" fmla="*/ 1792047 h 6858000"/>
              <a:gd name="connsiteX7956" fmla="*/ 1042617 w 12203753"/>
              <a:gd name="connsiteY7956" fmla="*/ 1752832 h 6858000"/>
              <a:gd name="connsiteX7957" fmla="*/ 1042681 w 12203753"/>
              <a:gd name="connsiteY7957" fmla="*/ 1752832 h 6858000"/>
              <a:gd name="connsiteX7958" fmla="*/ 1138424 w 12203753"/>
              <a:gd name="connsiteY7958" fmla="*/ 1690323 h 6858000"/>
              <a:gd name="connsiteX7959" fmla="*/ 1240411 w 12203753"/>
              <a:gd name="connsiteY7959" fmla="*/ 1638683 h 6858000"/>
              <a:gd name="connsiteX7960" fmla="*/ 3043144 w 12203753"/>
              <a:gd name="connsiteY7960" fmla="*/ 1638682 h 6858000"/>
              <a:gd name="connsiteX7961" fmla="*/ 3051523 w 12203753"/>
              <a:gd name="connsiteY7961" fmla="*/ 1642386 h 6858000"/>
              <a:gd name="connsiteX7962" fmla="*/ 3145144 w 12203753"/>
              <a:gd name="connsiteY7962" fmla="*/ 1690296 h 6858000"/>
              <a:gd name="connsiteX7963" fmla="*/ 3240871 w 12203753"/>
              <a:gd name="connsiteY7963" fmla="*/ 1752809 h 6858000"/>
              <a:gd name="connsiteX7964" fmla="*/ 3218243 w 12203753"/>
              <a:gd name="connsiteY7964" fmla="*/ 1792021 h 6858000"/>
              <a:gd name="connsiteX7965" fmla="*/ 3116268 w 12203753"/>
              <a:gd name="connsiteY7965" fmla="*/ 1740385 h 6858000"/>
              <a:gd name="connsiteX7966" fmla="*/ 3020525 w 12203753"/>
              <a:gd name="connsiteY7966" fmla="*/ 1677862 h 6858000"/>
              <a:gd name="connsiteX7967" fmla="*/ 1460821 w 12203753"/>
              <a:gd name="connsiteY7967" fmla="*/ 1638678 h 6858000"/>
              <a:gd name="connsiteX7968" fmla="*/ 1460890 w 12203753"/>
              <a:gd name="connsiteY7968" fmla="*/ 1638678 h 6858000"/>
              <a:gd name="connsiteX7969" fmla="*/ 1460873 w 12203753"/>
              <a:gd name="connsiteY7969" fmla="*/ 1638701 h 6858000"/>
              <a:gd name="connsiteX7970" fmla="*/ 2031482 w 12203753"/>
              <a:gd name="connsiteY7970" fmla="*/ 1638673 h 6858000"/>
              <a:gd name="connsiteX7971" fmla="*/ 2054113 w 12203753"/>
              <a:gd name="connsiteY7971" fmla="*/ 1677878 h 6858000"/>
              <a:gd name="connsiteX7972" fmla="*/ 1958376 w 12203753"/>
              <a:gd name="connsiteY7972" fmla="*/ 1740400 h 6858000"/>
              <a:gd name="connsiteX7973" fmla="*/ 1856328 w 12203753"/>
              <a:gd name="connsiteY7973" fmla="*/ 1792037 h 6858000"/>
              <a:gd name="connsiteX7974" fmla="*/ 1833699 w 12203753"/>
              <a:gd name="connsiteY7974" fmla="*/ 1752822 h 6858000"/>
              <a:gd name="connsiteX7975" fmla="*/ 1833765 w 12203753"/>
              <a:gd name="connsiteY7975" fmla="*/ 1752822 h 6858000"/>
              <a:gd name="connsiteX7976" fmla="*/ 1929500 w 12203753"/>
              <a:gd name="connsiteY7976" fmla="*/ 1690312 h 6858000"/>
              <a:gd name="connsiteX7977" fmla="*/ 2031482 w 12203753"/>
              <a:gd name="connsiteY7977" fmla="*/ 1638673 h 6858000"/>
              <a:gd name="connsiteX7978" fmla="*/ 3834266 w 12203753"/>
              <a:gd name="connsiteY7978" fmla="*/ 1638671 h 6858000"/>
              <a:gd name="connsiteX7979" fmla="*/ 3842651 w 12203753"/>
              <a:gd name="connsiteY7979" fmla="*/ 1642377 h 6858000"/>
              <a:gd name="connsiteX7980" fmla="*/ 3936263 w 12203753"/>
              <a:gd name="connsiteY7980" fmla="*/ 1690286 h 6858000"/>
              <a:gd name="connsiteX7981" fmla="*/ 4031992 w 12203753"/>
              <a:gd name="connsiteY7981" fmla="*/ 1752800 h 6858000"/>
              <a:gd name="connsiteX7982" fmla="*/ 4009366 w 12203753"/>
              <a:gd name="connsiteY7982" fmla="*/ 1792010 h 6858000"/>
              <a:gd name="connsiteX7983" fmla="*/ 3907391 w 12203753"/>
              <a:gd name="connsiteY7983" fmla="*/ 1740375 h 6858000"/>
              <a:gd name="connsiteX7984" fmla="*/ 3811651 w 12203753"/>
              <a:gd name="connsiteY7984" fmla="*/ 1677853 h 6858000"/>
              <a:gd name="connsiteX7985" fmla="*/ 2251951 w 12203753"/>
              <a:gd name="connsiteY7985" fmla="*/ 1638670 h 6858000"/>
              <a:gd name="connsiteX7986" fmla="*/ 2252012 w 12203753"/>
              <a:gd name="connsiteY7986" fmla="*/ 1638670 h 6858000"/>
              <a:gd name="connsiteX7987" fmla="*/ 2252000 w 12203753"/>
              <a:gd name="connsiteY7987" fmla="*/ 1638692 h 6858000"/>
              <a:gd name="connsiteX7988" fmla="*/ 2822615 w 12203753"/>
              <a:gd name="connsiteY7988" fmla="*/ 1638664 h 6858000"/>
              <a:gd name="connsiteX7989" fmla="*/ 2845242 w 12203753"/>
              <a:gd name="connsiteY7989" fmla="*/ 1677867 h 6858000"/>
              <a:gd name="connsiteX7990" fmla="*/ 2749503 w 12203753"/>
              <a:gd name="connsiteY7990" fmla="*/ 1740390 h 6858000"/>
              <a:gd name="connsiteX7991" fmla="*/ 2647458 w 12203753"/>
              <a:gd name="connsiteY7991" fmla="*/ 1792026 h 6858000"/>
              <a:gd name="connsiteX7992" fmla="*/ 2624830 w 12203753"/>
              <a:gd name="connsiteY7992" fmla="*/ 1752813 h 6858000"/>
              <a:gd name="connsiteX7993" fmla="*/ 2624892 w 12203753"/>
              <a:gd name="connsiteY7993" fmla="*/ 1752813 h 6858000"/>
              <a:gd name="connsiteX7994" fmla="*/ 2720633 w 12203753"/>
              <a:gd name="connsiteY7994" fmla="*/ 1690301 h 6858000"/>
              <a:gd name="connsiteX7995" fmla="*/ 2822615 w 12203753"/>
              <a:gd name="connsiteY7995" fmla="*/ 1638664 h 6858000"/>
              <a:gd name="connsiteX7996" fmla="*/ 4625259 w 12203753"/>
              <a:gd name="connsiteY7996" fmla="*/ 1638662 h 6858000"/>
              <a:gd name="connsiteX7997" fmla="*/ 4633642 w 12203753"/>
              <a:gd name="connsiteY7997" fmla="*/ 1642367 h 6858000"/>
              <a:gd name="connsiteX7998" fmla="*/ 4727254 w 12203753"/>
              <a:gd name="connsiteY7998" fmla="*/ 1690275 h 6858000"/>
              <a:gd name="connsiteX7999" fmla="*/ 4822988 w 12203753"/>
              <a:gd name="connsiteY7999" fmla="*/ 1752790 h 6858000"/>
              <a:gd name="connsiteX8000" fmla="*/ 4800366 w 12203753"/>
              <a:gd name="connsiteY8000" fmla="*/ 1792000 h 6858000"/>
              <a:gd name="connsiteX8001" fmla="*/ 4698380 w 12203753"/>
              <a:gd name="connsiteY8001" fmla="*/ 1740365 h 6858000"/>
              <a:gd name="connsiteX8002" fmla="*/ 4602649 w 12203753"/>
              <a:gd name="connsiteY8002" fmla="*/ 1677841 h 6858000"/>
              <a:gd name="connsiteX8003" fmla="*/ 3043094 w 12203753"/>
              <a:gd name="connsiteY8003" fmla="*/ 1638659 h 6858000"/>
              <a:gd name="connsiteX8004" fmla="*/ 3043156 w 12203753"/>
              <a:gd name="connsiteY8004" fmla="*/ 1638659 h 6858000"/>
              <a:gd name="connsiteX8005" fmla="*/ 3043144 w 12203753"/>
              <a:gd name="connsiteY8005" fmla="*/ 1638682 h 6858000"/>
              <a:gd name="connsiteX8006" fmla="*/ 3613742 w 12203753"/>
              <a:gd name="connsiteY8006" fmla="*/ 1638654 h 6858000"/>
              <a:gd name="connsiteX8007" fmla="*/ 3636372 w 12203753"/>
              <a:gd name="connsiteY8007" fmla="*/ 1677856 h 6858000"/>
              <a:gd name="connsiteX8008" fmla="*/ 3540639 w 12203753"/>
              <a:gd name="connsiteY8008" fmla="*/ 1740380 h 6858000"/>
              <a:gd name="connsiteX8009" fmla="*/ 3438588 w 12203753"/>
              <a:gd name="connsiteY8009" fmla="*/ 1792016 h 6858000"/>
              <a:gd name="connsiteX8010" fmla="*/ 3415959 w 12203753"/>
              <a:gd name="connsiteY8010" fmla="*/ 1752804 h 6858000"/>
              <a:gd name="connsiteX8011" fmla="*/ 3416027 w 12203753"/>
              <a:gd name="connsiteY8011" fmla="*/ 1752804 h 6858000"/>
              <a:gd name="connsiteX8012" fmla="*/ 3511767 w 12203753"/>
              <a:gd name="connsiteY8012" fmla="*/ 1690291 h 6858000"/>
              <a:gd name="connsiteX8013" fmla="*/ 3613742 w 12203753"/>
              <a:gd name="connsiteY8013" fmla="*/ 1638654 h 6858000"/>
              <a:gd name="connsiteX8014" fmla="*/ 5416402 w 12203753"/>
              <a:gd name="connsiteY8014" fmla="*/ 1638652 h 6858000"/>
              <a:gd name="connsiteX8015" fmla="*/ 5424781 w 12203753"/>
              <a:gd name="connsiteY8015" fmla="*/ 1642357 h 6858000"/>
              <a:gd name="connsiteX8016" fmla="*/ 5518395 w 12203753"/>
              <a:gd name="connsiteY8016" fmla="*/ 1690264 h 6858000"/>
              <a:gd name="connsiteX8017" fmla="*/ 5614131 w 12203753"/>
              <a:gd name="connsiteY8017" fmla="*/ 1752781 h 6858000"/>
              <a:gd name="connsiteX8018" fmla="*/ 5591504 w 12203753"/>
              <a:gd name="connsiteY8018" fmla="*/ 1791990 h 6858000"/>
              <a:gd name="connsiteX8019" fmla="*/ 5489521 w 12203753"/>
              <a:gd name="connsiteY8019" fmla="*/ 1740355 h 6858000"/>
              <a:gd name="connsiteX8020" fmla="*/ 5393787 w 12203753"/>
              <a:gd name="connsiteY8020" fmla="*/ 1677831 h 6858000"/>
              <a:gd name="connsiteX8021" fmla="*/ 3834218 w 12203753"/>
              <a:gd name="connsiteY8021" fmla="*/ 1638648 h 6858000"/>
              <a:gd name="connsiteX8022" fmla="*/ 3834279 w 12203753"/>
              <a:gd name="connsiteY8022" fmla="*/ 1638648 h 6858000"/>
              <a:gd name="connsiteX8023" fmla="*/ 3834266 w 12203753"/>
              <a:gd name="connsiteY8023" fmla="*/ 1638671 h 6858000"/>
              <a:gd name="connsiteX8024" fmla="*/ 4404860 w 12203753"/>
              <a:gd name="connsiteY8024" fmla="*/ 1638644 h 6858000"/>
              <a:gd name="connsiteX8025" fmla="*/ 4427491 w 12203753"/>
              <a:gd name="connsiteY8025" fmla="*/ 1677847 h 6858000"/>
              <a:gd name="connsiteX8026" fmla="*/ 4331748 w 12203753"/>
              <a:gd name="connsiteY8026" fmla="*/ 1740370 h 6858000"/>
              <a:gd name="connsiteX8027" fmla="*/ 4229702 w 12203753"/>
              <a:gd name="connsiteY8027" fmla="*/ 1792006 h 6858000"/>
              <a:gd name="connsiteX8028" fmla="*/ 4207074 w 12203753"/>
              <a:gd name="connsiteY8028" fmla="*/ 1752794 h 6858000"/>
              <a:gd name="connsiteX8029" fmla="*/ 4302809 w 12203753"/>
              <a:gd name="connsiteY8029" fmla="*/ 1690280 h 6858000"/>
              <a:gd name="connsiteX8030" fmla="*/ 4404860 w 12203753"/>
              <a:gd name="connsiteY8030" fmla="*/ 1638644 h 6858000"/>
              <a:gd name="connsiteX8031" fmla="*/ 4625211 w 12203753"/>
              <a:gd name="connsiteY8031" fmla="*/ 1638639 h 6858000"/>
              <a:gd name="connsiteX8032" fmla="*/ 4625271 w 12203753"/>
              <a:gd name="connsiteY8032" fmla="*/ 1638639 h 6858000"/>
              <a:gd name="connsiteX8033" fmla="*/ 4625259 w 12203753"/>
              <a:gd name="connsiteY8033" fmla="*/ 1638662 h 6858000"/>
              <a:gd name="connsiteX8034" fmla="*/ 5196000 w 12203753"/>
              <a:gd name="connsiteY8034" fmla="*/ 1638634 h 6858000"/>
              <a:gd name="connsiteX8035" fmla="*/ 5218629 w 12203753"/>
              <a:gd name="connsiteY8035" fmla="*/ 1677836 h 6858000"/>
              <a:gd name="connsiteX8036" fmla="*/ 5122891 w 12203753"/>
              <a:gd name="connsiteY8036" fmla="*/ 1740360 h 6858000"/>
              <a:gd name="connsiteX8037" fmla="*/ 5020848 w 12203753"/>
              <a:gd name="connsiteY8037" fmla="*/ 1791996 h 6858000"/>
              <a:gd name="connsiteX8038" fmla="*/ 4998215 w 12203753"/>
              <a:gd name="connsiteY8038" fmla="*/ 1752786 h 6858000"/>
              <a:gd name="connsiteX8039" fmla="*/ 5093953 w 12203753"/>
              <a:gd name="connsiteY8039" fmla="*/ 1690270 h 6858000"/>
              <a:gd name="connsiteX8040" fmla="*/ 5196000 w 12203753"/>
              <a:gd name="connsiteY8040" fmla="*/ 1638634 h 6858000"/>
              <a:gd name="connsiteX8041" fmla="*/ 5416352 w 12203753"/>
              <a:gd name="connsiteY8041" fmla="*/ 1638628 h 6858000"/>
              <a:gd name="connsiteX8042" fmla="*/ 5416414 w 12203753"/>
              <a:gd name="connsiteY8042" fmla="*/ 1638628 h 6858000"/>
              <a:gd name="connsiteX8043" fmla="*/ 5416402 w 12203753"/>
              <a:gd name="connsiteY8043" fmla="*/ 1638652 h 6858000"/>
              <a:gd name="connsiteX8044" fmla="*/ 5987067 w 12203753"/>
              <a:gd name="connsiteY8044" fmla="*/ 1638624 h 6858000"/>
              <a:gd name="connsiteX8045" fmla="*/ 6009695 w 12203753"/>
              <a:gd name="connsiteY8045" fmla="*/ 1677826 h 6858000"/>
              <a:gd name="connsiteX8046" fmla="*/ 5913960 w 12203753"/>
              <a:gd name="connsiteY8046" fmla="*/ 1740351 h 6858000"/>
              <a:gd name="connsiteX8047" fmla="*/ 5811914 w 12203753"/>
              <a:gd name="connsiteY8047" fmla="*/ 1791985 h 6858000"/>
              <a:gd name="connsiteX8048" fmla="*/ 5789285 w 12203753"/>
              <a:gd name="connsiteY8048" fmla="*/ 1752776 h 6858000"/>
              <a:gd name="connsiteX8049" fmla="*/ 5885024 w 12203753"/>
              <a:gd name="connsiteY8049" fmla="*/ 1690259 h 6858000"/>
              <a:gd name="connsiteX8050" fmla="*/ 5987067 w 12203753"/>
              <a:gd name="connsiteY8050" fmla="*/ 1638624 h 6858000"/>
              <a:gd name="connsiteX8051" fmla="*/ 6207480 w 12203753"/>
              <a:gd name="connsiteY8051" fmla="*/ 1638619 h 6858000"/>
              <a:gd name="connsiteX8052" fmla="*/ 6309528 w 12203753"/>
              <a:gd name="connsiteY8052" fmla="*/ 1690253 h 6858000"/>
              <a:gd name="connsiteX8053" fmla="*/ 6405201 w 12203753"/>
              <a:gd name="connsiteY8053" fmla="*/ 1752771 h 6858000"/>
              <a:gd name="connsiteX8054" fmla="*/ 6382638 w 12203753"/>
              <a:gd name="connsiteY8054" fmla="*/ 1791980 h 6858000"/>
              <a:gd name="connsiteX8055" fmla="*/ 6280590 w 12203753"/>
              <a:gd name="connsiteY8055" fmla="*/ 1740346 h 6858000"/>
              <a:gd name="connsiteX8056" fmla="*/ 6184852 w 12203753"/>
              <a:gd name="connsiteY8056" fmla="*/ 1677821 h 6858000"/>
              <a:gd name="connsiteX8057" fmla="*/ 6778210 w 12203753"/>
              <a:gd name="connsiteY8057" fmla="*/ 1638614 h 6858000"/>
              <a:gd name="connsiteX8058" fmla="*/ 6800772 w 12203753"/>
              <a:gd name="connsiteY8058" fmla="*/ 1677816 h 6858000"/>
              <a:gd name="connsiteX8059" fmla="*/ 6705100 w 12203753"/>
              <a:gd name="connsiteY8059" fmla="*/ 1740341 h 6858000"/>
              <a:gd name="connsiteX8060" fmla="*/ 6603052 w 12203753"/>
              <a:gd name="connsiteY8060" fmla="*/ 1791975 h 6858000"/>
              <a:gd name="connsiteX8061" fmla="*/ 6580424 w 12203753"/>
              <a:gd name="connsiteY8061" fmla="*/ 1752767 h 6858000"/>
              <a:gd name="connsiteX8062" fmla="*/ 6676161 w 12203753"/>
              <a:gd name="connsiteY8062" fmla="*/ 1690248 h 6858000"/>
              <a:gd name="connsiteX8063" fmla="*/ 6778210 w 12203753"/>
              <a:gd name="connsiteY8063" fmla="*/ 1638614 h 6858000"/>
              <a:gd name="connsiteX8064" fmla="*/ 6998558 w 12203753"/>
              <a:gd name="connsiteY8064" fmla="*/ 1638609 h 6858000"/>
              <a:gd name="connsiteX8065" fmla="*/ 7100606 w 12203753"/>
              <a:gd name="connsiteY8065" fmla="*/ 1690242 h 6858000"/>
              <a:gd name="connsiteX8066" fmla="*/ 7196344 w 12203753"/>
              <a:gd name="connsiteY8066" fmla="*/ 1752762 h 6858000"/>
              <a:gd name="connsiteX8067" fmla="*/ 7173716 w 12203753"/>
              <a:gd name="connsiteY8067" fmla="*/ 1791970 h 6858000"/>
              <a:gd name="connsiteX8068" fmla="*/ 7071731 w 12203753"/>
              <a:gd name="connsiteY8068" fmla="*/ 1740336 h 6858000"/>
              <a:gd name="connsiteX8069" fmla="*/ 6975995 w 12203753"/>
              <a:gd name="connsiteY8069" fmla="*/ 1677810 h 6858000"/>
              <a:gd name="connsiteX8070" fmla="*/ 7569286 w 12203753"/>
              <a:gd name="connsiteY8070" fmla="*/ 1638604 h 6858000"/>
              <a:gd name="connsiteX8071" fmla="*/ 7591913 w 12203753"/>
              <a:gd name="connsiteY8071" fmla="*/ 1677806 h 6858000"/>
              <a:gd name="connsiteX8072" fmla="*/ 7496176 w 12203753"/>
              <a:gd name="connsiteY8072" fmla="*/ 1740331 h 6858000"/>
              <a:gd name="connsiteX8073" fmla="*/ 7394128 w 12203753"/>
              <a:gd name="connsiteY8073" fmla="*/ 1791965 h 6858000"/>
              <a:gd name="connsiteX8074" fmla="*/ 7371564 w 12203753"/>
              <a:gd name="connsiteY8074" fmla="*/ 1752758 h 6858000"/>
              <a:gd name="connsiteX8075" fmla="*/ 7467302 w 12203753"/>
              <a:gd name="connsiteY8075" fmla="*/ 1690237 h 6858000"/>
              <a:gd name="connsiteX8076" fmla="*/ 7569286 w 12203753"/>
              <a:gd name="connsiteY8076" fmla="*/ 1638604 h 6858000"/>
              <a:gd name="connsiteX8077" fmla="*/ 7789699 w 12203753"/>
              <a:gd name="connsiteY8077" fmla="*/ 1638598 h 6858000"/>
              <a:gd name="connsiteX8078" fmla="*/ 7891747 w 12203753"/>
              <a:gd name="connsiteY8078" fmla="*/ 1690231 h 6858000"/>
              <a:gd name="connsiteX8079" fmla="*/ 7987485 w 12203753"/>
              <a:gd name="connsiteY8079" fmla="*/ 1752753 h 6858000"/>
              <a:gd name="connsiteX8080" fmla="*/ 7964857 w 12203753"/>
              <a:gd name="connsiteY8080" fmla="*/ 1791959 h 6858000"/>
              <a:gd name="connsiteX8081" fmla="*/ 7862873 w 12203753"/>
              <a:gd name="connsiteY8081" fmla="*/ 1740326 h 6858000"/>
              <a:gd name="connsiteX8082" fmla="*/ 7767072 w 12203753"/>
              <a:gd name="connsiteY8082" fmla="*/ 1677800 h 6858000"/>
              <a:gd name="connsiteX8083" fmla="*/ 8360428 w 12203753"/>
              <a:gd name="connsiteY8083" fmla="*/ 1638594 h 6858000"/>
              <a:gd name="connsiteX8084" fmla="*/ 8383056 w 12203753"/>
              <a:gd name="connsiteY8084" fmla="*/ 1677795 h 6858000"/>
              <a:gd name="connsiteX8085" fmla="*/ 8287318 w 12203753"/>
              <a:gd name="connsiteY8085" fmla="*/ 1740321 h 6858000"/>
              <a:gd name="connsiteX8086" fmla="*/ 8185270 w 12203753"/>
              <a:gd name="connsiteY8086" fmla="*/ 1791955 h 6858000"/>
              <a:gd name="connsiteX8087" fmla="*/ 8162642 w 12203753"/>
              <a:gd name="connsiteY8087" fmla="*/ 1752748 h 6858000"/>
              <a:gd name="connsiteX8088" fmla="*/ 8258443 w 12203753"/>
              <a:gd name="connsiteY8088" fmla="*/ 1690227 h 6858000"/>
              <a:gd name="connsiteX8089" fmla="*/ 8360428 w 12203753"/>
              <a:gd name="connsiteY8089" fmla="*/ 1638594 h 6858000"/>
              <a:gd name="connsiteX8090" fmla="*/ 8580840 w 12203753"/>
              <a:gd name="connsiteY8090" fmla="*/ 1638588 h 6858000"/>
              <a:gd name="connsiteX8091" fmla="*/ 8682888 w 12203753"/>
              <a:gd name="connsiteY8091" fmla="*/ 1690221 h 6858000"/>
              <a:gd name="connsiteX8092" fmla="*/ 8778626 w 12203753"/>
              <a:gd name="connsiteY8092" fmla="*/ 1752743 h 6858000"/>
              <a:gd name="connsiteX8093" fmla="*/ 8755998 w 12203753"/>
              <a:gd name="connsiteY8093" fmla="*/ 1791949 h 6858000"/>
              <a:gd name="connsiteX8094" fmla="*/ 8654014 w 12203753"/>
              <a:gd name="connsiteY8094" fmla="*/ 1740316 h 6858000"/>
              <a:gd name="connsiteX8095" fmla="*/ 8558213 w 12203753"/>
              <a:gd name="connsiteY8095" fmla="*/ 1677790 h 6858000"/>
              <a:gd name="connsiteX8096" fmla="*/ 9151570 w 12203753"/>
              <a:gd name="connsiteY8096" fmla="*/ 1638583 h 6858000"/>
              <a:gd name="connsiteX8097" fmla="*/ 9174198 w 12203753"/>
              <a:gd name="connsiteY8097" fmla="*/ 1677785 h 6858000"/>
              <a:gd name="connsiteX8098" fmla="*/ 9078460 w 12203753"/>
              <a:gd name="connsiteY8098" fmla="*/ 1740312 h 6858000"/>
              <a:gd name="connsiteX8099" fmla="*/ 8976412 w 12203753"/>
              <a:gd name="connsiteY8099" fmla="*/ 1791944 h 6858000"/>
              <a:gd name="connsiteX8100" fmla="*/ 8953784 w 12203753"/>
              <a:gd name="connsiteY8100" fmla="*/ 1752739 h 6858000"/>
              <a:gd name="connsiteX8101" fmla="*/ 9049522 w 12203753"/>
              <a:gd name="connsiteY8101" fmla="*/ 1690216 h 6858000"/>
              <a:gd name="connsiteX8102" fmla="*/ 9151570 w 12203753"/>
              <a:gd name="connsiteY8102" fmla="*/ 1638583 h 6858000"/>
              <a:gd name="connsiteX8103" fmla="*/ 9371982 w 12203753"/>
              <a:gd name="connsiteY8103" fmla="*/ 1638579 h 6858000"/>
              <a:gd name="connsiteX8104" fmla="*/ 9474030 w 12203753"/>
              <a:gd name="connsiteY8104" fmla="*/ 1690211 h 6858000"/>
              <a:gd name="connsiteX8105" fmla="*/ 9569704 w 12203753"/>
              <a:gd name="connsiteY8105" fmla="*/ 1752734 h 6858000"/>
              <a:gd name="connsiteX8106" fmla="*/ 9547140 w 12203753"/>
              <a:gd name="connsiteY8106" fmla="*/ 1791939 h 6858000"/>
              <a:gd name="connsiteX8107" fmla="*/ 9445093 w 12203753"/>
              <a:gd name="connsiteY8107" fmla="*/ 1740307 h 6858000"/>
              <a:gd name="connsiteX8108" fmla="*/ 9349355 w 12203753"/>
              <a:gd name="connsiteY8108" fmla="*/ 1677780 h 6858000"/>
              <a:gd name="connsiteX8109" fmla="*/ 9942711 w 12203753"/>
              <a:gd name="connsiteY8109" fmla="*/ 1638573 h 6858000"/>
              <a:gd name="connsiteX8110" fmla="*/ 9965275 w 12203753"/>
              <a:gd name="connsiteY8110" fmla="*/ 1677775 h 6858000"/>
              <a:gd name="connsiteX8111" fmla="*/ 9869601 w 12203753"/>
              <a:gd name="connsiteY8111" fmla="*/ 1740302 h 6858000"/>
              <a:gd name="connsiteX8112" fmla="*/ 9767553 w 12203753"/>
              <a:gd name="connsiteY8112" fmla="*/ 1791934 h 6858000"/>
              <a:gd name="connsiteX8113" fmla="*/ 9744925 w 12203753"/>
              <a:gd name="connsiteY8113" fmla="*/ 1752729 h 6858000"/>
              <a:gd name="connsiteX8114" fmla="*/ 9840663 w 12203753"/>
              <a:gd name="connsiteY8114" fmla="*/ 1690205 h 6858000"/>
              <a:gd name="connsiteX8115" fmla="*/ 9942711 w 12203753"/>
              <a:gd name="connsiteY8115" fmla="*/ 1638573 h 6858000"/>
              <a:gd name="connsiteX8116" fmla="*/ 10163123 w 12203753"/>
              <a:gd name="connsiteY8116" fmla="*/ 1638569 h 6858000"/>
              <a:gd name="connsiteX8117" fmla="*/ 10265107 w 12203753"/>
              <a:gd name="connsiteY8117" fmla="*/ 1690200 h 6858000"/>
              <a:gd name="connsiteX8118" fmla="*/ 10360845 w 12203753"/>
              <a:gd name="connsiteY8118" fmla="*/ 1752725 h 6858000"/>
              <a:gd name="connsiteX8119" fmla="*/ 10338218 w 12203753"/>
              <a:gd name="connsiteY8119" fmla="*/ 1791928 h 6858000"/>
              <a:gd name="connsiteX8120" fmla="*/ 10236234 w 12203753"/>
              <a:gd name="connsiteY8120" fmla="*/ 1740297 h 6858000"/>
              <a:gd name="connsiteX8121" fmla="*/ 10140496 w 12203753"/>
              <a:gd name="connsiteY8121" fmla="*/ 1677769 h 6858000"/>
              <a:gd name="connsiteX8122" fmla="*/ 10733788 w 12203753"/>
              <a:gd name="connsiteY8122" fmla="*/ 1638564 h 6858000"/>
              <a:gd name="connsiteX8123" fmla="*/ 10756416 w 12203753"/>
              <a:gd name="connsiteY8123" fmla="*/ 1677764 h 6858000"/>
              <a:gd name="connsiteX8124" fmla="*/ 10660678 w 12203753"/>
              <a:gd name="connsiteY8124" fmla="*/ 1740292 h 6858000"/>
              <a:gd name="connsiteX8125" fmla="*/ 10558630 w 12203753"/>
              <a:gd name="connsiteY8125" fmla="*/ 1791924 h 6858000"/>
              <a:gd name="connsiteX8126" fmla="*/ 10536066 w 12203753"/>
              <a:gd name="connsiteY8126" fmla="*/ 1752720 h 6858000"/>
              <a:gd name="connsiteX8127" fmla="*/ 10631804 w 12203753"/>
              <a:gd name="connsiteY8127" fmla="*/ 1690194 h 6858000"/>
              <a:gd name="connsiteX8128" fmla="*/ 10733788 w 12203753"/>
              <a:gd name="connsiteY8128" fmla="*/ 1638564 h 6858000"/>
              <a:gd name="connsiteX8129" fmla="*/ 10954201 w 12203753"/>
              <a:gd name="connsiteY8129" fmla="*/ 1638559 h 6858000"/>
              <a:gd name="connsiteX8130" fmla="*/ 11056249 w 12203753"/>
              <a:gd name="connsiteY8130" fmla="*/ 1690189 h 6858000"/>
              <a:gd name="connsiteX8131" fmla="*/ 11151987 w 12203753"/>
              <a:gd name="connsiteY8131" fmla="*/ 1752716 h 6858000"/>
              <a:gd name="connsiteX8132" fmla="*/ 11129360 w 12203753"/>
              <a:gd name="connsiteY8132" fmla="*/ 1791918 h 6858000"/>
              <a:gd name="connsiteX8133" fmla="*/ 11027376 w 12203753"/>
              <a:gd name="connsiteY8133" fmla="*/ 1740287 h 6858000"/>
              <a:gd name="connsiteX8134" fmla="*/ 10931638 w 12203753"/>
              <a:gd name="connsiteY8134" fmla="*/ 1677759 h 6858000"/>
              <a:gd name="connsiteX8135" fmla="*/ 11524930 w 12203753"/>
              <a:gd name="connsiteY8135" fmla="*/ 1638554 h 6858000"/>
              <a:gd name="connsiteX8136" fmla="*/ 11547558 w 12203753"/>
              <a:gd name="connsiteY8136" fmla="*/ 1677754 h 6858000"/>
              <a:gd name="connsiteX8137" fmla="*/ 11451820 w 12203753"/>
              <a:gd name="connsiteY8137" fmla="*/ 1740282 h 6858000"/>
              <a:gd name="connsiteX8138" fmla="*/ 11349772 w 12203753"/>
              <a:gd name="connsiteY8138" fmla="*/ 1791913 h 6858000"/>
              <a:gd name="connsiteX8139" fmla="*/ 11327208 w 12203753"/>
              <a:gd name="connsiteY8139" fmla="*/ 1752711 h 6858000"/>
              <a:gd name="connsiteX8140" fmla="*/ 11422946 w 12203753"/>
              <a:gd name="connsiteY8140" fmla="*/ 1690183 h 6858000"/>
              <a:gd name="connsiteX8141" fmla="*/ 11524930 w 12203753"/>
              <a:gd name="connsiteY8141" fmla="*/ 1638554 h 6858000"/>
              <a:gd name="connsiteX8142" fmla="*/ 11745343 w 12203753"/>
              <a:gd name="connsiteY8142" fmla="*/ 1638549 h 6858000"/>
              <a:gd name="connsiteX8143" fmla="*/ 11847390 w 12203753"/>
              <a:gd name="connsiteY8143" fmla="*/ 1690178 h 6858000"/>
              <a:gd name="connsiteX8144" fmla="*/ 11943128 w 12203753"/>
              <a:gd name="connsiteY8144" fmla="*/ 1752706 h 6858000"/>
              <a:gd name="connsiteX8145" fmla="*/ 11920501 w 12203753"/>
              <a:gd name="connsiteY8145" fmla="*/ 1791908 h 6858000"/>
              <a:gd name="connsiteX8146" fmla="*/ 11818516 w 12203753"/>
              <a:gd name="connsiteY8146" fmla="*/ 1740277 h 6858000"/>
              <a:gd name="connsiteX8147" fmla="*/ 11722715 w 12203753"/>
              <a:gd name="connsiteY8147" fmla="*/ 1677749 h 6858000"/>
              <a:gd name="connsiteX8148" fmla="*/ 141282 w 12203753"/>
              <a:gd name="connsiteY8148" fmla="*/ 1486995 h 6858000"/>
              <a:gd name="connsiteX8149" fmla="*/ 186536 w 12203753"/>
              <a:gd name="connsiteY8149" fmla="*/ 1486995 h 6858000"/>
              <a:gd name="connsiteX8150" fmla="*/ 192846 w 12203753"/>
              <a:gd name="connsiteY8150" fmla="*/ 1601153 h 6858000"/>
              <a:gd name="connsiteX8151" fmla="*/ 186536 w 12203753"/>
              <a:gd name="connsiteY8151" fmla="*/ 1715321 h 6858000"/>
              <a:gd name="connsiteX8152" fmla="*/ 141282 w 12203753"/>
              <a:gd name="connsiteY8152" fmla="*/ 1715321 h 6858000"/>
              <a:gd name="connsiteX8153" fmla="*/ 135035 w 12203753"/>
              <a:gd name="connsiteY8153" fmla="*/ 1601153 h 6858000"/>
              <a:gd name="connsiteX8154" fmla="*/ 141282 w 12203753"/>
              <a:gd name="connsiteY8154" fmla="*/ 1486995 h 6858000"/>
              <a:gd name="connsiteX8155" fmla="*/ 932414 w 12203753"/>
              <a:gd name="connsiteY8155" fmla="*/ 1486986 h 6858000"/>
              <a:gd name="connsiteX8156" fmla="*/ 977669 w 12203753"/>
              <a:gd name="connsiteY8156" fmla="*/ 1486986 h 6858000"/>
              <a:gd name="connsiteX8157" fmla="*/ 983979 w 12203753"/>
              <a:gd name="connsiteY8157" fmla="*/ 1601144 h 6858000"/>
              <a:gd name="connsiteX8158" fmla="*/ 977669 w 12203753"/>
              <a:gd name="connsiteY8158" fmla="*/ 1715313 h 6858000"/>
              <a:gd name="connsiteX8159" fmla="*/ 932414 w 12203753"/>
              <a:gd name="connsiteY8159" fmla="*/ 1715313 h 6858000"/>
              <a:gd name="connsiteX8160" fmla="*/ 926104 w 12203753"/>
              <a:gd name="connsiteY8160" fmla="*/ 1601144 h 6858000"/>
              <a:gd name="connsiteX8161" fmla="*/ 932414 w 12203753"/>
              <a:gd name="connsiteY8161" fmla="*/ 1486986 h 6858000"/>
              <a:gd name="connsiteX8162" fmla="*/ 1723556 w 12203753"/>
              <a:gd name="connsiteY8162" fmla="*/ 1486977 h 6858000"/>
              <a:gd name="connsiteX8163" fmla="*/ 1768814 w 12203753"/>
              <a:gd name="connsiteY8163" fmla="*/ 1486977 h 6858000"/>
              <a:gd name="connsiteX8164" fmla="*/ 1775125 w 12203753"/>
              <a:gd name="connsiteY8164" fmla="*/ 1601135 h 6858000"/>
              <a:gd name="connsiteX8165" fmla="*/ 1768814 w 12203753"/>
              <a:gd name="connsiteY8165" fmla="*/ 1715303 h 6858000"/>
              <a:gd name="connsiteX8166" fmla="*/ 1723556 w 12203753"/>
              <a:gd name="connsiteY8166" fmla="*/ 1715303 h 6858000"/>
              <a:gd name="connsiteX8167" fmla="*/ 1717247 w 12203753"/>
              <a:gd name="connsiteY8167" fmla="*/ 1601135 h 6858000"/>
              <a:gd name="connsiteX8168" fmla="*/ 1723556 w 12203753"/>
              <a:gd name="connsiteY8168" fmla="*/ 1486977 h 6858000"/>
              <a:gd name="connsiteX8169" fmla="*/ 2514689 w 12203753"/>
              <a:gd name="connsiteY8169" fmla="*/ 1486967 h 6858000"/>
              <a:gd name="connsiteX8170" fmla="*/ 2559944 w 12203753"/>
              <a:gd name="connsiteY8170" fmla="*/ 1486967 h 6858000"/>
              <a:gd name="connsiteX8171" fmla="*/ 2566255 w 12203753"/>
              <a:gd name="connsiteY8171" fmla="*/ 1601125 h 6858000"/>
              <a:gd name="connsiteX8172" fmla="*/ 2559944 w 12203753"/>
              <a:gd name="connsiteY8172" fmla="*/ 1715292 h 6858000"/>
              <a:gd name="connsiteX8173" fmla="*/ 2514689 w 12203753"/>
              <a:gd name="connsiteY8173" fmla="*/ 1715292 h 6858000"/>
              <a:gd name="connsiteX8174" fmla="*/ 2508444 w 12203753"/>
              <a:gd name="connsiteY8174" fmla="*/ 1601125 h 6858000"/>
              <a:gd name="connsiteX8175" fmla="*/ 2514689 w 12203753"/>
              <a:gd name="connsiteY8175" fmla="*/ 1486967 h 6858000"/>
              <a:gd name="connsiteX8176" fmla="*/ 3305820 w 12203753"/>
              <a:gd name="connsiteY8176" fmla="*/ 1486957 h 6858000"/>
              <a:gd name="connsiteX8177" fmla="*/ 3351078 w 12203753"/>
              <a:gd name="connsiteY8177" fmla="*/ 1486957 h 6858000"/>
              <a:gd name="connsiteX8178" fmla="*/ 3357385 w 12203753"/>
              <a:gd name="connsiteY8178" fmla="*/ 1601115 h 6858000"/>
              <a:gd name="connsiteX8179" fmla="*/ 3351078 w 12203753"/>
              <a:gd name="connsiteY8179" fmla="*/ 1715281 h 6858000"/>
              <a:gd name="connsiteX8180" fmla="*/ 3305820 w 12203753"/>
              <a:gd name="connsiteY8180" fmla="*/ 1715281 h 6858000"/>
              <a:gd name="connsiteX8181" fmla="*/ 3299575 w 12203753"/>
              <a:gd name="connsiteY8181" fmla="*/ 1601115 h 6858000"/>
              <a:gd name="connsiteX8182" fmla="*/ 3305820 w 12203753"/>
              <a:gd name="connsiteY8182" fmla="*/ 1486957 h 6858000"/>
              <a:gd name="connsiteX8183" fmla="*/ 4096880 w 12203753"/>
              <a:gd name="connsiteY8183" fmla="*/ 1486947 h 6858000"/>
              <a:gd name="connsiteX8184" fmla="*/ 4142136 w 12203753"/>
              <a:gd name="connsiteY8184" fmla="*/ 1486947 h 6858000"/>
              <a:gd name="connsiteX8185" fmla="*/ 4148446 w 12203753"/>
              <a:gd name="connsiteY8185" fmla="*/ 1601105 h 6858000"/>
              <a:gd name="connsiteX8186" fmla="*/ 4142136 w 12203753"/>
              <a:gd name="connsiteY8186" fmla="*/ 1715271 h 6858000"/>
              <a:gd name="connsiteX8187" fmla="*/ 4096880 w 12203753"/>
              <a:gd name="connsiteY8187" fmla="*/ 1715271 h 6858000"/>
              <a:gd name="connsiteX8188" fmla="*/ 4090633 w 12203753"/>
              <a:gd name="connsiteY8188" fmla="*/ 1601105 h 6858000"/>
              <a:gd name="connsiteX8189" fmla="*/ 4096880 w 12203753"/>
              <a:gd name="connsiteY8189" fmla="*/ 1486947 h 6858000"/>
              <a:gd name="connsiteX8190" fmla="*/ 4887944 w 12203753"/>
              <a:gd name="connsiteY8190" fmla="*/ 1486937 h 6858000"/>
              <a:gd name="connsiteX8191" fmla="*/ 4933198 w 12203753"/>
              <a:gd name="connsiteY8191" fmla="*/ 1486937 h 6858000"/>
              <a:gd name="connsiteX8192" fmla="*/ 4939507 w 12203753"/>
              <a:gd name="connsiteY8192" fmla="*/ 1601096 h 6858000"/>
              <a:gd name="connsiteX8193" fmla="*/ 4933198 w 12203753"/>
              <a:gd name="connsiteY8193" fmla="*/ 1715260 h 6858000"/>
              <a:gd name="connsiteX8194" fmla="*/ 4887944 w 12203753"/>
              <a:gd name="connsiteY8194" fmla="*/ 1715260 h 6858000"/>
              <a:gd name="connsiteX8195" fmla="*/ 4881696 w 12203753"/>
              <a:gd name="connsiteY8195" fmla="*/ 1601096 h 6858000"/>
              <a:gd name="connsiteX8196" fmla="*/ 4887944 w 12203753"/>
              <a:gd name="connsiteY8196" fmla="*/ 1486937 h 6858000"/>
              <a:gd name="connsiteX8197" fmla="*/ 5679084 w 12203753"/>
              <a:gd name="connsiteY8197" fmla="*/ 1486927 h 6858000"/>
              <a:gd name="connsiteX8198" fmla="*/ 5724338 w 12203753"/>
              <a:gd name="connsiteY8198" fmla="*/ 1486927 h 6858000"/>
              <a:gd name="connsiteX8199" fmla="*/ 5730645 w 12203753"/>
              <a:gd name="connsiteY8199" fmla="*/ 1601085 h 6858000"/>
              <a:gd name="connsiteX8200" fmla="*/ 5724338 w 12203753"/>
              <a:gd name="connsiteY8200" fmla="*/ 1715249 h 6858000"/>
              <a:gd name="connsiteX8201" fmla="*/ 5679084 w 12203753"/>
              <a:gd name="connsiteY8201" fmla="*/ 1715249 h 6858000"/>
              <a:gd name="connsiteX8202" fmla="*/ 5672769 w 12203753"/>
              <a:gd name="connsiteY8202" fmla="*/ 1601085 h 6858000"/>
              <a:gd name="connsiteX8203" fmla="*/ 5679084 w 12203753"/>
              <a:gd name="connsiteY8203" fmla="*/ 1486927 h 6858000"/>
              <a:gd name="connsiteX8204" fmla="*/ 6470217 w 12203753"/>
              <a:gd name="connsiteY8204" fmla="*/ 1486917 h 6858000"/>
              <a:gd name="connsiteX8205" fmla="*/ 6515408 w 12203753"/>
              <a:gd name="connsiteY8205" fmla="*/ 1486917 h 6858000"/>
              <a:gd name="connsiteX8206" fmla="*/ 6521719 w 12203753"/>
              <a:gd name="connsiteY8206" fmla="*/ 1601075 h 6858000"/>
              <a:gd name="connsiteX8207" fmla="*/ 6515408 w 12203753"/>
              <a:gd name="connsiteY8207" fmla="*/ 1715239 h 6858000"/>
              <a:gd name="connsiteX8208" fmla="*/ 6470217 w 12203753"/>
              <a:gd name="connsiteY8208" fmla="*/ 1715239 h 6858000"/>
              <a:gd name="connsiteX8209" fmla="*/ 6463906 w 12203753"/>
              <a:gd name="connsiteY8209" fmla="*/ 1601075 h 6858000"/>
              <a:gd name="connsiteX8210" fmla="*/ 6470217 w 12203753"/>
              <a:gd name="connsiteY8210" fmla="*/ 1486917 h 6858000"/>
              <a:gd name="connsiteX8211" fmla="*/ 7261293 w 12203753"/>
              <a:gd name="connsiteY8211" fmla="*/ 1486907 h 6858000"/>
              <a:gd name="connsiteX8212" fmla="*/ 7306549 w 12203753"/>
              <a:gd name="connsiteY8212" fmla="*/ 1486907 h 6858000"/>
              <a:gd name="connsiteX8213" fmla="*/ 7312860 w 12203753"/>
              <a:gd name="connsiteY8213" fmla="*/ 1601065 h 6858000"/>
              <a:gd name="connsiteX8214" fmla="*/ 7306549 w 12203753"/>
              <a:gd name="connsiteY8214" fmla="*/ 1715228 h 6858000"/>
              <a:gd name="connsiteX8215" fmla="*/ 7261293 w 12203753"/>
              <a:gd name="connsiteY8215" fmla="*/ 1715228 h 6858000"/>
              <a:gd name="connsiteX8216" fmla="*/ 7255047 w 12203753"/>
              <a:gd name="connsiteY8216" fmla="*/ 1601065 h 6858000"/>
              <a:gd name="connsiteX8217" fmla="*/ 7261293 w 12203753"/>
              <a:gd name="connsiteY8217" fmla="*/ 1486907 h 6858000"/>
              <a:gd name="connsiteX8218" fmla="*/ 8052435 w 12203753"/>
              <a:gd name="connsiteY8218" fmla="*/ 1486897 h 6858000"/>
              <a:gd name="connsiteX8219" fmla="*/ 8097691 w 12203753"/>
              <a:gd name="connsiteY8219" fmla="*/ 1486897 h 6858000"/>
              <a:gd name="connsiteX8220" fmla="*/ 8103938 w 12203753"/>
              <a:gd name="connsiteY8220" fmla="*/ 1601055 h 6858000"/>
              <a:gd name="connsiteX8221" fmla="*/ 8097691 w 12203753"/>
              <a:gd name="connsiteY8221" fmla="*/ 1715218 h 6858000"/>
              <a:gd name="connsiteX8222" fmla="*/ 8052435 w 12203753"/>
              <a:gd name="connsiteY8222" fmla="*/ 1715218 h 6858000"/>
              <a:gd name="connsiteX8223" fmla="*/ 8046189 w 12203753"/>
              <a:gd name="connsiteY8223" fmla="*/ 1601055 h 6858000"/>
              <a:gd name="connsiteX8224" fmla="*/ 8052435 w 12203753"/>
              <a:gd name="connsiteY8224" fmla="*/ 1486897 h 6858000"/>
              <a:gd name="connsiteX8225" fmla="*/ 8843577 w 12203753"/>
              <a:gd name="connsiteY8225" fmla="*/ 1486887 h 6858000"/>
              <a:gd name="connsiteX8226" fmla="*/ 8888832 w 12203753"/>
              <a:gd name="connsiteY8226" fmla="*/ 1486887 h 6858000"/>
              <a:gd name="connsiteX8227" fmla="*/ 8895079 w 12203753"/>
              <a:gd name="connsiteY8227" fmla="*/ 1601045 h 6858000"/>
              <a:gd name="connsiteX8228" fmla="*/ 8888832 w 12203753"/>
              <a:gd name="connsiteY8228" fmla="*/ 1715207 h 6858000"/>
              <a:gd name="connsiteX8229" fmla="*/ 8843577 w 12203753"/>
              <a:gd name="connsiteY8229" fmla="*/ 1715207 h 6858000"/>
              <a:gd name="connsiteX8230" fmla="*/ 8837330 w 12203753"/>
              <a:gd name="connsiteY8230" fmla="*/ 1601045 h 6858000"/>
              <a:gd name="connsiteX8231" fmla="*/ 8843577 w 12203753"/>
              <a:gd name="connsiteY8231" fmla="*/ 1486887 h 6858000"/>
              <a:gd name="connsiteX8232" fmla="*/ 9634719 w 12203753"/>
              <a:gd name="connsiteY8232" fmla="*/ 1486877 h 6858000"/>
              <a:gd name="connsiteX8233" fmla="*/ 9679910 w 12203753"/>
              <a:gd name="connsiteY8233" fmla="*/ 1486877 h 6858000"/>
              <a:gd name="connsiteX8234" fmla="*/ 9686221 w 12203753"/>
              <a:gd name="connsiteY8234" fmla="*/ 1601035 h 6858000"/>
              <a:gd name="connsiteX8235" fmla="*/ 9679910 w 12203753"/>
              <a:gd name="connsiteY8235" fmla="*/ 1715197 h 6858000"/>
              <a:gd name="connsiteX8236" fmla="*/ 9634719 w 12203753"/>
              <a:gd name="connsiteY8236" fmla="*/ 1715197 h 6858000"/>
              <a:gd name="connsiteX8237" fmla="*/ 9628408 w 12203753"/>
              <a:gd name="connsiteY8237" fmla="*/ 1601035 h 6858000"/>
              <a:gd name="connsiteX8238" fmla="*/ 9634719 w 12203753"/>
              <a:gd name="connsiteY8238" fmla="*/ 1486877 h 6858000"/>
              <a:gd name="connsiteX8239" fmla="*/ 10425796 w 12203753"/>
              <a:gd name="connsiteY8239" fmla="*/ 1486867 h 6858000"/>
              <a:gd name="connsiteX8240" fmla="*/ 10471052 w 12203753"/>
              <a:gd name="connsiteY8240" fmla="*/ 1486867 h 6858000"/>
              <a:gd name="connsiteX8241" fmla="*/ 10477362 w 12203753"/>
              <a:gd name="connsiteY8241" fmla="*/ 1601025 h 6858000"/>
              <a:gd name="connsiteX8242" fmla="*/ 10471052 w 12203753"/>
              <a:gd name="connsiteY8242" fmla="*/ 1715186 h 6858000"/>
              <a:gd name="connsiteX8243" fmla="*/ 10425796 w 12203753"/>
              <a:gd name="connsiteY8243" fmla="*/ 1715186 h 6858000"/>
              <a:gd name="connsiteX8244" fmla="*/ 10419550 w 12203753"/>
              <a:gd name="connsiteY8244" fmla="*/ 1601025 h 6858000"/>
              <a:gd name="connsiteX8245" fmla="*/ 10425796 w 12203753"/>
              <a:gd name="connsiteY8245" fmla="*/ 1486867 h 6858000"/>
              <a:gd name="connsiteX8246" fmla="*/ 11216938 w 12203753"/>
              <a:gd name="connsiteY8246" fmla="*/ 1486857 h 6858000"/>
              <a:gd name="connsiteX8247" fmla="*/ 11262194 w 12203753"/>
              <a:gd name="connsiteY8247" fmla="*/ 1486857 h 6858000"/>
              <a:gd name="connsiteX8248" fmla="*/ 11268504 w 12203753"/>
              <a:gd name="connsiteY8248" fmla="*/ 1601015 h 6858000"/>
              <a:gd name="connsiteX8249" fmla="*/ 11262194 w 12203753"/>
              <a:gd name="connsiteY8249" fmla="*/ 1715175 h 6858000"/>
              <a:gd name="connsiteX8250" fmla="*/ 11216938 w 12203753"/>
              <a:gd name="connsiteY8250" fmla="*/ 1715175 h 6858000"/>
              <a:gd name="connsiteX8251" fmla="*/ 11210692 w 12203753"/>
              <a:gd name="connsiteY8251" fmla="*/ 1601015 h 6858000"/>
              <a:gd name="connsiteX8252" fmla="*/ 11216938 w 12203753"/>
              <a:gd name="connsiteY8252" fmla="*/ 1486857 h 6858000"/>
              <a:gd name="connsiteX8253" fmla="*/ 12008079 w 12203753"/>
              <a:gd name="connsiteY8253" fmla="*/ 1486847 h 6858000"/>
              <a:gd name="connsiteX8254" fmla="*/ 12053335 w 12203753"/>
              <a:gd name="connsiteY8254" fmla="*/ 1486847 h 6858000"/>
              <a:gd name="connsiteX8255" fmla="*/ 12059581 w 12203753"/>
              <a:gd name="connsiteY8255" fmla="*/ 1601006 h 6858000"/>
              <a:gd name="connsiteX8256" fmla="*/ 12053335 w 12203753"/>
              <a:gd name="connsiteY8256" fmla="*/ 1715165 h 6858000"/>
              <a:gd name="connsiteX8257" fmla="*/ 12008079 w 12203753"/>
              <a:gd name="connsiteY8257" fmla="*/ 1715165 h 6858000"/>
              <a:gd name="connsiteX8258" fmla="*/ 12001833 w 12203753"/>
              <a:gd name="connsiteY8258" fmla="*/ 1601006 h 6858000"/>
              <a:gd name="connsiteX8259" fmla="*/ 12008079 w 12203753"/>
              <a:gd name="connsiteY8259" fmla="*/ 1486847 h 6858000"/>
              <a:gd name="connsiteX8260" fmla="*/ 274229 w 12203753"/>
              <a:gd name="connsiteY8260" fmla="*/ 1410324 h 6858000"/>
              <a:gd name="connsiteX8261" fmla="*/ 282613 w 12203753"/>
              <a:gd name="connsiteY8261" fmla="*/ 1414037 h 6858000"/>
              <a:gd name="connsiteX8262" fmla="*/ 376224 w 12203753"/>
              <a:gd name="connsiteY8262" fmla="*/ 1461918 h 6858000"/>
              <a:gd name="connsiteX8263" fmla="*/ 471959 w 12203753"/>
              <a:gd name="connsiteY8263" fmla="*/ 1524475 h 6858000"/>
              <a:gd name="connsiteX8264" fmla="*/ 449332 w 12203753"/>
              <a:gd name="connsiteY8264" fmla="*/ 1563672 h 6858000"/>
              <a:gd name="connsiteX8265" fmla="*/ 347352 w 12203753"/>
              <a:gd name="connsiteY8265" fmla="*/ 1512051 h 6858000"/>
              <a:gd name="connsiteX8266" fmla="*/ 251614 w 12203753"/>
              <a:gd name="connsiteY8266" fmla="*/ 1449493 h 6858000"/>
              <a:gd name="connsiteX8267" fmla="*/ 1065369 w 12203753"/>
              <a:gd name="connsiteY8267" fmla="*/ 1410319 h 6858000"/>
              <a:gd name="connsiteX8268" fmla="*/ 1073750 w 12203753"/>
              <a:gd name="connsiteY8268" fmla="*/ 1414027 h 6858000"/>
              <a:gd name="connsiteX8269" fmla="*/ 1167366 w 12203753"/>
              <a:gd name="connsiteY8269" fmla="*/ 1461906 h 6858000"/>
              <a:gd name="connsiteX8270" fmla="*/ 1263103 w 12203753"/>
              <a:gd name="connsiteY8270" fmla="*/ 1524465 h 6858000"/>
              <a:gd name="connsiteX8271" fmla="*/ 1240476 w 12203753"/>
              <a:gd name="connsiteY8271" fmla="*/ 1563663 h 6858000"/>
              <a:gd name="connsiteX8272" fmla="*/ 1138491 w 12203753"/>
              <a:gd name="connsiteY8272" fmla="*/ 1512040 h 6858000"/>
              <a:gd name="connsiteX8273" fmla="*/ 1042746 w 12203753"/>
              <a:gd name="connsiteY8273" fmla="*/ 1449485 h 6858000"/>
              <a:gd name="connsiteX8274" fmla="*/ 1856440 w 12203753"/>
              <a:gd name="connsiteY8274" fmla="*/ 1410310 h 6858000"/>
              <a:gd name="connsiteX8275" fmla="*/ 1864826 w 12203753"/>
              <a:gd name="connsiteY8275" fmla="*/ 1414017 h 6858000"/>
              <a:gd name="connsiteX8276" fmla="*/ 1958439 w 12203753"/>
              <a:gd name="connsiteY8276" fmla="*/ 1461898 h 6858000"/>
              <a:gd name="connsiteX8277" fmla="*/ 2054174 w 12203753"/>
              <a:gd name="connsiteY8277" fmla="*/ 1524455 h 6858000"/>
              <a:gd name="connsiteX8278" fmla="*/ 2031546 w 12203753"/>
              <a:gd name="connsiteY8278" fmla="*/ 1563653 h 6858000"/>
              <a:gd name="connsiteX8279" fmla="*/ 1929564 w 12203753"/>
              <a:gd name="connsiteY8279" fmla="*/ 1512029 h 6858000"/>
              <a:gd name="connsiteX8280" fmla="*/ 1833827 w 12203753"/>
              <a:gd name="connsiteY8280" fmla="*/ 1449476 h 6858000"/>
              <a:gd name="connsiteX8281" fmla="*/ 274178 w 12203753"/>
              <a:gd name="connsiteY8281" fmla="*/ 1410305 h 6858000"/>
              <a:gd name="connsiteX8282" fmla="*/ 274242 w 12203753"/>
              <a:gd name="connsiteY8282" fmla="*/ 1410305 h 6858000"/>
              <a:gd name="connsiteX8283" fmla="*/ 274229 w 12203753"/>
              <a:gd name="connsiteY8283" fmla="*/ 1410324 h 6858000"/>
              <a:gd name="connsiteX8284" fmla="*/ 53706 w 12203753"/>
              <a:gd name="connsiteY8284" fmla="*/ 1410305 h 6858000"/>
              <a:gd name="connsiteX8285" fmla="*/ 76333 w 12203753"/>
              <a:gd name="connsiteY8285" fmla="*/ 1449496 h 6858000"/>
              <a:gd name="connsiteX8286" fmla="*/ 48496 w 12203753"/>
              <a:gd name="connsiteY8286" fmla="*/ 1469203 h 6858000"/>
              <a:gd name="connsiteX8287" fmla="*/ 0 w 12203753"/>
              <a:gd name="connsiteY8287" fmla="*/ 1499808 h 6858000"/>
              <a:gd name="connsiteX8288" fmla="*/ 0 w 12203753"/>
              <a:gd name="connsiteY8288" fmla="*/ 1436518 h 6858000"/>
              <a:gd name="connsiteX8289" fmla="*/ 22745 w 12203753"/>
              <a:gd name="connsiteY8289" fmla="*/ 1424550 h 6858000"/>
              <a:gd name="connsiteX8290" fmla="*/ 53706 w 12203753"/>
              <a:gd name="connsiteY8290" fmla="*/ 1410305 h 6858000"/>
              <a:gd name="connsiteX8291" fmla="*/ 2647573 w 12203753"/>
              <a:gd name="connsiteY8291" fmla="*/ 1410300 h 6858000"/>
              <a:gd name="connsiteX8292" fmla="*/ 2655955 w 12203753"/>
              <a:gd name="connsiteY8292" fmla="*/ 1414008 h 6858000"/>
              <a:gd name="connsiteX8293" fmla="*/ 2749571 w 12203753"/>
              <a:gd name="connsiteY8293" fmla="*/ 1461889 h 6858000"/>
              <a:gd name="connsiteX8294" fmla="*/ 2845305 w 12203753"/>
              <a:gd name="connsiteY8294" fmla="*/ 1524445 h 6858000"/>
              <a:gd name="connsiteX8295" fmla="*/ 2822677 w 12203753"/>
              <a:gd name="connsiteY8295" fmla="*/ 1563643 h 6858000"/>
              <a:gd name="connsiteX8296" fmla="*/ 2720696 w 12203753"/>
              <a:gd name="connsiteY8296" fmla="*/ 1512019 h 6858000"/>
              <a:gd name="connsiteX8297" fmla="*/ 2624959 w 12203753"/>
              <a:gd name="connsiteY8297" fmla="*/ 1449468 h 6858000"/>
              <a:gd name="connsiteX8298" fmla="*/ 844835 w 12203753"/>
              <a:gd name="connsiteY8298" fmla="*/ 1410300 h 6858000"/>
              <a:gd name="connsiteX8299" fmla="*/ 867464 w 12203753"/>
              <a:gd name="connsiteY8299" fmla="*/ 1449488 h 6858000"/>
              <a:gd name="connsiteX8300" fmla="*/ 771727 w 12203753"/>
              <a:gd name="connsiteY8300" fmla="*/ 1512044 h 6858000"/>
              <a:gd name="connsiteX8301" fmla="*/ 669681 w 12203753"/>
              <a:gd name="connsiteY8301" fmla="*/ 1563668 h 6858000"/>
              <a:gd name="connsiteX8302" fmla="*/ 647052 w 12203753"/>
              <a:gd name="connsiteY8302" fmla="*/ 1524469 h 6858000"/>
              <a:gd name="connsiteX8303" fmla="*/ 647116 w 12203753"/>
              <a:gd name="connsiteY8303" fmla="*/ 1524469 h 6858000"/>
              <a:gd name="connsiteX8304" fmla="*/ 742854 w 12203753"/>
              <a:gd name="connsiteY8304" fmla="*/ 1461912 h 6858000"/>
              <a:gd name="connsiteX8305" fmla="*/ 844835 w 12203753"/>
              <a:gd name="connsiteY8305" fmla="*/ 1410300 h 6858000"/>
              <a:gd name="connsiteX8306" fmla="*/ 1065317 w 12203753"/>
              <a:gd name="connsiteY8306" fmla="*/ 1410297 h 6858000"/>
              <a:gd name="connsiteX8307" fmla="*/ 1065382 w 12203753"/>
              <a:gd name="connsiteY8307" fmla="*/ 1410297 h 6858000"/>
              <a:gd name="connsiteX8308" fmla="*/ 1065369 w 12203753"/>
              <a:gd name="connsiteY8308" fmla="*/ 1410319 h 6858000"/>
              <a:gd name="connsiteX8309" fmla="*/ 3438701 w 12203753"/>
              <a:gd name="connsiteY8309" fmla="*/ 1410291 h 6858000"/>
              <a:gd name="connsiteX8310" fmla="*/ 3447084 w 12203753"/>
              <a:gd name="connsiteY8310" fmla="*/ 1413998 h 6858000"/>
              <a:gd name="connsiteX8311" fmla="*/ 3540702 w 12203753"/>
              <a:gd name="connsiteY8311" fmla="*/ 1461881 h 6858000"/>
              <a:gd name="connsiteX8312" fmla="*/ 3636436 w 12203753"/>
              <a:gd name="connsiteY8312" fmla="*/ 1524435 h 6858000"/>
              <a:gd name="connsiteX8313" fmla="*/ 3613807 w 12203753"/>
              <a:gd name="connsiteY8313" fmla="*/ 1563632 h 6858000"/>
              <a:gd name="connsiteX8314" fmla="*/ 3511829 w 12203753"/>
              <a:gd name="connsiteY8314" fmla="*/ 1512009 h 6858000"/>
              <a:gd name="connsiteX8315" fmla="*/ 3416090 w 12203753"/>
              <a:gd name="connsiteY8315" fmla="*/ 1449458 h 6858000"/>
              <a:gd name="connsiteX8316" fmla="*/ 1856390 w 12203753"/>
              <a:gd name="connsiteY8316" fmla="*/ 1410287 h 6858000"/>
              <a:gd name="connsiteX8317" fmla="*/ 1856455 w 12203753"/>
              <a:gd name="connsiteY8317" fmla="*/ 1410287 h 6858000"/>
              <a:gd name="connsiteX8318" fmla="*/ 1856440 w 12203753"/>
              <a:gd name="connsiteY8318" fmla="*/ 1410310 h 6858000"/>
              <a:gd name="connsiteX8319" fmla="*/ 1635915 w 12203753"/>
              <a:gd name="connsiteY8319" fmla="*/ 1410287 h 6858000"/>
              <a:gd name="connsiteX8320" fmla="*/ 1658544 w 12203753"/>
              <a:gd name="connsiteY8320" fmla="*/ 1449480 h 6858000"/>
              <a:gd name="connsiteX8321" fmla="*/ 1562806 w 12203753"/>
              <a:gd name="connsiteY8321" fmla="*/ 1512034 h 6858000"/>
              <a:gd name="connsiteX8322" fmla="*/ 1460759 w 12203753"/>
              <a:gd name="connsiteY8322" fmla="*/ 1563657 h 6858000"/>
              <a:gd name="connsiteX8323" fmla="*/ 1438131 w 12203753"/>
              <a:gd name="connsiteY8323" fmla="*/ 1524459 h 6858000"/>
              <a:gd name="connsiteX8324" fmla="*/ 1438196 w 12203753"/>
              <a:gd name="connsiteY8324" fmla="*/ 1524459 h 6858000"/>
              <a:gd name="connsiteX8325" fmla="*/ 1533932 w 12203753"/>
              <a:gd name="connsiteY8325" fmla="*/ 1461903 h 6858000"/>
              <a:gd name="connsiteX8326" fmla="*/ 1635915 w 12203753"/>
              <a:gd name="connsiteY8326" fmla="*/ 1410287 h 6858000"/>
              <a:gd name="connsiteX8327" fmla="*/ 4229752 w 12203753"/>
              <a:gd name="connsiteY8327" fmla="*/ 1410282 h 6858000"/>
              <a:gd name="connsiteX8328" fmla="*/ 4238133 w 12203753"/>
              <a:gd name="connsiteY8328" fmla="*/ 1413988 h 6858000"/>
              <a:gd name="connsiteX8329" fmla="*/ 4331748 w 12203753"/>
              <a:gd name="connsiteY8329" fmla="*/ 1461873 h 6858000"/>
              <a:gd name="connsiteX8330" fmla="*/ 4427491 w 12203753"/>
              <a:gd name="connsiteY8330" fmla="*/ 1524424 h 6858000"/>
              <a:gd name="connsiteX8331" fmla="*/ 4404860 w 12203753"/>
              <a:gd name="connsiteY8331" fmla="*/ 1563623 h 6858000"/>
              <a:gd name="connsiteX8332" fmla="*/ 4302877 w 12203753"/>
              <a:gd name="connsiteY8332" fmla="*/ 1511999 h 6858000"/>
              <a:gd name="connsiteX8333" fmla="*/ 4207137 w 12203753"/>
              <a:gd name="connsiteY8333" fmla="*/ 1449450 h 6858000"/>
              <a:gd name="connsiteX8334" fmla="*/ 2647521 w 12203753"/>
              <a:gd name="connsiteY8334" fmla="*/ 1410278 h 6858000"/>
              <a:gd name="connsiteX8335" fmla="*/ 2647585 w 12203753"/>
              <a:gd name="connsiteY8335" fmla="*/ 1410278 h 6858000"/>
              <a:gd name="connsiteX8336" fmla="*/ 2647573 w 12203753"/>
              <a:gd name="connsiteY8336" fmla="*/ 1410300 h 6858000"/>
              <a:gd name="connsiteX8337" fmla="*/ 2427043 w 12203753"/>
              <a:gd name="connsiteY8337" fmla="*/ 1410278 h 6858000"/>
              <a:gd name="connsiteX8338" fmla="*/ 2449673 w 12203753"/>
              <a:gd name="connsiteY8338" fmla="*/ 1449472 h 6858000"/>
              <a:gd name="connsiteX8339" fmla="*/ 2353932 w 12203753"/>
              <a:gd name="connsiteY8339" fmla="*/ 1512023 h 6858000"/>
              <a:gd name="connsiteX8340" fmla="*/ 2251888 w 12203753"/>
              <a:gd name="connsiteY8340" fmla="*/ 1563647 h 6858000"/>
              <a:gd name="connsiteX8341" fmla="*/ 2229258 w 12203753"/>
              <a:gd name="connsiteY8341" fmla="*/ 1524448 h 6858000"/>
              <a:gd name="connsiteX8342" fmla="*/ 2229324 w 12203753"/>
              <a:gd name="connsiteY8342" fmla="*/ 1524448 h 6858000"/>
              <a:gd name="connsiteX8343" fmla="*/ 2325057 w 12203753"/>
              <a:gd name="connsiteY8343" fmla="*/ 1461894 h 6858000"/>
              <a:gd name="connsiteX8344" fmla="*/ 2427043 w 12203753"/>
              <a:gd name="connsiteY8344" fmla="*/ 1410278 h 6858000"/>
              <a:gd name="connsiteX8345" fmla="*/ 5020837 w 12203753"/>
              <a:gd name="connsiteY8345" fmla="*/ 1410269 h 6858000"/>
              <a:gd name="connsiteX8346" fmla="*/ 5029217 w 12203753"/>
              <a:gd name="connsiteY8346" fmla="*/ 1413978 h 6858000"/>
              <a:gd name="connsiteX8347" fmla="*/ 5122827 w 12203753"/>
              <a:gd name="connsiteY8347" fmla="*/ 1461866 h 6858000"/>
              <a:gd name="connsiteX8348" fmla="*/ 5218566 w 12203753"/>
              <a:gd name="connsiteY8348" fmla="*/ 1524414 h 6858000"/>
              <a:gd name="connsiteX8349" fmla="*/ 5195941 w 12203753"/>
              <a:gd name="connsiteY8349" fmla="*/ 1563613 h 6858000"/>
              <a:gd name="connsiteX8350" fmla="*/ 5093953 w 12203753"/>
              <a:gd name="connsiteY8350" fmla="*/ 1511987 h 6858000"/>
              <a:gd name="connsiteX8351" fmla="*/ 4998215 w 12203753"/>
              <a:gd name="connsiteY8351" fmla="*/ 1449442 h 6858000"/>
              <a:gd name="connsiteX8352" fmla="*/ 3218179 w 12203753"/>
              <a:gd name="connsiteY8352" fmla="*/ 1410269 h 6858000"/>
              <a:gd name="connsiteX8353" fmla="*/ 3240807 w 12203753"/>
              <a:gd name="connsiteY8353" fmla="*/ 1449463 h 6858000"/>
              <a:gd name="connsiteX8354" fmla="*/ 3145079 w 12203753"/>
              <a:gd name="connsiteY8354" fmla="*/ 1512013 h 6858000"/>
              <a:gd name="connsiteX8355" fmla="*/ 3043026 w 12203753"/>
              <a:gd name="connsiteY8355" fmla="*/ 1563637 h 6858000"/>
              <a:gd name="connsiteX8356" fmla="*/ 3020398 w 12203753"/>
              <a:gd name="connsiteY8356" fmla="*/ 1524439 h 6858000"/>
              <a:gd name="connsiteX8357" fmla="*/ 3020464 w 12203753"/>
              <a:gd name="connsiteY8357" fmla="*/ 1524439 h 6858000"/>
              <a:gd name="connsiteX8358" fmla="*/ 3116202 w 12203753"/>
              <a:gd name="connsiteY8358" fmla="*/ 1461886 h 6858000"/>
              <a:gd name="connsiteX8359" fmla="*/ 3218179 w 12203753"/>
              <a:gd name="connsiteY8359" fmla="*/ 1410269 h 6858000"/>
              <a:gd name="connsiteX8360" fmla="*/ 3438650 w 12203753"/>
              <a:gd name="connsiteY8360" fmla="*/ 1410268 h 6858000"/>
              <a:gd name="connsiteX8361" fmla="*/ 3438713 w 12203753"/>
              <a:gd name="connsiteY8361" fmla="*/ 1410268 h 6858000"/>
              <a:gd name="connsiteX8362" fmla="*/ 3438701 w 12203753"/>
              <a:gd name="connsiteY8362" fmla="*/ 1410291 h 6858000"/>
              <a:gd name="connsiteX8363" fmla="*/ 5811965 w 12203753"/>
              <a:gd name="connsiteY8363" fmla="*/ 1410263 h 6858000"/>
              <a:gd name="connsiteX8364" fmla="*/ 5820348 w 12203753"/>
              <a:gd name="connsiteY8364" fmla="*/ 1413969 h 6858000"/>
              <a:gd name="connsiteX8365" fmla="*/ 5913960 w 12203753"/>
              <a:gd name="connsiteY8365" fmla="*/ 1461858 h 6858000"/>
              <a:gd name="connsiteX8366" fmla="*/ 6009695 w 12203753"/>
              <a:gd name="connsiteY8366" fmla="*/ 1524403 h 6858000"/>
              <a:gd name="connsiteX8367" fmla="*/ 5987067 w 12203753"/>
              <a:gd name="connsiteY8367" fmla="*/ 1563603 h 6858000"/>
              <a:gd name="connsiteX8368" fmla="*/ 5885086 w 12203753"/>
              <a:gd name="connsiteY8368" fmla="*/ 1511977 h 6858000"/>
              <a:gd name="connsiteX8369" fmla="*/ 5789350 w 12203753"/>
              <a:gd name="connsiteY8369" fmla="*/ 1449432 h 6858000"/>
              <a:gd name="connsiteX8370" fmla="*/ 4009303 w 12203753"/>
              <a:gd name="connsiteY8370" fmla="*/ 1410259 h 6858000"/>
              <a:gd name="connsiteX8371" fmla="*/ 4031930 w 12203753"/>
              <a:gd name="connsiteY8371" fmla="*/ 1449455 h 6858000"/>
              <a:gd name="connsiteX8372" fmla="*/ 3936200 w 12203753"/>
              <a:gd name="connsiteY8372" fmla="*/ 1512002 h 6858000"/>
              <a:gd name="connsiteX8373" fmla="*/ 3834153 w 12203753"/>
              <a:gd name="connsiteY8373" fmla="*/ 1563627 h 6858000"/>
              <a:gd name="connsiteX8374" fmla="*/ 3811524 w 12203753"/>
              <a:gd name="connsiteY8374" fmla="*/ 1524429 h 6858000"/>
              <a:gd name="connsiteX8375" fmla="*/ 3811587 w 12203753"/>
              <a:gd name="connsiteY8375" fmla="*/ 1524429 h 6858000"/>
              <a:gd name="connsiteX8376" fmla="*/ 3907323 w 12203753"/>
              <a:gd name="connsiteY8376" fmla="*/ 1461879 h 6858000"/>
              <a:gd name="connsiteX8377" fmla="*/ 4009303 w 12203753"/>
              <a:gd name="connsiteY8377" fmla="*/ 1410259 h 6858000"/>
              <a:gd name="connsiteX8378" fmla="*/ 4229702 w 12203753"/>
              <a:gd name="connsiteY8378" fmla="*/ 1410258 h 6858000"/>
              <a:gd name="connsiteX8379" fmla="*/ 4229764 w 12203753"/>
              <a:gd name="connsiteY8379" fmla="*/ 1410258 h 6858000"/>
              <a:gd name="connsiteX8380" fmla="*/ 4229752 w 12203753"/>
              <a:gd name="connsiteY8380" fmla="*/ 1410282 h 6858000"/>
              <a:gd name="connsiteX8381" fmla="*/ 4800366 w 12203753"/>
              <a:gd name="connsiteY8381" fmla="*/ 1410253 h 6858000"/>
              <a:gd name="connsiteX8382" fmla="*/ 4822988 w 12203753"/>
              <a:gd name="connsiteY8382" fmla="*/ 1449446 h 6858000"/>
              <a:gd name="connsiteX8383" fmla="*/ 4727254 w 12203753"/>
              <a:gd name="connsiteY8383" fmla="*/ 1511992 h 6858000"/>
              <a:gd name="connsiteX8384" fmla="*/ 4625211 w 12203753"/>
              <a:gd name="connsiteY8384" fmla="*/ 1563616 h 6858000"/>
              <a:gd name="connsiteX8385" fmla="*/ 4602581 w 12203753"/>
              <a:gd name="connsiteY8385" fmla="*/ 1524418 h 6858000"/>
              <a:gd name="connsiteX8386" fmla="*/ 4602649 w 12203753"/>
              <a:gd name="connsiteY8386" fmla="*/ 1524418 h 6858000"/>
              <a:gd name="connsiteX8387" fmla="*/ 4698380 w 12203753"/>
              <a:gd name="connsiteY8387" fmla="*/ 1461869 h 6858000"/>
              <a:gd name="connsiteX8388" fmla="*/ 4800366 w 12203753"/>
              <a:gd name="connsiteY8388" fmla="*/ 1410253 h 6858000"/>
              <a:gd name="connsiteX8389" fmla="*/ 5020783 w 12203753"/>
              <a:gd name="connsiteY8389" fmla="*/ 1410250 h 6858000"/>
              <a:gd name="connsiteX8390" fmla="*/ 5020848 w 12203753"/>
              <a:gd name="connsiteY8390" fmla="*/ 1410250 h 6858000"/>
              <a:gd name="connsiteX8391" fmla="*/ 5020837 w 12203753"/>
              <a:gd name="connsiteY8391" fmla="*/ 1410269 h 6858000"/>
              <a:gd name="connsiteX8392" fmla="*/ 5591504 w 12203753"/>
              <a:gd name="connsiteY8392" fmla="*/ 1410241 h 6858000"/>
              <a:gd name="connsiteX8393" fmla="*/ 5614132 w 12203753"/>
              <a:gd name="connsiteY8393" fmla="*/ 1449437 h 6858000"/>
              <a:gd name="connsiteX8394" fmla="*/ 5518397 w 12203753"/>
              <a:gd name="connsiteY8394" fmla="*/ 1511982 h 6858000"/>
              <a:gd name="connsiteX8395" fmla="*/ 5416352 w 12203753"/>
              <a:gd name="connsiteY8395" fmla="*/ 1563606 h 6858000"/>
              <a:gd name="connsiteX8396" fmla="*/ 5393724 w 12203753"/>
              <a:gd name="connsiteY8396" fmla="*/ 1524408 h 6858000"/>
              <a:gd name="connsiteX8397" fmla="*/ 5489459 w 12203753"/>
              <a:gd name="connsiteY8397" fmla="*/ 1461861 h 6858000"/>
              <a:gd name="connsiteX8398" fmla="*/ 5591504 w 12203753"/>
              <a:gd name="connsiteY8398" fmla="*/ 1410241 h 6858000"/>
              <a:gd name="connsiteX8399" fmla="*/ 5811914 w 12203753"/>
              <a:gd name="connsiteY8399" fmla="*/ 1410240 h 6858000"/>
              <a:gd name="connsiteX8400" fmla="*/ 5811979 w 12203753"/>
              <a:gd name="connsiteY8400" fmla="*/ 1410240 h 6858000"/>
              <a:gd name="connsiteX8401" fmla="*/ 5811965 w 12203753"/>
              <a:gd name="connsiteY8401" fmla="*/ 1410263 h 6858000"/>
              <a:gd name="connsiteX8402" fmla="*/ 6382638 w 12203753"/>
              <a:gd name="connsiteY8402" fmla="*/ 1410232 h 6858000"/>
              <a:gd name="connsiteX8403" fmla="*/ 6405201 w 12203753"/>
              <a:gd name="connsiteY8403" fmla="*/ 1449428 h 6858000"/>
              <a:gd name="connsiteX8404" fmla="*/ 6309528 w 12203753"/>
              <a:gd name="connsiteY8404" fmla="*/ 1511971 h 6858000"/>
              <a:gd name="connsiteX8405" fmla="*/ 6207480 w 12203753"/>
              <a:gd name="connsiteY8405" fmla="*/ 1563596 h 6858000"/>
              <a:gd name="connsiteX8406" fmla="*/ 6184852 w 12203753"/>
              <a:gd name="connsiteY8406" fmla="*/ 1524398 h 6858000"/>
              <a:gd name="connsiteX8407" fmla="*/ 6280590 w 12203753"/>
              <a:gd name="connsiteY8407" fmla="*/ 1461855 h 6858000"/>
              <a:gd name="connsiteX8408" fmla="*/ 6382638 w 12203753"/>
              <a:gd name="connsiteY8408" fmla="*/ 1410232 h 6858000"/>
              <a:gd name="connsiteX8409" fmla="*/ 6603052 w 12203753"/>
              <a:gd name="connsiteY8409" fmla="*/ 1410231 h 6858000"/>
              <a:gd name="connsiteX8410" fmla="*/ 6705100 w 12203753"/>
              <a:gd name="connsiteY8410" fmla="*/ 1461850 h 6858000"/>
              <a:gd name="connsiteX8411" fmla="*/ 6800772 w 12203753"/>
              <a:gd name="connsiteY8411" fmla="*/ 1524393 h 6858000"/>
              <a:gd name="connsiteX8412" fmla="*/ 6778210 w 12203753"/>
              <a:gd name="connsiteY8412" fmla="*/ 1563592 h 6858000"/>
              <a:gd name="connsiteX8413" fmla="*/ 6676161 w 12203753"/>
              <a:gd name="connsiteY8413" fmla="*/ 1511966 h 6858000"/>
              <a:gd name="connsiteX8414" fmla="*/ 6580424 w 12203753"/>
              <a:gd name="connsiteY8414" fmla="*/ 1449424 h 6858000"/>
              <a:gd name="connsiteX8415" fmla="*/ 7173716 w 12203753"/>
              <a:gd name="connsiteY8415" fmla="*/ 1410223 h 6858000"/>
              <a:gd name="connsiteX8416" fmla="*/ 7196344 w 12203753"/>
              <a:gd name="connsiteY8416" fmla="*/ 1449419 h 6858000"/>
              <a:gd name="connsiteX8417" fmla="*/ 7100606 w 12203753"/>
              <a:gd name="connsiteY8417" fmla="*/ 1511960 h 6858000"/>
              <a:gd name="connsiteX8418" fmla="*/ 6998558 w 12203753"/>
              <a:gd name="connsiteY8418" fmla="*/ 1563586 h 6858000"/>
              <a:gd name="connsiteX8419" fmla="*/ 6975995 w 12203753"/>
              <a:gd name="connsiteY8419" fmla="*/ 1524388 h 6858000"/>
              <a:gd name="connsiteX8420" fmla="*/ 7071731 w 12203753"/>
              <a:gd name="connsiteY8420" fmla="*/ 1461846 h 6858000"/>
              <a:gd name="connsiteX8421" fmla="*/ 7173716 w 12203753"/>
              <a:gd name="connsiteY8421" fmla="*/ 1410223 h 6858000"/>
              <a:gd name="connsiteX8422" fmla="*/ 7394128 w 12203753"/>
              <a:gd name="connsiteY8422" fmla="*/ 1410221 h 6858000"/>
              <a:gd name="connsiteX8423" fmla="*/ 7496176 w 12203753"/>
              <a:gd name="connsiteY8423" fmla="*/ 1461841 h 6858000"/>
              <a:gd name="connsiteX8424" fmla="*/ 7591913 w 12203753"/>
              <a:gd name="connsiteY8424" fmla="*/ 1524383 h 6858000"/>
              <a:gd name="connsiteX8425" fmla="*/ 7569286 w 12203753"/>
              <a:gd name="connsiteY8425" fmla="*/ 1563582 h 6858000"/>
              <a:gd name="connsiteX8426" fmla="*/ 7467302 w 12203753"/>
              <a:gd name="connsiteY8426" fmla="*/ 1511956 h 6858000"/>
              <a:gd name="connsiteX8427" fmla="*/ 7371564 w 12203753"/>
              <a:gd name="connsiteY8427" fmla="*/ 1449415 h 6858000"/>
              <a:gd name="connsiteX8428" fmla="*/ 7964857 w 12203753"/>
              <a:gd name="connsiteY8428" fmla="*/ 1410214 h 6858000"/>
              <a:gd name="connsiteX8429" fmla="*/ 7987485 w 12203753"/>
              <a:gd name="connsiteY8429" fmla="*/ 1449410 h 6858000"/>
              <a:gd name="connsiteX8430" fmla="*/ 7891747 w 12203753"/>
              <a:gd name="connsiteY8430" fmla="*/ 1511949 h 6858000"/>
              <a:gd name="connsiteX8431" fmla="*/ 7789699 w 12203753"/>
              <a:gd name="connsiteY8431" fmla="*/ 1563576 h 6858000"/>
              <a:gd name="connsiteX8432" fmla="*/ 7767072 w 12203753"/>
              <a:gd name="connsiteY8432" fmla="*/ 1524377 h 6858000"/>
              <a:gd name="connsiteX8433" fmla="*/ 7862873 w 12203753"/>
              <a:gd name="connsiteY8433" fmla="*/ 1461838 h 6858000"/>
              <a:gd name="connsiteX8434" fmla="*/ 7964857 w 12203753"/>
              <a:gd name="connsiteY8434" fmla="*/ 1410214 h 6858000"/>
              <a:gd name="connsiteX8435" fmla="*/ 8185270 w 12203753"/>
              <a:gd name="connsiteY8435" fmla="*/ 1410212 h 6858000"/>
              <a:gd name="connsiteX8436" fmla="*/ 8287318 w 12203753"/>
              <a:gd name="connsiteY8436" fmla="*/ 1461833 h 6858000"/>
              <a:gd name="connsiteX8437" fmla="*/ 8383056 w 12203753"/>
              <a:gd name="connsiteY8437" fmla="*/ 1524373 h 6858000"/>
              <a:gd name="connsiteX8438" fmla="*/ 8360428 w 12203753"/>
              <a:gd name="connsiteY8438" fmla="*/ 1563572 h 6858000"/>
              <a:gd name="connsiteX8439" fmla="*/ 8258443 w 12203753"/>
              <a:gd name="connsiteY8439" fmla="*/ 1511946 h 6858000"/>
              <a:gd name="connsiteX8440" fmla="*/ 8162642 w 12203753"/>
              <a:gd name="connsiteY8440" fmla="*/ 1449407 h 6858000"/>
              <a:gd name="connsiteX8441" fmla="*/ 8755998 w 12203753"/>
              <a:gd name="connsiteY8441" fmla="*/ 1410204 h 6858000"/>
              <a:gd name="connsiteX8442" fmla="*/ 8778626 w 12203753"/>
              <a:gd name="connsiteY8442" fmla="*/ 1449402 h 6858000"/>
              <a:gd name="connsiteX8443" fmla="*/ 8682888 w 12203753"/>
              <a:gd name="connsiteY8443" fmla="*/ 1511939 h 6858000"/>
              <a:gd name="connsiteX8444" fmla="*/ 8580840 w 12203753"/>
              <a:gd name="connsiteY8444" fmla="*/ 1563566 h 6858000"/>
              <a:gd name="connsiteX8445" fmla="*/ 8558213 w 12203753"/>
              <a:gd name="connsiteY8445" fmla="*/ 1524367 h 6858000"/>
              <a:gd name="connsiteX8446" fmla="*/ 8653951 w 12203753"/>
              <a:gd name="connsiteY8446" fmla="*/ 1461830 h 6858000"/>
              <a:gd name="connsiteX8447" fmla="*/ 8755998 w 12203753"/>
              <a:gd name="connsiteY8447" fmla="*/ 1410204 h 6858000"/>
              <a:gd name="connsiteX8448" fmla="*/ 8976412 w 12203753"/>
              <a:gd name="connsiteY8448" fmla="*/ 1410202 h 6858000"/>
              <a:gd name="connsiteX8449" fmla="*/ 9078460 w 12203753"/>
              <a:gd name="connsiteY8449" fmla="*/ 1461825 h 6858000"/>
              <a:gd name="connsiteX8450" fmla="*/ 9174198 w 12203753"/>
              <a:gd name="connsiteY8450" fmla="*/ 1524363 h 6858000"/>
              <a:gd name="connsiteX8451" fmla="*/ 9151570 w 12203753"/>
              <a:gd name="connsiteY8451" fmla="*/ 1563562 h 6858000"/>
              <a:gd name="connsiteX8452" fmla="*/ 9049585 w 12203753"/>
              <a:gd name="connsiteY8452" fmla="*/ 1511934 h 6858000"/>
              <a:gd name="connsiteX8453" fmla="*/ 8953784 w 12203753"/>
              <a:gd name="connsiteY8453" fmla="*/ 1449399 h 6858000"/>
              <a:gd name="connsiteX8454" fmla="*/ 9547140 w 12203753"/>
              <a:gd name="connsiteY8454" fmla="*/ 1410195 h 6858000"/>
              <a:gd name="connsiteX8455" fmla="*/ 9569704 w 12203753"/>
              <a:gd name="connsiteY8455" fmla="*/ 1449394 h 6858000"/>
              <a:gd name="connsiteX8456" fmla="*/ 9474030 w 12203753"/>
              <a:gd name="connsiteY8456" fmla="*/ 1511929 h 6858000"/>
              <a:gd name="connsiteX8457" fmla="*/ 9371982 w 12203753"/>
              <a:gd name="connsiteY8457" fmla="*/ 1563556 h 6858000"/>
              <a:gd name="connsiteX8458" fmla="*/ 9349355 w 12203753"/>
              <a:gd name="connsiteY8458" fmla="*/ 1524357 h 6858000"/>
              <a:gd name="connsiteX8459" fmla="*/ 9445093 w 12203753"/>
              <a:gd name="connsiteY8459" fmla="*/ 1461821 h 6858000"/>
              <a:gd name="connsiteX8460" fmla="*/ 9547140 w 12203753"/>
              <a:gd name="connsiteY8460" fmla="*/ 1410195 h 6858000"/>
              <a:gd name="connsiteX8461" fmla="*/ 9767553 w 12203753"/>
              <a:gd name="connsiteY8461" fmla="*/ 1410192 h 6858000"/>
              <a:gd name="connsiteX8462" fmla="*/ 9869601 w 12203753"/>
              <a:gd name="connsiteY8462" fmla="*/ 1461816 h 6858000"/>
              <a:gd name="connsiteX8463" fmla="*/ 9965275 w 12203753"/>
              <a:gd name="connsiteY8463" fmla="*/ 1524353 h 6858000"/>
              <a:gd name="connsiteX8464" fmla="*/ 9942711 w 12203753"/>
              <a:gd name="connsiteY8464" fmla="*/ 1563552 h 6858000"/>
              <a:gd name="connsiteX8465" fmla="*/ 9840663 w 12203753"/>
              <a:gd name="connsiteY8465" fmla="*/ 1511924 h 6858000"/>
              <a:gd name="connsiteX8466" fmla="*/ 9744925 w 12203753"/>
              <a:gd name="connsiteY8466" fmla="*/ 1449390 h 6858000"/>
              <a:gd name="connsiteX8467" fmla="*/ 10338218 w 12203753"/>
              <a:gd name="connsiteY8467" fmla="*/ 1410186 h 6858000"/>
              <a:gd name="connsiteX8468" fmla="*/ 10360845 w 12203753"/>
              <a:gd name="connsiteY8468" fmla="*/ 1449385 h 6858000"/>
              <a:gd name="connsiteX8469" fmla="*/ 10265107 w 12203753"/>
              <a:gd name="connsiteY8469" fmla="*/ 1511918 h 6858000"/>
              <a:gd name="connsiteX8470" fmla="*/ 10163123 w 12203753"/>
              <a:gd name="connsiteY8470" fmla="*/ 1563546 h 6858000"/>
              <a:gd name="connsiteX8471" fmla="*/ 10140496 w 12203753"/>
              <a:gd name="connsiteY8471" fmla="*/ 1524347 h 6858000"/>
              <a:gd name="connsiteX8472" fmla="*/ 10236234 w 12203753"/>
              <a:gd name="connsiteY8472" fmla="*/ 1461813 h 6858000"/>
              <a:gd name="connsiteX8473" fmla="*/ 10338218 w 12203753"/>
              <a:gd name="connsiteY8473" fmla="*/ 1410186 h 6858000"/>
              <a:gd name="connsiteX8474" fmla="*/ 10558630 w 12203753"/>
              <a:gd name="connsiteY8474" fmla="*/ 1410183 h 6858000"/>
              <a:gd name="connsiteX8475" fmla="*/ 10660678 w 12203753"/>
              <a:gd name="connsiteY8475" fmla="*/ 1461808 h 6858000"/>
              <a:gd name="connsiteX8476" fmla="*/ 10756416 w 12203753"/>
              <a:gd name="connsiteY8476" fmla="*/ 1524342 h 6858000"/>
              <a:gd name="connsiteX8477" fmla="*/ 10733788 w 12203753"/>
              <a:gd name="connsiteY8477" fmla="*/ 1563542 h 6858000"/>
              <a:gd name="connsiteX8478" fmla="*/ 10631804 w 12203753"/>
              <a:gd name="connsiteY8478" fmla="*/ 1511914 h 6858000"/>
              <a:gd name="connsiteX8479" fmla="*/ 10536066 w 12203753"/>
              <a:gd name="connsiteY8479" fmla="*/ 1449381 h 6858000"/>
              <a:gd name="connsiteX8480" fmla="*/ 11129360 w 12203753"/>
              <a:gd name="connsiteY8480" fmla="*/ 1410177 h 6858000"/>
              <a:gd name="connsiteX8481" fmla="*/ 11151987 w 12203753"/>
              <a:gd name="connsiteY8481" fmla="*/ 1449376 h 6858000"/>
              <a:gd name="connsiteX8482" fmla="*/ 11056249 w 12203753"/>
              <a:gd name="connsiteY8482" fmla="*/ 1511908 h 6858000"/>
              <a:gd name="connsiteX8483" fmla="*/ 10954201 w 12203753"/>
              <a:gd name="connsiteY8483" fmla="*/ 1563536 h 6858000"/>
              <a:gd name="connsiteX8484" fmla="*/ 10931638 w 12203753"/>
              <a:gd name="connsiteY8484" fmla="*/ 1524337 h 6858000"/>
              <a:gd name="connsiteX8485" fmla="*/ 11027376 w 12203753"/>
              <a:gd name="connsiteY8485" fmla="*/ 1461805 h 6858000"/>
              <a:gd name="connsiteX8486" fmla="*/ 11129360 w 12203753"/>
              <a:gd name="connsiteY8486" fmla="*/ 1410177 h 6858000"/>
              <a:gd name="connsiteX8487" fmla="*/ 11349772 w 12203753"/>
              <a:gd name="connsiteY8487" fmla="*/ 1410173 h 6858000"/>
              <a:gd name="connsiteX8488" fmla="*/ 11451820 w 12203753"/>
              <a:gd name="connsiteY8488" fmla="*/ 1461800 h 6858000"/>
              <a:gd name="connsiteX8489" fmla="*/ 11547558 w 12203753"/>
              <a:gd name="connsiteY8489" fmla="*/ 1524332 h 6858000"/>
              <a:gd name="connsiteX8490" fmla="*/ 11524930 w 12203753"/>
              <a:gd name="connsiteY8490" fmla="*/ 1563532 h 6858000"/>
              <a:gd name="connsiteX8491" fmla="*/ 11422946 w 12203753"/>
              <a:gd name="connsiteY8491" fmla="*/ 1511903 h 6858000"/>
              <a:gd name="connsiteX8492" fmla="*/ 11327208 w 12203753"/>
              <a:gd name="connsiteY8492" fmla="*/ 1449372 h 6858000"/>
              <a:gd name="connsiteX8493" fmla="*/ 11920501 w 12203753"/>
              <a:gd name="connsiteY8493" fmla="*/ 1410168 h 6858000"/>
              <a:gd name="connsiteX8494" fmla="*/ 11943128 w 12203753"/>
              <a:gd name="connsiteY8494" fmla="*/ 1449367 h 6858000"/>
              <a:gd name="connsiteX8495" fmla="*/ 11847390 w 12203753"/>
              <a:gd name="connsiteY8495" fmla="*/ 1511897 h 6858000"/>
              <a:gd name="connsiteX8496" fmla="*/ 11745343 w 12203753"/>
              <a:gd name="connsiteY8496" fmla="*/ 1563526 h 6858000"/>
              <a:gd name="connsiteX8497" fmla="*/ 11722715 w 12203753"/>
              <a:gd name="connsiteY8497" fmla="*/ 1524326 h 6858000"/>
              <a:gd name="connsiteX8498" fmla="*/ 11818516 w 12203753"/>
              <a:gd name="connsiteY8498" fmla="*/ 1461796 h 6858000"/>
              <a:gd name="connsiteX8499" fmla="*/ 11920501 w 12203753"/>
              <a:gd name="connsiteY8499" fmla="*/ 1410168 h 6858000"/>
              <a:gd name="connsiteX8500" fmla="*/ 12140914 w 12203753"/>
              <a:gd name="connsiteY8500" fmla="*/ 1410164 h 6858000"/>
              <a:gd name="connsiteX8501" fmla="*/ 12171908 w 12203753"/>
              <a:gd name="connsiteY8501" fmla="*/ 1424410 h 6858000"/>
              <a:gd name="connsiteX8502" fmla="*/ 12203753 w 12203753"/>
              <a:gd name="connsiteY8502" fmla="*/ 1441164 h 6858000"/>
              <a:gd name="connsiteX8503" fmla="*/ 12203753 w 12203753"/>
              <a:gd name="connsiteY8503" fmla="*/ 1505379 h 6858000"/>
              <a:gd name="connsiteX8504" fmla="*/ 12146132 w 12203753"/>
              <a:gd name="connsiteY8504" fmla="*/ 1469060 h 6858000"/>
              <a:gd name="connsiteX8505" fmla="*/ 12118286 w 12203753"/>
              <a:gd name="connsiteY8505" fmla="*/ 1449364 h 6858000"/>
              <a:gd name="connsiteX8506" fmla="*/ 536848 w 12203753"/>
              <a:gd name="connsiteY8506" fmla="*/ 1258606 h 6858000"/>
              <a:gd name="connsiteX8507" fmla="*/ 582102 w 12203753"/>
              <a:gd name="connsiteY8507" fmla="*/ 1258606 h 6858000"/>
              <a:gd name="connsiteX8508" fmla="*/ 588413 w 12203753"/>
              <a:gd name="connsiteY8508" fmla="*/ 1372769 h 6858000"/>
              <a:gd name="connsiteX8509" fmla="*/ 582102 w 12203753"/>
              <a:gd name="connsiteY8509" fmla="*/ 1486927 h 6858000"/>
              <a:gd name="connsiteX8510" fmla="*/ 536848 w 12203753"/>
              <a:gd name="connsiteY8510" fmla="*/ 1486927 h 6858000"/>
              <a:gd name="connsiteX8511" fmla="*/ 530602 w 12203753"/>
              <a:gd name="connsiteY8511" fmla="*/ 1372769 h 6858000"/>
              <a:gd name="connsiteX8512" fmla="*/ 536848 w 12203753"/>
              <a:gd name="connsiteY8512" fmla="*/ 1258606 h 6858000"/>
              <a:gd name="connsiteX8513" fmla="*/ 1327990 w 12203753"/>
              <a:gd name="connsiteY8513" fmla="*/ 1258596 h 6858000"/>
              <a:gd name="connsiteX8514" fmla="*/ 1373245 w 12203753"/>
              <a:gd name="connsiteY8514" fmla="*/ 1258596 h 6858000"/>
              <a:gd name="connsiteX8515" fmla="*/ 1379556 w 12203753"/>
              <a:gd name="connsiteY8515" fmla="*/ 1372759 h 6858000"/>
              <a:gd name="connsiteX8516" fmla="*/ 1373245 w 12203753"/>
              <a:gd name="connsiteY8516" fmla="*/ 1486918 h 6858000"/>
              <a:gd name="connsiteX8517" fmla="*/ 1327990 w 12203753"/>
              <a:gd name="connsiteY8517" fmla="*/ 1486918 h 6858000"/>
              <a:gd name="connsiteX8518" fmla="*/ 1321744 w 12203753"/>
              <a:gd name="connsiteY8518" fmla="*/ 1372759 h 6858000"/>
              <a:gd name="connsiteX8519" fmla="*/ 1327990 w 12203753"/>
              <a:gd name="connsiteY8519" fmla="*/ 1258596 h 6858000"/>
              <a:gd name="connsiteX8520" fmla="*/ 2119119 w 12203753"/>
              <a:gd name="connsiteY8520" fmla="*/ 1258586 h 6858000"/>
              <a:gd name="connsiteX8521" fmla="*/ 2164366 w 12203753"/>
              <a:gd name="connsiteY8521" fmla="*/ 1258586 h 6858000"/>
              <a:gd name="connsiteX8522" fmla="*/ 2170679 w 12203753"/>
              <a:gd name="connsiteY8522" fmla="*/ 1372749 h 6858000"/>
              <a:gd name="connsiteX8523" fmla="*/ 2164366 w 12203753"/>
              <a:gd name="connsiteY8523" fmla="*/ 1486909 h 6858000"/>
              <a:gd name="connsiteX8524" fmla="*/ 2119119 w 12203753"/>
              <a:gd name="connsiteY8524" fmla="*/ 1486909 h 6858000"/>
              <a:gd name="connsiteX8525" fmla="*/ 2112868 w 12203753"/>
              <a:gd name="connsiteY8525" fmla="*/ 1372749 h 6858000"/>
              <a:gd name="connsiteX8526" fmla="*/ 2119119 w 12203753"/>
              <a:gd name="connsiteY8526" fmla="*/ 1258586 h 6858000"/>
              <a:gd name="connsiteX8527" fmla="*/ 2910259 w 12203753"/>
              <a:gd name="connsiteY8527" fmla="*/ 1258577 h 6858000"/>
              <a:gd name="connsiteX8528" fmla="*/ 2955512 w 12203753"/>
              <a:gd name="connsiteY8528" fmla="*/ 1258577 h 6858000"/>
              <a:gd name="connsiteX8529" fmla="*/ 2961822 w 12203753"/>
              <a:gd name="connsiteY8529" fmla="*/ 1372739 h 6858000"/>
              <a:gd name="connsiteX8530" fmla="*/ 2955512 w 12203753"/>
              <a:gd name="connsiteY8530" fmla="*/ 1486899 h 6858000"/>
              <a:gd name="connsiteX8531" fmla="*/ 2910259 w 12203753"/>
              <a:gd name="connsiteY8531" fmla="*/ 1486899 h 6858000"/>
              <a:gd name="connsiteX8532" fmla="*/ 2903952 w 12203753"/>
              <a:gd name="connsiteY8532" fmla="*/ 1372739 h 6858000"/>
              <a:gd name="connsiteX8533" fmla="*/ 2910259 w 12203753"/>
              <a:gd name="connsiteY8533" fmla="*/ 1258577 h 6858000"/>
              <a:gd name="connsiteX8534" fmla="*/ 3701387 w 12203753"/>
              <a:gd name="connsiteY8534" fmla="*/ 1258567 h 6858000"/>
              <a:gd name="connsiteX8535" fmla="*/ 3746642 w 12203753"/>
              <a:gd name="connsiteY8535" fmla="*/ 1258567 h 6858000"/>
              <a:gd name="connsiteX8536" fmla="*/ 3752953 w 12203753"/>
              <a:gd name="connsiteY8536" fmla="*/ 1372729 h 6858000"/>
              <a:gd name="connsiteX8537" fmla="*/ 3746642 w 12203753"/>
              <a:gd name="connsiteY8537" fmla="*/ 1486889 h 6858000"/>
              <a:gd name="connsiteX8538" fmla="*/ 3701387 w 12203753"/>
              <a:gd name="connsiteY8538" fmla="*/ 1486889 h 6858000"/>
              <a:gd name="connsiteX8539" fmla="*/ 3695075 w 12203753"/>
              <a:gd name="connsiteY8539" fmla="*/ 1372729 h 6858000"/>
              <a:gd name="connsiteX8540" fmla="*/ 3701387 w 12203753"/>
              <a:gd name="connsiteY8540" fmla="*/ 1258567 h 6858000"/>
              <a:gd name="connsiteX8541" fmla="*/ 4492377 w 12203753"/>
              <a:gd name="connsiteY8541" fmla="*/ 1258557 h 6858000"/>
              <a:gd name="connsiteX8542" fmla="*/ 4537632 w 12203753"/>
              <a:gd name="connsiteY8542" fmla="*/ 1258557 h 6858000"/>
              <a:gd name="connsiteX8543" fmla="*/ 4543944 w 12203753"/>
              <a:gd name="connsiteY8543" fmla="*/ 1372719 h 6858000"/>
              <a:gd name="connsiteX8544" fmla="*/ 4537632 w 12203753"/>
              <a:gd name="connsiteY8544" fmla="*/ 1486879 h 6858000"/>
              <a:gd name="connsiteX8545" fmla="*/ 4492377 w 12203753"/>
              <a:gd name="connsiteY8545" fmla="*/ 1486879 h 6858000"/>
              <a:gd name="connsiteX8546" fmla="*/ 4486128 w 12203753"/>
              <a:gd name="connsiteY8546" fmla="*/ 1372719 h 6858000"/>
              <a:gd name="connsiteX8547" fmla="*/ 4492377 w 12203753"/>
              <a:gd name="connsiteY8547" fmla="*/ 1258557 h 6858000"/>
              <a:gd name="connsiteX8548" fmla="*/ 5283517 w 12203753"/>
              <a:gd name="connsiteY8548" fmla="*/ 1258545 h 6858000"/>
              <a:gd name="connsiteX8549" fmla="*/ 5328774 w 12203753"/>
              <a:gd name="connsiteY8549" fmla="*/ 1258545 h 6858000"/>
              <a:gd name="connsiteX8550" fmla="*/ 5335084 w 12203753"/>
              <a:gd name="connsiteY8550" fmla="*/ 1372708 h 6858000"/>
              <a:gd name="connsiteX8551" fmla="*/ 5328774 w 12203753"/>
              <a:gd name="connsiteY8551" fmla="*/ 1486865 h 6858000"/>
              <a:gd name="connsiteX8552" fmla="*/ 5283517 w 12203753"/>
              <a:gd name="connsiteY8552" fmla="*/ 1486865 h 6858000"/>
              <a:gd name="connsiteX8553" fmla="*/ 5277271 w 12203753"/>
              <a:gd name="connsiteY8553" fmla="*/ 1372708 h 6858000"/>
              <a:gd name="connsiteX8554" fmla="*/ 5283517 w 12203753"/>
              <a:gd name="connsiteY8554" fmla="*/ 1258545 h 6858000"/>
              <a:gd name="connsiteX8555" fmla="*/ 6074648 w 12203753"/>
              <a:gd name="connsiteY8555" fmla="*/ 1258538 h 6858000"/>
              <a:gd name="connsiteX8556" fmla="*/ 6119901 w 12203753"/>
              <a:gd name="connsiteY8556" fmla="*/ 1258538 h 6858000"/>
              <a:gd name="connsiteX8557" fmla="*/ 6126212 w 12203753"/>
              <a:gd name="connsiteY8557" fmla="*/ 1372699 h 6858000"/>
              <a:gd name="connsiteX8558" fmla="*/ 6119901 w 12203753"/>
              <a:gd name="connsiteY8558" fmla="*/ 1486859 h 6858000"/>
              <a:gd name="connsiteX8559" fmla="*/ 6074648 w 12203753"/>
              <a:gd name="connsiteY8559" fmla="*/ 1486859 h 6858000"/>
              <a:gd name="connsiteX8560" fmla="*/ 6068400 w 12203753"/>
              <a:gd name="connsiteY8560" fmla="*/ 1372699 h 6858000"/>
              <a:gd name="connsiteX8561" fmla="*/ 6074648 w 12203753"/>
              <a:gd name="connsiteY8561" fmla="*/ 1258538 h 6858000"/>
              <a:gd name="connsiteX8562" fmla="*/ 6865787 w 12203753"/>
              <a:gd name="connsiteY8562" fmla="*/ 1258528 h 6858000"/>
              <a:gd name="connsiteX8563" fmla="*/ 6910979 w 12203753"/>
              <a:gd name="connsiteY8563" fmla="*/ 1258528 h 6858000"/>
              <a:gd name="connsiteX8564" fmla="*/ 6917290 w 12203753"/>
              <a:gd name="connsiteY8564" fmla="*/ 1372689 h 6858000"/>
              <a:gd name="connsiteX8565" fmla="*/ 6910979 w 12203753"/>
              <a:gd name="connsiteY8565" fmla="*/ 1486849 h 6858000"/>
              <a:gd name="connsiteX8566" fmla="*/ 6865787 w 12203753"/>
              <a:gd name="connsiteY8566" fmla="*/ 1486849 h 6858000"/>
              <a:gd name="connsiteX8567" fmla="*/ 6859477 w 12203753"/>
              <a:gd name="connsiteY8567" fmla="*/ 1372689 h 6858000"/>
              <a:gd name="connsiteX8568" fmla="*/ 6865787 w 12203753"/>
              <a:gd name="connsiteY8568" fmla="*/ 1258528 h 6858000"/>
              <a:gd name="connsiteX8569" fmla="*/ 7656865 w 12203753"/>
              <a:gd name="connsiteY8569" fmla="*/ 1258519 h 6858000"/>
              <a:gd name="connsiteX8570" fmla="*/ 7702121 w 12203753"/>
              <a:gd name="connsiteY8570" fmla="*/ 1258519 h 6858000"/>
              <a:gd name="connsiteX8571" fmla="*/ 7708431 w 12203753"/>
              <a:gd name="connsiteY8571" fmla="*/ 1372679 h 6858000"/>
              <a:gd name="connsiteX8572" fmla="*/ 7702121 w 12203753"/>
              <a:gd name="connsiteY8572" fmla="*/ 1486839 h 6858000"/>
              <a:gd name="connsiteX8573" fmla="*/ 7656865 w 12203753"/>
              <a:gd name="connsiteY8573" fmla="*/ 1486839 h 6858000"/>
              <a:gd name="connsiteX8574" fmla="*/ 7650619 w 12203753"/>
              <a:gd name="connsiteY8574" fmla="*/ 1372679 h 6858000"/>
              <a:gd name="connsiteX8575" fmla="*/ 7656865 w 12203753"/>
              <a:gd name="connsiteY8575" fmla="*/ 1258519 h 6858000"/>
              <a:gd name="connsiteX8576" fmla="*/ 8448006 w 12203753"/>
              <a:gd name="connsiteY8576" fmla="*/ 1258509 h 6858000"/>
              <a:gd name="connsiteX8577" fmla="*/ 8493262 w 12203753"/>
              <a:gd name="connsiteY8577" fmla="*/ 1258509 h 6858000"/>
              <a:gd name="connsiteX8578" fmla="*/ 8499508 w 12203753"/>
              <a:gd name="connsiteY8578" fmla="*/ 1372670 h 6858000"/>
              <a:gd name="connsiteX8579" fmla="*/ 8493262 w 12203753"/>
              <a:gd name="connsiteY8579" fmla="*/ 1486829 h 6858000"/>
              <a:gd name="connsiteX8580" fmla="*/ 8448006 w 12203753"/>
              <a:gd name="connsiteY8580" fmla="*/ 1486829 h 6858000"/>
              <a:gd name="connsiteX8581" fmla="*/ 8441760 w 12203753"/>
              <a:gd name="connsiteY8581" fmla="*/ 1372670 h 6858000"/>
              <a:gd name="connsiteX8582" fmla="*/ 8448006 w 12203753"/>
              <a:gd name="connsiteY8582" fmla="*/ 1258509 h 6858000"/>
              <a:gd name="connsiteX8583" fmla="*/ 9239147 w 12203753"/>
              <a:gd name="connsiteY8583" fmla="*/ 1258500 h 6858000"/>
              <a:gd name="connsiteX8584" fmla="*/ 9284403 w 12203753"/>
              <a:gd name="connsiteY8584" fmla="*/ 1258500 h 6858000"/>
              <a:gd name="connsiteX8585" fmla="*/ 9290649 w 12203753"/>
              <a:gd name="connsiteY8585" fmla="*/ 1372659 h 6858000"/>
              <a:gd name="connsiteX8586" fmla="*/ 9284403 w 12203753"/>
              <a:gd name="connsiteY8586" fmla="*/ 1486819 h 6858000"/>
              <a:gd name="connsiteX8587" fmla="*/ 9239147 w 12203753"/>
              <a:gd name="connsiteY8587" fmla="*/ 1486819 h 6858000"/>
              <a:gd name="connsiteX8588" fmla="*/ 9232901 w 12203753"/>
              <a:gd name="connsiteY8588" fmla="*/ 1372659 h 6858000"/>
              <a:gd name="connsiteX8589" fmla="*/ 9239147 w 12203753"/>
              <a:gd name="connsiteY8589" fmla="*/ 1258500 h 6858000"/>
              <a:gd name="connsiteX8590" fmla="*/ 10030289 w 12203753"/>
              <a:gd name="connsiteY8590" fmla="*/ 1258490 h 6858000"/>
              <a:gd name="connsiteX8591" fmla="*/ 10075481 w 12203753"/>
              <a:gd name="connsiteY8591" fmla="*/ 1258490 h 6858000"/>
              <a:gd name="connsiteX8592" fmla="*/ 10081791 w 12203753"/>
              <a:gd name="connsiteY8592" fmla="*/ 1372649 h 6858000"/>
              <a:gd name="connsiteX8593" fmla="*/ 10075481 w 12203753"/>
              <a:gd name="connsiteY8593" fmla="*/ 1486809 h 6858000"/>
              <a:gd name="connsiteX8594" fmla="*/ 10030289 w 12203753"/>
              <a:gd name="connsiteY8594" fmla="*/ 1486809 h 6858000"/>
              <a:gd name="connsiteX8595" fmla="*/ 10023979 w 12203753"/>
              <a:gd name="connsiteY8595" fmla="*/ 1372649 h 6858000"/>
              <a:gd name="connsiteX8596" fmla="*/ 10030289 w 12203753"/>
              <a:gd name="connsiteY8596" fmla="*/ 1258490 h 6858000"/>
              <a:gd name="connsiteX8597" fmla="*/ 10821367 w 12203753"/>
              <a:gd name="connsiteY8597" fmla="*/ 1258480 h 6858000"/>
              <a:gd name="connsiteX8598" fmla="*/ 10866623 w 12203753"/>
              <a:gd name="connsiteY8598" fmla="*/ 1258480 h 6858000"/>
              <a:gd name="connsiteX8599" fmla="*/ 10872933 w 12203753"/>
              <a:gd name="connsiteY8599" fmla="*/ 1372639 h 6858000"/>
              <a:gd name="connsiteX8600" fmla="*/ 10866623 w 12203753"/>
              <a:gd name="connsiteY8600" fmla="*/ 1486799 h 6858000"/>
              <a:gd name="connsiteX8601" fmla="*/ 10821367 w 12203753"/>
              <a:gd name="connsiteY8601" fmla="*/ 1486799 h 6858000"/>
              <a:gd name="connsiteX8602" fmla="*/ 10815121 w 12203753"/>
              <a:gd name="connsiteY8602" fmla="*/ 1372639 h 6858000"/>
              <a:gd name="connsiteX8603" fmla="*/ 10821367 w 12203753"/>
              <a:gd name="connsiteY8603" fmla="*/ 1258480 h 6858000"/>
              <a:gd name="connsiteX8604" fmla="*/ 11612508 w 12203753"/>
              <a:gd name="connsiteY8604" fmla="*/ 1258471 h 6858000"/>
              <a:gd name="connsiteX8605" fmla="*/ 11657764 w 12203753"/>
              <a:gd name="connsiteY8605" fmla="*/ 1258471 h 6858000"/>
              <a:gd name="connsiteX8606" fmla="*/ 11664075 w 12203753"/>
              <a:gd name="connsiteY8606" fmla="*/ 1372629 h 6858000"/>
              <a:gd name="connsiteX8607" fmla="*/ 11657764 w 12203753"/>
              <a:gd name="connsiteY8607" fmla="*/ 1486789 h 6858000"/>
              <a:gd name="connsiteX8608" fmla="*/ 11612508 w 12203753"/>
              <a:gd name="connsiteY8608" fmla="*/ 1486789 h 6858000"/>
              <a:gd name="connsiteX8609" fmla="*/ 11606262 w 12203753"/>
              <a:gd name="connsiteY8609" fmla="*/ 1372629 h 6858000"/>
              <a:gd name="connsiteX8610" fmla="*/ 11612508 w 12203753"/>
              <a:gd name="connsiteY8610" fmla="*/ 1258471 h 6858000"/>
              <a:gd name="connsiteX8611" fmla="*/ 0 w 12203753"/>
              <a:gd name="connsiteY8611" fmla="*/ 1245761 h 6858000"/>
              <a:gd name="connsiteX8612" fmla="*/ 48559 w 12203753"/>
              <a:gd name="connsiteY8612" fmla="*/ 1276395 h 6858000"/>
              <a:gd name="connsiteX8613" fmla="*/ 76396 w 12203753"/>
              <a:gd name="connsiteY8613" fmla="*/ 1296091 h 6858000"/>
              <a:gd name="connsiteX8614" fmla="*/ 53769 w 12203753"/>
              <a:gd name="connsiteY8614" fmla="*/ 1335298 h 6858000"/>
              <a:gd name="connsiteX8615" fmla="*/ 22784 w 12203753"/>
              <a:gd name="connsiteY8615" fmla="*/ 1321025 h 6858000"/>
              <a:gd name="connsiteX8616" fmla="*/ 0 w 12203753"/>
              <a:gd name="connsiteY8616" fmla="*/ 1309036 h 6858000"/>
              <a:gd name="connsiteX8617" fmla="*/ 12203753 w 12203753"/>
              <a:gd name="connsiteY8617" fmla="*/ 1239989 h 6858000"/>
              <a:gd name="connsiteX8618" fmla="*/ 12203753 w 12203753"/>
              <a:gd name="connsiteY8618" fmla="*/ 1304205 h 6858000"/>
              <a:gd name="connsiteX8619" fmla="*/ 12171908 w 12203753"/>
              <a:gd name="connsiteY8619" fmla="*/ 1320959 h 6858000"/>
              <a:gd name="connsiteX8620" fmla="*/ 12140914 w 12203753"/>
              <a:gd name="connsiteY8620" fmla="*/ 1335205 h 6858000"/>
              <a:gd name="connsiteX8621" fmla="*/ 12118286 w 12203753"/>
              <a:gd name="connsiteY8621" fmla="*/ 1296004 h 6858000"/>
              <a:gd name="connsiteX8622" fmla="*/ 12146132 w 12203753"/>
              <a:gd name="connsiteY8622" fmla="*/ 1276309 h 6858000"/>
              <a:gd name="connsiteX8623" fmla="*/ 449268 w 12203753"/>
              <a:gd name="connsiteY8623" fmla="*/ 1181998 h 6858000"/>
              <a:gd name="connsiteX8624" fmla="*/ 471896 w 12203753"/>
              <a:gd name="connsiteY8624" fmla="*/ 1221192 h 6858000"/>
              <a:gd name="connsiteX8625" fmla="*/ 376162 w 12203753"/>
              <a:gd name="connsiteY8625" fmla="*/ 1283724 h 6858000"/>
              <a:gd name="connsiteX8626" fmla="*/ 274116 w 12203753"/>
              <a:gd name="connsiteY8626" fmla="*/ 1335357 h 6858000"/>
              <a:gd name="connsiteX8627" fmla="*/ 251487 w 12203753"/>
              <a:gd name="connsiteY8627" fmla="*/ 1296153 h 6858000"/>
              <a:gd name="connsiteX8628" fmla="*/ 251551 w 12203753"/>
              <a:gd name="connsiteY8628" fmla="*/ 1296153 h 6858000"/>
              <a:gd name="connsiteX8629" fmla="*/ 347288 w 12203753"/>
              <a:gd name="connsiteY8629" fmla="*/ 1233620 h 6858000"/>
              <a:gd name="connsiteX8630" fmla="*/ 449268 w 12203753"/>
              <a:gd name="connsiteY8630" fmla="*/ 1181998 h 6858000"/>
              <a:gd name="connsiteX8631" fmla="*/ 1240411 w 12203753"/>
              <a:gd name="connsiteY8631" fmla="*/ 1181988 h 6858000"/>
              <a:gd name="connsiteX8632" fmla="*/ 1263039 w 12203753"/>
              <a:gd name="connsiteY8632" fmla="*/ 1221182 h 6858000"/>
              <a:gd name="connsiteX8633" fmla="*/ 1167301 w 12203753"/>
              <a:gd name="connsiteY8633" fmla="*/ 1283715 h 6858000"/>
              <a:gd name="connsiteX8634" fmla="*/ 1065253 w 12203753"/>
              <a:gd name="connsiteY8634" fmla="*/ 1335349 h 6858000"/>
              <a:gd name="connsiteX8635" fmla="*/ 1042617 w 12203753"/>
              <a:gd name="connsiteY8635" fmla="*/ 1296142 h 6858000"/>
              <a:gd name="connsiteX8636" fmla="*/ 1042681 w 12203753"/>
              <a:gd name="connsiteY8636" fmla="*/ 1296142 h 6858000"/>
              <a:gd name="connsiteX8637" fmla="*/ 1138424 w 12203753"/>
              <a:gd name="connsiteY8637" fmla="*/ 1233611 h 6858000"/>
              <a:gd name="connsiteX8638" fmla="*/ 1240411 w 12203753"/>
              <a:gd name="connsiteY8638" fmla="*/ 1181988 h 6858000"/>
              <a:gd name="connsiteX8639" fmla="*/ 2031482 w 12203753"/>
              <a:gd name="connsiteY8639" fmla="*/ 1181978 h 6858000"/>
              <a:gd name="connsiteX8640" fmla="*/ 2054113 w 12203753"/>
              <a:gd name="connsiteY8640" fmla="*/ 1221173 h 6858000"/>
              <a:gd name="connsiteX8641" fmla="*/ 1958376 w 12203753"/>
              <a:gd name="connsiteY8641" fmla="*/ 1283704 h 6858000"/>
              <a:gd name="connsiteX8642" fmla="*/ 1856328 w 12203753"/>
              <a:gd name="connsiteY8642" fmla="*/ 1335339 h 6858000"/>
              <a:gd name="connsiteX8643" fmla="*/ 1833699 w 12203753"/>
              <a:gd name="connsiteY8643" fmla="*/ 1296133 h 6858000"/>
              <a:gd name="connsiteX8644" fmla="*/ 1833765 w 12203753"/>
              <a:gd name="connsiteY8644" fmla="*/ 1296133 h 6858000"/>
              <a:gd name="connsiteX8645" fmla="*/ 1929500 w 12203753"/>
              <a:gd name="connsiteY8645" fmla="*/ 1233602 h 6858000"/>
              <a:gd name="connsiteX8646" fmla="*/ 2031482 w 12203753"/>
              <a:gd name="connsiteY8646" fmla="*/ 1181978 h 6858000"/>
              <a:gd name="connsiteX8647" fmla="*/ 2822615 w 12203753"/>
              <a:gd name="connsiteY8647" fmla="*/ 1181968 h 6858000"/>
              <a:gd name="connsiteX8648" fmla="*/ 2845242 w 12203753"/>
              <a:gd name="connsiteY8648" fmla="*/ 1221163 h 6858000"/>
              <a:gd name="connsiteX8649" fmla="*/ 2749503 w 12203753"/>
              <a:gd name="connsiteY8649" fmla="*/ 1283694 h 6858000"/>
              <a:gd name="connsiteX8650" fmla="*/ 2647458 w 12203753"/>
              <a:gd name="connsiteY8650" fmla="*/ 1335329 h 6858000"/>
              <a:gd name="connsiteX8651" fmla="*/ 2624830 w 12203753"/>
              <a:gd name="connsiteY8651" fmla="*/ 1296122 h 6858000"/>
              <a:gd name="connsiteX8652" fmla="*/ 2624892 w 12203753"/>
              <a:gd name="connsiteY8652" fmla="*/ 1296122 h 6858000"/>
              <a:gd name="connsiteX8653" fmla="*/ 2720633 w 12203753"/>
              <a:gd name="connsiteY8653" fmla="*/ 1233592 h 6858000"/>
              <a:gd name="connsiteX8654" fmla="*/ 2822615 w 12203753"/>
              <a:gd name="connsiteY8654" fmla="*/ 1181968 h 6858000"/>
              <a:gd name="connsiteX8655" fmla="*/ 3613742 w 12203753"/>
              <a:gd name="connsiteY8655" fmla="*/ 1181957 h 6858000"/>
              <a:gd name="connsiteX8656" fmla="*/ 3636372 w 12203753"/>
              <a:gd name="connsiteY8656" fmla="*/ 1221153 h 6858000"/>
              <a:gd name="connsiteX8657" fmla="*/ 3540639 w 12203753"/>
              <a:gd name="connsiteY8657" fmla="*/ 1283684 h 6858000"/>
              <a:gd name="connsiteX8658" fmla="*/ 3438588 w 12203753"/>
              <a:gd name="connsiteY8658" fmla="*/ 1335319 h 6858000"/>
              <a:gd name="connsiteX8659" fmla="*/ 3415959 w 12203753"/>
              <a:gd name="connsiteY8659" fmla="*/ 1296112 h 6858000"/>
              <a:gd name="connsiteX8660" fmla="*/ 3416027 w 12203753"/>
              <a:gd name="connsiteY8660" fmla="*/ 1296112 h 6858000"/>
              <a:gd name="connsiteX8661" fmla="*/ 3511767 w 12203753"/>
              <a:gd name="connsiteY8661" fmla="*/ 1233582 h 6858000"/>
              <a:gd name="connsiteX8662" fmla="*/ 3613742 w 12203753"/>
              <a:gd name="connsiteY8662" fmla="*/ 1181957 h 6858000"/>
              <a:gd name="connsiteX8663" fmla="*/ 669795 w 12203753"/>
              <a:gd name="connsiteY8663" fmla="*/ 1181952 h 6858000"/>
              <a:gd name="connsiteX8664" fmla="*/ 678178 w 12203753"/>
              <a:gd name="connsiteY8664" fmla="*/ 1185657 h 6858000"/>
              <a:gd name="connsiteX8665" fmla="*/ 771792 w 12203753"/>
              <a:gd name="connsiteY8665" fmla="*/ 1233552 h 6858000"/>
              <a:gd name="connsiteX8666" fmla="*/ 867526 w 12203753"/>
              <a:gd name="connsiteY8666" fmla="*/ 1296081 h 6858000"/>
              <a:gd name="connsiteX8667" fmla="*/ 844900 w 12203753"/>
              <a:gd name="connsiteY8667" fmla="*/ 1335290 h 6858000"/>
              <a:gd name="connsiteX8668" fmla="*/ 742918 w 12203753"/>
              <a:gd name="connsiteY8668" fmla="*/ 1283655 h 6858000"/>
              <a:gd name="connsiteX8669" fmla="*/ 647181 w 12203753"/>
              <a:gd name="connsiteY8669" fmla="*/ 1221124 h 6858000"/>
              <a:gd name="connsiteX8670" fmla="*/ 4404860 w 12203753"/>
              <a:gd name="connsiteY8670" fmla="*/ 1181947 h 6858000"/>
              <a:gd name="connsiteX8671" fmla="*/ 4427491 w 12203753"/>
              <a:gd name="connsiteY8671" fmla="*/ 1221144 h 6858000"/>
              <a:gd name="connsiteX8672" fmla="*/ 4331748 w 12203753"/>
              <a:gd name="connsiteY8672" fmla="*/ 1283674 h 6858000"/>
              <a:gd name="connsiteX8673" fmla="*/ 4229702 w 12203753"/>
              <a:gd name="connsiteY8673" fmla="*/ 1335308 h 6858000"/>
              <a:gd name="connsiteX8674" fmla="*/ 4207074 w 12203753"/>
              <a:gd name="connsiteY8674" fmla="*/ 1296102 h 6858000"/>
              <a:gd name="connsiteX8675" fmla="*/ 4302809 w 12203753"/>
              <a:gd name="connsiteY8675" fmla="*/ 1233573 h 6858000"/>
              <a:gd name="connsiteX8676" fmla="*/ 4404860 w 12203753"/>
              <a:gd name="connsiteY8676" fmla="*/ 1181947 h 6858000"/>
              <a:gd name="connsiteX8677" fmla="*/ 1460873 w 12203753"/>
              <a:gd name="connsiteY8677" fmla="*/ 1181941 h 6858000"/>
              <a:gd name="connsiteX8678" fmla="*/ 1469257 w 12203753"/>
              <a:gd name="connsiteY8678" fmla="*/ 1185647 h 6858000"/>
              <a:gd name="connsiteX8679" fmla="*/ 1562870 w 12203753"/>
              <a:gd name="connsiteY8679" fmla="*/ 1233542 h 6858000"/>
              <a:gd name="connsiteX8680" fmla="*/ 1658607 w 12203753"/>
              <a:gd name="connsiteY8680" fmla="*/ 1296073 h 6858000"/>
              <a:gd name="connsiteX8681" fmla="*/ 1635980 w 12203753"/>
              <a:gd name="connsiteY8681" fmla="*/ 1335280 h 6858000"/>
              <a:gd name="connsiteX8682" fmla="*/ 1533999 w 12203753"/>
              <a:gd name="connsiteY8682" fmla="*/ 1283645 h 6858000"/>
              <a:gd name="connsiteX8683" fmla="*/ 1438259 w 12203753"/>
              <a:gd name="connsiteY8683" fmla="*/ 1221114 h 6858000"/>
              <a:gd name="connsiteX8684" fmla="*/ 5196000 w 12203753"/>
              <a:gd name="connsiteY8684" fmla="*/ 1181938 h 6858000"/>
              <a:gd name="connsiteX8685" fmla="*/ 5218629 w 12203753"/>
              <a:gd name="connsiteY8685" fmla="*/ 1221134 h 6858000"/>
              <a:gd name="connsiteX8686" fmla="*/ 5122891 w 12203753"/>
              <a:gd name="connsiteY8686" fmla="*/ 1283665 h 6858000"/>
              <a:gd name="connsiteX8687" fmla="*/ 5020848 w 12203753"/>
              <a:gd name="connsiteY8687" fmla="*/ 1335298 h 6858000"/>
              <a:gd name="connsiteX8688" fmla="*/ 4998215 w 12203753"/>
              <a:gd name="connsiteY8688" fmla="*/ 1296093 h 6858000"/>
              <a:gd name="connsiteX8689" fmla="*/ 5093953 w 12203753"/>
              <a:gd name="connsiteY8689" fmla="*/ 1233563 h 6858000"/>
              <a:gd name="connsiteX8690" fmla="*/ 5196000 w 12203753"/>
              <a:gd name="connsiteY8690" fmla="*/ 1181938 h 6858000"/>
              <a:gd name="connsiteX8691" fmla="*/ 2252000 w 12203753"/>
              <a:gd name="connsiteY8691" fmla="*/ 1181931 h 6858000"/>
              <a:gd name="connsiteX8692" fmla="*/ 2260383 w 12203753"/>
              <a:gd name="connsiteY8692" fmla="*/ 1185637 h 6858000"/>
              <a:gd name="connsiteX8693" fmla="*/ 2353993 w 12203753"/>
              <a:gd name="connsiteY8693" fmla="*/ 1233532 h 6858000"/>
              <a:gd name="connsiteX8694" fmla="*/ 2449735 w 12203753"/>
              <a:gd name="connsiteY8694" fmla="*/ 1296064 h 6858000"/>
              <a:gd name="connsiteX8695" fmla="*/ 2427108 w 12203753"/>
              <a:gd name="connsiteY8695" fmla="*/ 1335269 h 6858000"/>
              <a:gd name="connsiteX8696" fmla="*/ 2325122 w 12203753"/>
              <a:gd name="connsiteY8696" fmla="*/ 1283635 h 6858000"/>
              <a:gd name="connsiteX8697" fmla="*/ 2229387 w 12203753"/>
              <a:gd name="connsiteY8697" fmla="*/ 1221104 h 6858000"/>
              <a:gd name="connsiteX8698" fmla="*/ 669744 w 12203753"/>
              <a:gd name="connsiteY8698" fmla="*/ 1181929 h 6858000"/>
              <a:gd name="connsiteX8699" fmla="*/ 669808 w 12203753"/>
              <a:gd name="connsiteY8699" fmla="*/ 1181929 h 6858000"/>
              <a:gd name="connsiteX8700" fmla="*/ 669795 w 12203753"/>
              <a:gd name="connsiteY8700" fmla="*/ 1181952 h 6858000"/>
              <a:gd name="connsiteX8701" fmla="*/ 5987067 w 12203753"/>
              <a:gd name="connsiteY8701" fmla="*/ 1181927 h 6858000"/>
              <a:gd name="connsiteX8702" fmla="*/ 6009695 w 12203753"/>
              <a:gd name="connsiteY8702" fmla="*/ 1221124 h 6858000"/>
              <a:gd name="connsiteX8703" fmla="*/ 5913960 w 12203753"/>
              <a:gd name="connsiteY8703" fmla="*/ 1283655 h 6858000"/>
              <a:gd name="connsiteX8704" fmla="*/ 5811914 w 12203753"/>
              <a:gd name="connsiteY8704" fmla="*/ 1335288 h 6858000"/>
              <a:gd name="connsiteX8705" fmla="*/ 5789285 w 12203753"/>
              <a:gd name="connsiteY8705" fmla="*/ 1296083 h 6858000"/>
              <a:gd name="connsiteX8706" fmla="*/ 5885024 w 12203753"/>
              <a:gd name="connsiteY8706" fmla="*/ 1233553 h 6858000"/>
              <a:gd name="connsiteX8707" fmla="*/ 5987067 w 12203753"/>
              <a:gd name="connsiteY8707" fmla="*/ 1181927 h 6858000"/>
              <a:gd name="connsiteX8708" fmla="*/ 3043144 w 12203753"/>
              <a:gd name="connsiteY8708" fmla="*/ 1181921 h 6858000"/>
              <a:gd name="connsiteX8709" fmla="*/ 3051523 w 12203753"/>
              <a:gd name="connsiteY8709" fmla="*/ 1185626 h 6858000"/>
              <a:gd name="connsiteX8710" fmla="*/ 3145144 w 12203753"/>
              <a:gd name="connsiteY8710" fmla="*/ 1233523 h 6858000"/>
              <a:gd name="connsiteX8711" fmla="*/ 3240871 w 12203753"/>
              <a:gd name="connsiteY8711" fmla="*/ 1296053 h 6858000"/>
              <a:gd name="connsiteX8712" fmla="*/ 3218243 w 12203753"/>
              <a:gd name="connsiteY8712" fmla="*/ 1335259 h 6858000"/>
              <a:gd name="connsiteX8713" fmla="*/ 3116268 w 12203753"/>
              <a:gd name="connsiteY8713" fmla="*/ 1283625 h 6858000"/>
              <a:gd name="connsiteX8714" fmla="*/ 3020525 w 12203753"/>
              <a:gd name="connsiteY8714" fmla="*/ 1221094 h 6858000"/>
              <a:gd name="connsiteX8715" fmla="*/ 1460821 w 12203753"/>
              <a:gd name="connsiteY8715" fmla="*/ 1181919 h 6858000"/>
              <a:gd name="connsiteX8716" fmla="*/ 1460890 w 12203753"/>
              <a:gd name="connsiteY8716" fmla="*/ 1181919 h 6858000"/>
              <a:gd name="connsiteX8717" fmla="*/ 1460873 w 12203753"/>
              <a:gd name="connsiteY8717" fmla="*/ 1181941 h 6858000"/>
              <a:gd name="connsiteX8718" fmla="*/ 6778210 w 12203753"/>
              <a:gd name="connsiteY8718" fmla="*/ 1181917 h 6858000"/>
              <a:gd name="connsiteX8719" fmla="*/ 6800772 w 12203753"/>
              <a:gd name="connsiteY8719" fmla="*/ 1221114 h 6858000"/>
              <a:gd name="connsiteX8720" fmla="*/ 6705100 w 12203753"/>
              <a:gd name="connsiteY8720" fmla="*/ 1283645 h 6858000"/>
              <a:gd name="connsiteX8721" fmla="*/ 6603052 w 12203753"/>
              <a:gd name="connsiteY8721" fmla="*/ 1335277 h 6858000"/>
              <a:gd name="connsiteX8722" fmla="*/ 6580424 w 12203753"/>
              <a:gd name="connsiteY8722" fmla="*/ 1296073 h 6858000"/>
              <a:gd name="connsiteX8723" fmla="*/ 6676161 w 12203753"/>
              <a:gd name="connsiteY8723" fmla="*/ 1233543 h 6858000"/>
              <a:gd name="connsiteX8724" fmla="*/ 6778210 w 12203753"/>
              <a:gd name="connsiteY8724" fmla="*/ 1181917 h 6858000"/>
              <a:gd name="connsiteX8725" fmla="*/ 3834266 w 12203753"/>
              <a:gd name="connsiteY8725" fmla="*/ 1181911 h 6858000"/>
              <a:gd name="connsiteX8726" fmla="*/ 3842651 w 12203753"/>
              <a:gd name="connsiteY8726" fmla="*/ 1185617 h 6858000"/>
              <a:gd name="connsiteX8727" fmla="*/ 3936263 w 12203753"/>
              <a:gd name="connsiteY8727" fmla="*/ 1233513 h 6858000"/>
              <a:gd name="connsiteX8728" fmla="*/ 4031992 w 12203753"/>
              <a:gd name="connsiteY8728" fmla="*/ 1296043 h 6858000"/>
              <a:gd name="connsiteX8729" fmla="*/ 4009366 w 12203753"/>
              <a:gd name="connsiteY8729" fmla="*/ 1335249 h 6858000"/>
              <a:gd name="connsiteX8730" fmla="*/ 3907391 w 12203753"/>
              <a:gd name="connsiteY8730" fmla="*/ 1283615 h 6858000"/>
              <a:gd name="connsiteX8731" fmla="*/ 3811651 w 12203753"/>
              <a:gd name="connsiteY8731" fmla="*/ 1221085 h 6858000"/>
              <a:gd name="connsiteX8732" fmla="*/ 2251951 w 12203753"/>
              <a:gd name="connsiteY8732" fmla="*/ 1181909 h 6858000"/>
              <a:gd name="connsiteX8733" fmla="*/ 2252012 w 12203753"/>
              <a:gd name="connsiteY8733" fmla="*/ 1181909 h 6858000"/>
              <a:gd name="connsiteX8734" fmla="*/ 2252000 w 12203753"/>
              <a:gd name="connsiteY8734" fmla="*/ 1181931 h 6858000"/>
              <a:gd name="connsiteX8735" fmla="*/ 7569286 w 12203753"/>
              <a:gd name="connsiteY8735" fmla="*/ 1181907 h 6858000"/>
              <a:gd name="connsiteX8736" fmla="*/ 7591913 w 12203753"/>
              <a:gd name="connsiteY8736" fmla="*/ 1221104 h 6858000"/>
              <a:gd name="connsiteX8737" fmla="*/ 7496176 w 12203753"/>
              <a:gd name="connsiteY8737" fmla="*/ 1283635 h 6858000"/>
              <a:gd name="connsiteX8738" fmla="*/ 7394128 w 12203753"/>
              <a:gd name="connsiteY8738" fmla="*/ 1335267 h 6858000"/>
              <a:gd name="connsiteX8739" fmla="*/ 7371564 w 12203753"/>
              <a:gd name="connsiteY8739" fmla="*/ 1296064 h 6858000"/>
              <a:gd name="connsiteX8740" fmla="*/ 7467302 w 12203753"/>
              <a:gd name="connsiteY8740" fmla="*/ 1233534 h 6858000"/>
              <a:gd name="connsiteX8741" fmla="*/ 7569286 w 12203753"/>
              <a:gd name="connsiteY8741" fmla="*/ 1181907 h 6858000"/>
              <a:gd name="connsiteX8742" fmla="*/ 4625259 w 12203753"/>
              <a:gd name="connsiteY8742" fmla="*/ 1181901 h 6858000"/>
              <a:gd name="connsiteX8743" fmla="*/ 4633642 w 12203753"/>
              <a:gd name="connsiteY8743" fmla="*/ 1185607 h 6858000"/>
              <a:gd name="connsiteX8744" fmla="*/ 4727254 w 12203753"/>
              <a:gd name="connsiteY8744" fmla="*/ 1233503 h 6858000"/>
              <a:gd name="connsiteX8745" fmla="*/ 4822988 w 12203753"/>
              <a:gd name="connsiteY8745" fmla="*/ 1296032 h 6858000"/>
              <a:gd name="connsiteX8746" fmla="*/ 4800366 w 12203753"/>
              <a:gd name="connsiteY8746" fmla="*/ 1335239 h 6858000"/>
              <a:gd name="connsiteX8747" fmla="*/ 4698380 w 12203753"/>
              <a:gd name="connsiteY8747" fmla="*/ 1283605 h 6858000"/>
              <a:gd name="connsiteX8748" fmla="*/ 4602649 w 12203753"/>
              <a:gd name="connsiteY8748" fmla="*/ 1221075 h 6858000"/>
              <a:gd name="connsiteX8749" fmla="*/ 3043094 w 12203753"/>
              <a:gd name="connsiteY8749" fmla="*/ 1181899 h 6858000"/>
              <a:gd name="connsiteX8750" fmla="*/ 3043156 w 12203753"/>
              <a:gd name="connsiteY8750" fmla="*/ 1181899 h 6858000"/>
              <a:gd name="connsiteX8751" fmla="*/ 3043144 w 12203753"/>
              <a:gd name="connsiteY8751" fmla="*/ 1181921 h 6858000"/>
              <a:gd name="connsiteX8752" fmla="*/ 8360428 w 12203753"/>
              <a:gd name="connsiteY8752" fmla="*/ 1181897 h 6858000"/>
              <a:gd name="connsiteX8753" fmla="*/ 8383056 w 12203753"/>
              <a:gd name="connsiteY8753" fmla="*/ 1221095 h 6858000"/>
              <a:gd name="connsiteX8754" fmla="*/ 8287318 w 12203753"/>
              <a:gd name="connsiteY8754" fmla="*/ 1283625 h 6858000"/>
              <a:gd name="connsiteX8755" fmla="*/ 8185270 w 12203753"/>
              <a:gd name="connsiteY8755" fmla="*/ 1335257 h 6858000"/>
              <a:gd name="connsiteX8756" fmla="*/ 8162642 w 12203753"/>
              <a:gd name="connsiteY8756" fmla="*/ 1296053 h 6858000"/>
              <a:gd name="connsiteX8757" fmla="*/ 8258443 w 12203753"/>
              <a:gd name="connsiteY8757" fmla="*/ 1233524 h 6858000"/>
              <a:gd name="connsiteX8758" fmla="*/ 8360428 w 12203753"/>
              <a:gd name="connsiteY8758" fmla="*/ 1181897 h 6858000"/>
              <a:gd name="connsiteX8759" fmla="*/ 5416402 w 12203753"/>
              <a:gd name="connsiteY8759" fmla="*/ 1181891 h 6858000"/>
              <a:gd name="connsiteX8760" fmla="*/ 5424781 w 12203753"/>
              <a:gd name="connsiteY8760" fmla="*/ 1185597 h 6858000"/>
              <a:gd name="connsiteX8761" fmla="*/ 5518395 w 12203753"/>
              <a:gd name="connsiteY8761" fmla="*/ 1233494 h 6858000"/>
              <a:gd name="connsiteX8762" fmla="*/ 5614131 w 12203753"/>
              <a:gd name="connsiteY8762" fmla="*/ 1296024 h 6858000"/>
              <a:gd name="connsiteX8763" fmla="*/ 5591504 w 12203753"/>
              <a:gd name="connsiteY8763" fmla="*/ 1335228 h 6858000"/>
              <a:gd name="connsiteX8764" fmla="*/ 5489521 w 12203753"/>
              <a:gd name="connsiteY8764" fmla="*/ 1283595 h 6858000"/>
              <a:gd name="connsiteX8765" fmla="*/ 5393787 w 12203753"/>
              <a:gd name="connsiteY8765" fmla="*/ 1221065 h 6858000"/>
              <a:gd name="connsiteX8766" fmla="*/ 3834218 w 12203753"/>
              <a:gd name="connsiteY8766" fmla="*/ 1181888 h 6858000"/>
              <a:gd name="connsiteX8767" fmla="*/ 3834279 w 12203753"/>
              <a:gd name="connsiteY8767" fmla="*/ 1181888 h 6858000"/>
              <a:gd name="connsiteX8768" fmla="*/ 3834266 w 12203753"/>
              <a:gd name="connsiteY8768" fmla="*/ 1181911 h 6858000"/>
              <a:gd name="connsiteX8769" fmla="*/ 9151570 w 12203753"/>
              <a:gd name="connsiteY8769" fmla="*/ 1181887 h 6858000"/>
              <a:gd name="connsiteX8770" fmla="*/ 9174198 w 12203753"/>
              <a:gd name="connsiteY8770" fmla="*/ 1221085 h 6858000"/>
              <a:gd name="connsiteX8771" fmla="*/ 9078460 w 12203753"/>
              <a:gd name="connsiteY8771" fmla="*/ 1283615 h 6858000"/>
              <a:gd name="connsiteX8772" fmla="*/ 8976412 w 12203753"/>
              <a:gd name="connsiteY8772" fmla="*/ 1335247 h 6858000"/>
              <a:gd name="connsiteX8773" fmla="*/ 8953784 w 12203753"/>
              <a:gd name="connsiteY8773" fmla="*/ 1296044 h 6858000"/>
              <a:gd name="connsiteX8774" fmla="*/ 9049522 w 12203753"/>
              <a:gd name="connsiteY8774" fmla="*/ 1233514 h 6858000"/>
              <a:gd name="connsiteX8775" fmla="*/ 9151570 w 12203753"/>
              <a:gd name="connsiteY8775" fmla="*/ 1181887 h 6858000"/>
              <a:gd name="connsiteX8776" fmla="*/ 4625211 w 12203753"/>
              <a:gd name="connsiteY8776" fmla="*/ 1181878 h 6858000"/>
              <a:gd name="connsiteX8777" fmla="*/ 4625271 w 12203753"/>
              <a:gd name="connsiteY8777" fmla="*/ 1181878 h 6858000"/>
              <a:gd name="connsiteX8778" fmla="*/ 4625259 w 12203753"/>
              <a:gd name="connsiteY8778" fmla="*/ 1181901 h 6858000"/>
              <a:gd name="connsiteX8779" fmla="*/ 9942711 w 12203753"/>
              <a:gd name="connsiteY8779" fmla="*/ 1181877 h 6858000"/>
              <a:gd name="connsiteX8780" fmla="*/ 9965275 w 12203753"/>
              <a:gd name="connsiteY8780" fmla="*/ 1221075 h 6858000"/>
              <a:gd name="connsiteX8781" fmla="*/ 9869601 w 12203753"/>
              <a:gd name="connsiteY8781" fmla="*/ 1283605 h 6858000"/>
              <a:gd name="connsiteX8782" fmla="*/ 9767553 w 12203753"/>
              <a:gd name="connsiteY8782" fmla="*/ 1335236 h 6858000"/>
              <a:gd name="connsiteX8783" fmla="*/ 9744925 w 12203753"/>
              <a:gd name="connsiteY8783" fmla="*/ 1296033 h 6858000"/>
              <a:gd name="connsiteX8784" fmla="*/ 9840663 w 12203753"/>
              <a:gd name="connsiteY8784" fmla="*/ 1233504 h 6858000"/>
              <a:gd name="connsiteX8785" fmla="*/ 9942711 w 12203753"/>
              <a:gd name="connsiteY8785" fmla="*/ 1181877 h 6858000"/>
              <a:gd name="connsiteX8786" fmla="*/ 5416352 w 12203753"/>
              <a:gd name="connsiteY8786" fmla="*/ 1181868 h 6858000"/>
              <a:gd name="connsiteX8787" fmla="*/ 5416414 w 12203753"/>
              <a:gd name="connsiteY8787" fmla="*/ 1181868 h 6858000"/>
              <a:gd name="connsiteX8788" fmla="*/ 5416402 w 12203753"/>
              <a:gd name="connsiteY8788" fmla="*/ 1181891 h 6858000"/>
              <a:gd name="connsiteX8789" fmla="*/ 10733788 w 12203753"/>
              <a:gd name="connsiteY8789" fmla="*/ 1181866 h 6858000"/>
              <a:gd name="connsiteX8790" fmla="*/ 10756416 w 12203753"/>
              <a:gd name="connsiteY8790" fmla="*/ 1221066 h 6858000"/>
              <a:gd name="connsiteX8791" fmla="*/ 10660678 w 12203753"/>
              <a:gd name="connsiteY8791" fmla="*/ 1283595 h 6858000"/>
              <a:gd name="connsiteX8792" fmla="*/ 10558630 w 12203753"/>
              <a:gd name="connsiteY8792" fmla="*/ 1335226 h 6858000"/>
              <a:gd name="connsiteX8793" fmla="*/ 10536066 w 12203753"/>
              <a:gd name="connsiteY8793" fmla="*/ 1296024 h 6858000"/>
              <a:gd name="connsiteX8794" fmla="*/ 10631804 w 12203753"/>
              <a:gd name="connsiteY8794" fmla="*/ 1233495 h 6858000"/>
              <a:gd name="connsiteX8795" fmla="*/ 10733788 w 12203753"/>
              <a:gd name="connsiteY8795" fmla="*/ 1181866 h 6858000"/>
              <a:gd name="connsiteX8796" fmla="*/ 6207480 w 12203753"/>
              <a:gd name="connsiteY8796" fmla="*/ 1181858 h 6858000"/>
              <a:gd name="connsiteX8797" fmla="*/ 6309528 w 12203753"/>
              <a:gd name="connsiteY8797" fmla="*/ 1233484 h 6858000"/>
              <a:gd name="connsiteX8798" fmla="*/ 6405201 w 12203753"/>
              <a:gd name="connsiteY8798" fmla="*/ 1296014 h 6858000"/>
              <a:gd name="connsiteX8799" fmla="*/ 6382638 w 12203753"/>
              <a:gd name="connsiteY8799" fmla="*/ 1335218 h 6858000"/>
              <a:gd name="connsiteX8800" fmla="*/ 6280590 w 12203753"/>
              <a:gd name="connsiteY8800" fmla="*/ 1283585 h 6858000"/>
              <a:gd name="connsiteX8801" fmla="*/ 6184852 w 12203753"/>
              <a:gd name="connsiteY8801" fmla="*/ 1221056 h 6858000"/>
              <a:gd name="connsiteX8802" fmla="*/ 11524930 w 12203753"/>
              <a:gd name="connsiteY8802" fmla="*/ 1181856 h 6858000"/>
              <a:gd name="connsiteX8803" fmla="*/ 11547558 w 12203753"/>
              <a:gd name="connsiteY8803" fmla="*/ 1221056 h 6858000"/>
              <a:gd name="connsiteX8804" fmla="*/ 11451820 w 12203753"/>
              <a:gd name="connsiteY8804" fmla="*/ 1283585 h 6858000"/>
              <a:gd name="connsiteX8805" fmla="*/ 11349772 w 12203753"/>
              <a:gd name="connsiteY8805" fmla="*/ 1335216 h 6858000"/>
              <a:gd name="connsiteX8806" fmla="*/ 11327208 w 12203753"/>
              <a:gd name="connsiteY8806" fmla="*/ 1296014 h 6858000"/>
              <a:gd name="connsiteX8807" fmla="*/ 11422946 w 12203753"/>
              <a:gd name="connsiteY8807" fmla="*/ 1233485 h 6858000"/>
              <a:gd name="connsiteX8808" fmla="*/ 11524930 w 12203753"/>
              <a:gd name="connsiteY8808" fmla="*/ 1181856 h 6858000"/>
              <a:gd name="connsiteX8809" fmla="*/ 6998558 w 12203753"/>
              <a:gd name="connsiteY8809" fmla="*/ 1181848 h 6858000"/>
              <a:gd name="connsiteX8810" fmla="*/ 7100606 w 12203753"/>
              <a:gd name="connsiteY8810" fmla="*/ 1233475 h 6858000"/>
              <a:gd name="connsiteX8811" fmla="*/ 7196344 w 12203753"/>
              <a:gd name="connsiteY8811" fmla="*/ 1296004 h 6858000"/>
              <a:gd name="connsiteX8812" fmla="*/ 7173716 w 12203753"/>
              <a:gd name="connsiteY8812" fmla="*/ 1335208 h 6858000"/>
              <a:gd name="connsiteX8813" fmla="*/ 7071731 w 12203753"/>
              <a:gd name="connsiteY8813" fmla="*/ 1283576 h 6858000"/>
              <a:gd name="connsiteX8814" fmla="*/ 6975995 w 12203753"/>
              <a:gd name="connsiteY8814" fmla="*/ 1221046 h 6858000"/>
              <a:gd name="connsiteX8815" fmla="*/ 7789699 w 12203753"/>
              <a:gd name="connsiteY8815" fmla="*/ 1181838 h 6858000"/>
              <a:gd name="connsiteX8816" fmla="*/ 7891747 w 12203753"/>
              <a:gd name="connsiteY8816" fmla="*/ 1233465 h 6858000"/>
              <a:gd name="connsiteX8817" fmla="*/ 7987485 w 12203753"/>
              <a:gd name="connsiteY8817" fmla="*/ 1295995 h 6858000"/>
              <a:gd name="connsiteX8818" fmla="*/ 7964857 w 12203753"/>
              <a:gd name="connsiteY8818" fmla="*/ 1335198 h 6858000"/>
              <a:gd name="connsiteX8819" fmla="*/ 7862873 w 12203753"/>
              <a:gd name="connsiteY8819" fmla="*/ 1283566 h 6858000"/>
              <a:gd name="connsiteX8820" fmla="*/ 7767072 w 12203753"/>
              <a:gd name="connsiteY8820" fmla="*/ 1221036 h 6858000"/>
              <a:gd name="connsiteX8821" fmla="*/ 8580840 w 12203753"/>
              <a:gd name="connsiteY8821" fmla="*/ 1181828 h 6858000"/>
              <a:gd name="connsiteX8822" fmla="*/ 8682888 w 12203753"/>
              <a:gd name="connsiteY8822" fmla="*/ 1233455 h 6858000"/>
              <a:gd name="connsiteX8823" fmla="*/ 8778626 w 12203753"/>
              <a:gd name="connsiteY8823" fmla="*/ 1295984 h 6858000"/>
              <a:gd name="connsiteX8824" fmla="*/ 8755998 w 12203753"/>
              <a:gd name="connsiteY8824" fmla="*/ 1335188 h 6858000"/>
              <a:gd name="connsiteX8825" fmla="*/ 8654014 w 12203753"/>
              <a:gd name="connsiteY8825" fmla="*/ 1283555 h 6858000"/>
              <a:gd name="connsiteX8826" fmla="*/ 8558213 w 12203753"/>
              <a:gd name="connsiteY8826" fmla="*/ 1221026 h 6858000"/>
              <a:gd name="connsiteX8827" fmla="*/ 9371982 w 12203753"/>
              <a:gd name="connsiteY8827" fmla="*/ 1181818 h 6858000"/>
              <a:gd name="connsiteX8828" fmla="*/ 9474030 w 12203753"/>
              <a:gd name="connsiteY8828" fmla="*/ 1233445 h 6858000"/>
              <a:gd name="connsiteX8829" fmla="*/ 9569704 w 12203753"/>
              <a:gd name="connsiteY8829" fmla="*/ 1295975 h 6858000"/>
              <a:gd name="connsiteX8830" fmla="*/ 9547140 w 12203753"/>
              <a:gd name="connsiteY8830" fmla="*/ 1335177 h 6858000"/>
              <a:gd name="connsiteX8831" fmla="*/ 9445093 w 12203753"/>
              <a:gd name="connsiteY8831" fmla="*/ 1283546 h 6858000"/>
              <a:gd name="connsiteX8832" fmla="*/ 9349355 w 12203753"/>
              <a:gd name="connsiteY8832" fmla="*/ 1221016 h 6858000"/>
              <a:gd name="connsiteX8833" fmla="*/ 10163123 w 12203753"/>
              <a:gd name="connsiteY8833" fmla="*/ 1181808 h 6858000"/>
              <a:gd name="connsiteX8834" fmla="*/ 10265107 w 12203753"/>
              <a:gd name="connsiteY8834" fmla="*/ 1233435 h 6858000"/>
              <a:gd name="connsiteX8835" fmla="*/ 10360845 w 12203753"/>
              <a:gd name="connsiteY8835" fmla="*/ 1295965 h 6858000"/>
              <a:gd name="connsiteX8836" fmla="*/ 10338218 w 12203753"/>
              <a:gd name="connsiteY8836" fmla="*/ 1335167 h 6858000"/>
              <a:gd name="connsiteX8837" fmla="*/ 10236234 w 12203753"/>
              <a:gd name="connsiteY8837" fmla="*/ 1283536 h 6858000"/>
              <a:gd name="connsiteX8838" fmla="*/ 10140496 w 12203753"/>
              <a:gd name="connsiteY8838" fmla="*/ 1221006 h 6858000"/>
              <a:gd name="connsiteX8839" fmla="*/ 10954201 w 12203753"/>
              <a:gd name="connsiteY8839" fmla="*/ 1181797 h 6858000"/>
              <a:gd name="connsiteX8840" fmla="*/ 11056249 w 12203753"/>
              <a:gd name="connsiteY8840" fmla="*/ 1233426 h 6858000"/>
              <a:gd name="connsiteX8841" fmla="*/ 11151987 w 12203753"/>
              <a:gd name="connsiteY8841" fmla="*/ 1295955 h 6858000"/>
              <a:gd name="connsiteX8842" fmla="*/ 11129360 w 12203753"/>
              <a:gd name="connsiteY8842" fmla="*/ 1335156 h 6858000"/>
              <a:gd name="connsiteX8843" fmla="*/ 11027376 w 12203753"/>
              <a:gd name="connsiteY8843" fmla="*/ 1283526 h 6858000"/>
              <a:gd name="connsiteX8844" fmla="*/ 10931638 w 12203753"/>
              <a:gd name="connsiteY8844" fmla="*/ 1220997 h 6858000"/>
              <a:gd name="connsiteX8845" fmla="*/ 11745343 w 12203753"/>
              <a:gd name="connsiteY8845" fmla="*/ 1181787 h 6858000"/>
              <a:gd name="connsiteX8846" fmla="*/ 11847390 w 12203753"/>
              <a:gd name="connsiteY8846" fmla="*/ 1233416 h 6858000"/>
              <a:gd name="connsiteX8847" fmla="*/ 11943128 w 12203753"/>
              <a:gd name="connsiteY8847" fmla="*/ 1295945 h 6858000"/>
              <a:gd name="connsiteX8848" fmla="*/ 11920501 w 12203753"/>
              <a:gd name="connsiteY8848" fmla="*/ 1335146 h 6858000"/>
              <a:gd name="connsiteX8849" fmla="*/ 11818516 w 12203753"/>
              <a:gd name="connsiteY8849" fmla="*/ 1283516 h 6858000"/>
              <a:gd name="connsiteX8850" fmla="*/ 11722715 w 12203753"/>
              <a:gd name="connsiteY8850" fmla="*/ 1220987 h 6858000"/>
              <a:gd name="connsiteX8851" fmla="*/ 141282 w 12203753"/>
              <a:gd name="connsiteY8851" fmla="*/ 1030207 h 6858000"/>
              <a:gd name="connsiteX8852" fmla="*/ 186536 w 12203753"/>
              <a:gd name="connsiteY8852" fmla="*/ 1030207 h 6858000"/>
              <a:gd name="connsiteX8853" fmla="*/ 192846 w 12203753"/>
              <a:gd name="connsiteY8853" fmla="*/ 1144463 h 6858000"/>
              <a:gd name="connsiteX8854" fmla="*/ 186536 w 12203753"/>
              <a:gd name="connsiteY8854" fmla="*/ 1258610 h 6858000"/>
              <a:gd name="connsiteX8855" fmla="*/ 141282 w 12203753"/>
              <a:gd name="connsiteY8855" fmla="*/ 1258610 h 6858000"/>
              <a:gd name="connsiteX8856" fmla="*/ 135035 w 12203753"/>
              <a:gd name="connsiteY8856" fmla="*/ 1144463 h 6858000"/>
              <a:gd name="connsiteX8857" fmla="*/ 141282 w 12203753"/>
              <a:gd name="connsiteY8857" fmla="*/ 1030207 h 6858000"/>
              <a:gd name="connsiteX8858" fmla="*/ 932414 w 12203753"/>
              <a:gd name="connsiteY8858" fmla="*/ 1030200 h 6858000"/>
              <a:gd name="connsiteX8859" fmla="*/ 977669 w 12203753"/>
              <a:gd name="connsiteY8859" fmla="*/ 1030200 h 6858000"/>
              <a:gd name="connsiteX8860" fmla="*/ 983979 w 12203753"/>
              <a:gd name="connsiteY8860" fmla="*/ 1144454 h 6858000"/>
              <a:gd name="connsiteX8861" fmla="*/ 977669 w 12203753"/>
              <a:gd name="connsiteY8861" fmla="*/ 1258602 h 6858000"/>
              <a:gd name="connsiteX8862" fmla="*/ 932414 w 12203753"/>
              <a:gd name="connsiteY8862" fmla="*/ 1258602 h 6858000"/>
              <a:gd name="connsiteX8863" fmla="*/ 926104 w 12203753"/>
              <a:gd name="connsiteY8863" fmla="*/ 1144454 h 6858000"/>
              <a:gd name="connsiteX8864" fmla="*/ 932414 w 12203753"/>
              <a:gd name="connsiteY8864" fmla="*/ 1030200 h 6858000"/>
              <a:gd name="connsiteX8865" fmla="*/ 1723556 w 12203753"/>
              <a:gd name="connsiteY8865" fmla="*/ 1030192 h 6858000"/>
              <a:gd name="connsiteX8866" fmla="*/ 1768814 w 12203753"/>
              <a:gd name="connsiteY8866" fmla="*/ 1030192 h 6858000"/>
              <a:gd name="connsiteX8867" fmla="*/ 1775125 w 12203753"/>
              <a:gd name="connsiteY8867" fmla="*/ 1144443 h 6858000"/>
              <a:gd name="connsiteX8868" fmla="*/ 1768814 w 12203753"/>
              <a:gd name="connsiteY8868" fmla="*/ 1258592 h 6858000"/>
              <a:gd name="connsiteX8869" fmla="*/ 1723556 w 12203753"/>
              <a:gd name="connsiteY8869" fmla="*/ 1258592 h 6858000"/>
              <a:gd name="connsiteX8870" fmla="*/ 1717247 w 12203753"/>
              <a:gd name="connsiteY8870" fmla="*/ 1144443 h 6858000"/>
              <a:gd name="connsiteX8871" fmla="*/ 1723556 w 12203753"/>
              <a:gd name="connsiteY8871" fmla="*/ 1030192 h 6858000"/>
              <a:gd name="connsiteX8872" fmla="*/ 2514689 w 12203753"/>
              <a:gd name="connsiteY8872" fmla="*/ 1030184 h 6858000"/>
              <a:gd name="connsiteX8873" fmla="*/ 2559944 w 12203753"/>
              <a:gd name="connsiteY8873" fmla="*/ 1030184 h 6858000"/>
              <a:gd name="connsiteX8874" fmla="*/ 2566255 w 12203753"/>
              <a:gd name="connsiteY8874" fmla="*/ 1144433 h 6858000"/>
              <a:gd name="connsiteX8875" fmla="*/ 2559944 w 12203753"/>
              <a:gd name="connsiteY8875" fmla="*/ 1258583 h 6858000"/>
              <a:gd name="connsiteX8876" fmla="*/ 2514689 w 12203753"/>
              <a:gd name="connsiteY8876" fmla="*/ 1258583 h 6858000"/>
              <a:gd name="connsiteX8877" fmla="*/ 2508444 w 12203753"/>
              <a:gd name="connsiteY8877" fmla="*/ 1144433 h 6858000"/>
              <a:gd name="connsiteX8878" fmla="*/ 2514689 w 12203753"/>
              <a:gd name="connsiteY8878" fmla="*/ 1030184 h 6858000"/>
              <a:gd name="connsiteX8879" fmla="*/ 3305820 w 12203753"/>
              <a:gd name="connsiteY8879" fmla="*/ 1030175 h 6858000"/>
              <a:gd name="connsiteX8880" fmla="*/ 3351078 w 12203753"/>
              <a:gd name="connsiteY8880" fmla="*/ 1030175 h 6858000"/>
              <a:gd name="connsiteX8881" fmla="*/ 3357385 w 12203753"/>
              <a:gd name="connsiteY8881" fmla="*/ 1144423 h 6858000"/>
              <a:gd name="connsiteX8882" fmla="*/ 3351078 w 12203753"/>
              <a:gd name="connsiteY8882" fmla="*/ 1258573 h 6858000"/>
              <a:gd name="connsiteX8883" fmla="*/ 3305820 w 12203753"/>
              <a:gd name="connsiteY8883" fmla="*/ 1258573 h 6858000"/>
              <a:gd name="connsiteX8884" fmla="*/ 3299575 w 12203753"/>
              <a:gd name="connsiteY8884" fmla="*/ 1144423 h 6858000"/>
              <a:gd name="connsiteX8885" fmla="*/ 3305820 w 12203753"/>
              <a:gd name="connsiteY8885" fmla="*/ 1030175 h 6858000"/>
              <a:gd name="connsiteX8886" fmla="*/ 4096880 w 12203753"/>
              <a:gd name="connsiteY8886" fmla="*/ 1030167 h 6858000"/>
              <a:gd name="connsiteX8887" fmla="*/ 4142136 w 12203753"/>
              <a:gd name="connsiteY8887" fmla="*/ 1030167 h 6858000"/>
              <a:gd name="connsiteX8888" fmla="*/ 4148446 w 12203753"/>
              <a:gd name="connsiteY8888" fmla="*/ 1144413 h 6858000"/>
              <a:gd name="connsiteX8889" fmla="*/ 4142136 w 12203753"/>
              <a:gd name="connsiteY8889" fmla="*/ 1258564 h 6858000"/>
              <a:gd name="connsiteX8890" fmla="*/ 4096880 w 12203753"/>
              <a:gd name="connsiteY8890" fmla="*/ 1258564 h 6858000"/>
              <a:gd name="connsiteX8891" fmla="*/ 4090633 w 12203753"/>
              <a:gd name="connsiteY8891" fmla="*/ 1144413 h 6858000"/>
              <a:gd name="connsiteX8892" fmla="*/ 4096880 w 12203753"/>
              <a:gd name="connsiteY8892" fmla="*/ 1030167 h 6858000"/>
              <a:gd name="connsiteX8893" fmla="*/ 4887944 w 12203753"/>
              <a:gd name="connsiteY8893" fmla="*/ 1030159 h 6858000"/>
              <a:gd name="connsiteX8894" fmla="*/ 4933198 w 12203753"/>
              <a:gd name="connsiteY8894" fmla="*/ 1030159 h 6858000"/>
              <a:gd name="connsiteX8895" fmla="*/ 4939507 w 12203753"/>
              <a:gd name="connsiteY8895" fmla="*/ 1144402 h 6858000"/>
              <a:gd name="connsiteX8896" fmla="*/ 4933198 w 12203753"/>
              <a:gd name="connsiteY8896" fmla="*/ 1258554 h 6858000"/>
              <a:gd name="connsiteX8897" fmla="*/ 4887944 w 12203753"/>
              <a:gd name="connsiteY8897" fmla="*/ 1258554 h 6858000"/>
              <a:gd name="connsiteX8898" fmla="*/ 4881696 w 12203753"/>
              <a:gd name="connsiteY8898" fmla="*/ 1144402 h 6858000"/>
              <a:gd name="connsiteX8899" fmla="*/ 4887944 w 12203753"/>
              <a:gd name="connsiteY8899" fmla="*/ 1030159 h 6858000"/>
              <a:gd name="connsiteX8900" fmla="*/ 5679084 w 12203753"/>
              <a:gd name="connsiteY8900" fmla="*/ 1030151 h 6858000"/>
              <a:gd name="connsiteX8901" fmla="*/ 5724338 w 12203753"/>
              <a:gd name="connsiteY8901" fmla="*/ 1030151 h 6858000"/>
              <a:gd name="connsiteX8902" fmla="*/ 5730645 w 12203753"/>
              <a:gd name="connsiteY8902" fmla="*/ 1144392 h 6858000"/>
              <a:gd name="connsiteX8903" fmla="*/ 5724338 w 12203753"/>
              <a:gd name="connsiteY8903" fmla="*/ 1258545 h 6858000"/>
              <a:gd name="connsiteX8904" fmla="*/ 5679084 w 12203753"/>
              <a:gd name="connsiteY8904" fmla="*/ 1258545 h 6858000"/>
              <a:gd name="connsiteX8905" fmla="*/ 5672769 w 12203753"/>
              <a:gd name="connsiteY8905" fmla="*/ 1144392 h 6858000"/>
              <a:gd name="connsiteX8906" fmla="*/ 5679084 w 12203753"/>
              <a:gd name="connsiteY8906" fmla="*/ 1030151 h 6858000"/>
              <a:gd name="connsiteX8907" fmla="*/ 6470217 w 12203753"/>
              <a:gd name="connsiteY8907" fmla="*/ 1030142 h 6858000"/>
              <a:gd name="connsiteX8908" fmla="*/ 6515408 w 12203753"/>
              <a:gd name="connsiteY8908" fmla="*/ 1030142 h 6858000"/>
              <a:gd name="connsiteX8909" fmla="*/ 6521719 w 12203753"/>
              <a:gd name="connsiteY8909" fmla="*/ 1144381 h 6858000"/>
              <a:gd name="connsiteX8910" fmla="*/ 6515408 w 12203753"/>
              <a:gd name="connsiteY8910" fmla="*/ 1258535 h 6858000"/>
              <a:gd name="connsiteX8911" fmla="*/ 6470217 w 12203753"/>
              <a:gd name="connsiteY8911" fmla="*/ 1258535 h 6858000"/>
              <a:gd name="connsiteX8912" fmla="*/ 6463906 w 12203753"/>
              <a:gd name="connsiteY8912" fmla="*/ 1144381 h 6858000"/>
              <a:gd name="connsiteX8913" fmla="*/ 6470217 w 12203753"/>
              <a:gd name="connsiteY8913" fmla="*/ 1030142 h 6858000"/>
              <a:gd name="connsiteX8914" fmla="*/ 7261293 w 12203753"/>
              <a:gd name="connsiteY8914" fmla="*/ 1030134 h 6858000"/>
              <a:gd name="connsiteX8915" fmla="*/ 7306549 w 12203753"/>
              <a:gd name="connsiteY8915" fmla="*/ 1030134 h 6858000"/>
              <a:gd name="connsiteX8916" fmla="*/ 7312860 w 12203753"/>
              <a:gd name="connsiteY8916" fmla="*/ 1144371 h 6858000"/>
              <a:gd name="connsiteX8917" fmla="*/ 7306549 w 12203753"/>
              <a:gd name="connsiteY8917" fmla="*/ 1258525 h 6858000"/>
              <a:gd name="connsiteX8918" fmla="*/ 7261293 w 12203753"/>
              <a:gd name="connsiteY8918" fmla="*/ 1258525 h 6858000"/>
              <a:gd name="connsiteX8919" fmla="*/ 7255047 w 12203753"/>
              <a:gd name="connsiteY8919" fmla="*/ 1144371 h 6858000"/>
              <a:gd name="connsiteX8920" fmla="*/ 7261293 w 12203753"/>
              <a:gd name="connsiteY8920" fmla="*/ 1030134 h 6858000"/>
              <a:gd name="connsiteX8921" fmla="*/ 8052435 w 12203753"/>
              <a:gd name="connsiteY8921" fmla="*/ 1030126 h 6858000"/>
              <a:gd name="connsiteX8922" fmla="*/ 8097691 w 12203753"/>
              <a:gd name="connsiteY8922" fmla="*/ 1030126 h 6858000"/>
              <a:gd name="connsiteX8923" fmla="*/ 8103938 w 12203753"/>
              <a:gd name="connsiteY8923" fmla="*/ 1144360 h 6858000"/>
              <a:gd name="connsiteX8924" fmla="*/ 8097691 w 12203753"/>
              <a:gd name="connsiteY8924" fmla="*/ 1258515 h 6858000"/>
              <a:gd name="connsiteX8925" fmla="*/ 8052435 w 12203753"/>
              <a:gd name="connsiteY8925" fmla="*/ 1258515 h 6858000"/>
              <a:gd name="connsiteX8926" fmla="*/ 8046189 w 12203753"/>
              <a:gd name="connsiteY8926" fmla="*/ 1144360 h 6858000"/>
              <a:gd name="connsiteX8927" fmla="*/ 8052435 w 12203753"/>
              <a:gd name="connsiteY8927" fmla="*/ 1030126 h 6858000"/>
              <a:gd name="connsiteX8928" fmla="*/ 8843577 w 12203753"/>
              <a:gd name="connsiteY8928" fmla="*/ 1030118 h 6858000"/>
              <a:gd name="connsiteX8929" fmla="*/ 8888832 w 12203753"/>
              <a:gd name="connsiteY8929" fmla="*/ 1030118 h 6858000"/>
              <a:gd name="connsiteX8930" fmla="*/ 8895079 w 12203753"/>
              <a:gd name="connsiteY8930" fmla="*/ 1144350 h 6858000"/>
              <a:gd name="connsiteX8931" fmla="*/ 8888832 w 12203753"/>
              <a:gd name="connsiteY8931" fmla="*/ 1258506 h 6858000"/>
              <a:gd name="connsiteX8932" fmla="*/ 8843577 w 12203753"/>
              <a:gd name="connsiteY8932" fmla="*/ 1258506 h 6858000"/>
              <a:gd name="connsiteX8933" fmla="*/ 8837330 w 12203753"/>
              <a:gd name="connsiteY8933" fmla="*/ 1144350 h 6858000"/>
              <a:gd name="connsiteX8934" fmla="*/ 8843577 w 12203753"/>
              <a:gd name="connsiteY8934" fmla="*/ 1030118 h 6858000"/>
              <a:gd name="connsiteX8935" fmla="*/ 9634719 w 12203753"/>
              <a:gd name="connsiteY8935" fmla="*/ 1030110 h 6858000"/>
              <a:gd name="connsiteX8936" fmla="*/ 9679910 w 12203753"/>
              <a:gd name="connsiteY8936" fmla="*/ 1030110 h 6858000"/>
              <a:gd name="connsiteX8937" fmla="*/ 9686221 w 12203753"/>
              <a:gd name="connsiteY8937" fmla="*/ 1144340 h 6858000"/>
              <a:gd name="connsiteX8938" fmla="*/ 9679910 w 12203753"/>
              <a:gd name="connsiteY8938" fmla="*/ 1258496 h 6858000"/>
              <a:gd name="connsiteX8939" fmla="*/ 9634719 w 12203753"/>
              <a:gd name="connsiteY8939" fmla="*/ 1258496 h 6858000"/>
              <a:gd name="connsiteX8940" fmla="*/ 9628408 w 12203753"/>
              <a:gd name="connsiteY8940" fmla="*/ 1144340 h 6858000"/>
              <a:gd name="connsiteX8941" fmla="*/ 9634719 w 12203753"/>
              <a:gd name="connsiteY8941" fmla="*/ 1030110 h 6858000"/>
              <a:gd name="connsiteX8942" fmla="*/ 10425796 w 12203753"/>
              <a:gd name="connsiteY8942" fmla="*/ 1030101 h 6858000"/>
              <a:gd name="connsiteX8943" fmla="*/ 10471052 w 12203753"/>
              <a:gd name="connsiteY8943" fmla="*/ 1030101 h 6858000"/>
              <a:gd name="connsiteX8944" fmla="*/ 10477362 w 12203753"/>
              <a:gd name="connsiteY8944" fmla="*/ 1144329 h 6858000"/>
              <a:gd name="connsiteX8945" fmla="*/ 10471052 w 12203753"/>
              <a:gd name="connsiteY8945" fmla="*/ 1258486 h 6858000"/>
              <a:gd name="connsiteX8946" fmla="*/ 10425796 w 12203753"/>
              <a:gd name="connsiteY8946" fmla="*/ 1258486 h 6858000"/>
              <a:gd name="connsiteX8947" fmla="*/ 10419550 w 12203753"/>
              <a:gd name="connsiteY8947" fmla="*/ 1144329 h 6858000"/>
              <a:gd name="connsiteX8948" fmla="*/ 10425796 w 12203753"/>
              <a:gd name="connsiteY8948" fmla="*/ 1030101 h 6858000"/>
              <a:gd name="connsiteX8949" fmla="*/ 11216938 w 12203753"/>
              <a:gd name="connsiteY8949" fmla="*/ 1030093 h 6858000"/>
              <a:gd name="connsiteX8950" fmla="*/ 11262194 w 12203753"/>
              <a:gd name="connsiteY8950" fmla="*/ 1030093 h 6858000"/>
              <a:gd name="connsiteX8951" fmla="*/ 11268504 w 12203753"/>
              <a:gd name="connsiteY8951" fmla="*/ 1144319 h 6858000"/>
              <a:gd name="connsiteX8952" fmla="*/ 11262194 w 12203753"/>
              <a:gd name="connsiteY8952" fmla="*/ 1258476 h 6858000"/>
              <a:gd name="connsiteX8953" fmla="*/ 11216938 w 12203753"/>
              <a:gd name="connsiteY8953" fmla="*/ 1258476 h 6858000"/>
              <a:gd name="connsiteX8954" fmla="*/ 11210692 w 12203753"/>
              <a:gd name="connsiteY8954" fmla="*/ 1144319 h 6858000"/>
              <a:gd name="connsiteX8955" fmla="*/ 11216938 w 12203753"/>
              <a:gd name="connsiteY8955" fmla="*/ 1030093 h 6858000"/>
              <a:gd name="connsiteX8956" fmla="*/ 12008079 w 12203753"/>
              <a:gd name="connsiteY8956" fmla="*/ 1030085 h 6858000"/>
              <a:gd name="connsiteX8957" fmla="*/ 12053335 w 12203753"/>
              <a:gd name="connsiteY8957" fmla="*/ 1030085 h 6858000"/>
              <a:gd name="connsiteX8958" fmla="*/ 12059581 w 12203753"/>
              <a:gd name="connsiteY8958" fmla="*/ 1144309 h 6858000"/>
              <a:gd name="connsiteX8959" fmla="*/ 12053335 w 12203753"/>
              <a:gd name="connsiteY8959" fmla="*/ 1258467 h 6858000"/>
              <a:gd name="connsiteX8960" fmla="*/ 12008079 w 12203753"/>
              <a:gd name="connsiteY8960" fmla="*/ 1258467 h 6858000"/>
              <a:gd name="connsiteX8961" fmla="*/ 12001833 w 12203753"/>
              <a:gd name="connsiteY8961" fmla="*/ 1144309 h 6858000"/>
              <a:gd name="connsiteX8962" fmla="*/ 12008079 w 12203753"/>
              <a:gd name="connsiteY8962" fmla="*/ 1030085 h 6858000"/>
              <a:gd name="connsiteX8963" fmla="*/ 53706 w 12203753"/>
              <a:gd name="connsiteY8963" fmla="*/ 953593 h 6858000"/>
              <a:gd name="connsiteX8964" fmla="*/ 76333 w 12203753"/>
              <a:gd name="connsiteY8964" fmla="*/ 992791 h 6858000"/>
              <a:gd name="connsiteX8965" fmla="*/ 48496 w 12203753"/>
              <a:gd name="connsiteY8965" fmla="*/ 1012493 h 6858000"/>
              <a:gd name="connsiteX8966" fmla="*/ 0 w 12203753"/>
              <a:gd name="connsiteY8966" fmla="*/ 1043115 h 6858000"/>
              <a:gd name="connsiteX8967" fmla="*/ 0 w 12203753"/>
              <a:gd name="connsiteY8967" fmla="*/ 979810 h 6858000"/>
              <a:gd name="connsiteX8968" fmla="*/ 22745 w 12203753"/>
              <a:gd name="connsiteY8968" fmla="*/ 967838 h 6858000"/>
              <a:gd name="connsiteX8969" fmla="*/ 53706 w 12203753"/>
              <a:gd name="connsiteY8969" fmla="*/ 953593 h 6858000"/>
              <a:gd name="connsiteX8970" fmla="*/ 844900 w 12203753"/>
              <a:gd name="connsiteY8970" fmla="*/ 953586 h 6858000"/>
              <a:gd name="connsiteX8971" fmla="*/ 867526 w 12203753"/>
              <a:gd name="connsiteY8971" fmla="*/ 992785 h 6858000"/>
              <a:gd name="connsiteX8972" fmla="*/ 771791 w 12203753"/>
              <a:gd name="connsiteY8972" fmla="*/ 1055358 h 6858000"/>
              <a:gd name="connsiteX8973" fmla="*/ 669744 w 12203753"/>
              <a:gd name="connsiteY8973" fmla="*/ 1106981 h 6858000"/>
              <a:gd name="connsiteX8974" fmla="*/ 647116 w 12203753"/>
              <a:gd name="connsiteY8974" fmla="*/ 1067785 h 6858000"/>
              <a:gd name="connsiteX8975" fmla="*/ 742854 w 12203753"/>
              <a:gd name="connsiteY8975" fmla="*/ 1005214 h 6858000"/>
              <a:gd name="connsiteX8976" fmla="*/ 844900 w 12203753"/>
              <a:gd name="connsiteY8976" fmla="*/ 953586 h 6858000"/>
              <a:gd name="connsiteX8977" fmla="*/ 1635980 w 12203753"/>
              <a:gd name="connsiteY8977" fmla="*/ 953578 h 6858000"/>
              <a:gd name="connsiteX8978" fmla="*/ 1658607 w 12203753"/>
              <a:gd name="connsiteY8978" fmla="*/ 992777 h 6858000"/>
              <a:gd name="connsiteX8979" fmla="*/ 1562870 w 12203753"/>
              <a:gd name="connsiteY8979" fmla="*/ 1055347 h 6858000"/>
              <a:gd name="connsiteX8980" fmla="*/ 1460821 w 12203753"/>
              <a:gd name="connsiteY8980" fmla="*/ 1106971 h 6858000"/>
              <a:gd name="connsiteX8981" fmla="*/ 1438196 w 12203753"/>
              <a:gd name="connsiteY8981" fmla="*/ 1067773 h 6858000"/>
              <a:gd name="connsiteX8982" fmla="*/ 1533934 w 12203753"/>
              <a:gd name="connsiteY8982" fmla="*/ 1005206 h 6858000"/>
              <a:gd name="connsiteX8983" fmla="*/ 1635980 w 12203753"/>
              <a:gd name="connsiteY8983" fmla="*/ 953578 h 6858000"/>
              <a:gd name="connsiteX8984" fmla="*/ 2427105 w 12203753"/>
              <a:gd name="connsiteY8984" fmla="*/ 953570 h 6858000"/>
              <a:gd name="connsiteX8985" fmla="*/ 2449735 w 12203753"/>
              <a:gd name="connsiteY8985" fmla="*/ 992768 h 6858000"/>
              <a:gd name="connsiteX8986" fmla="*/ 2353993 w 12203753"/>
              <a:gd name="connsiteY8986" fmla="*/ 1055336 h 6858000"/>
              <a:gd name="connsiteX8987" fmla="*/ 2251951 w 12203753"/>
              <a:gd name="connsiteY8987" fmla="*/ 1106960 h 6858000"/>
              <a:gd name="connsiteX8988" fmla="*/ 2229324 w 12203753"/>
              <a:gd name="connsiteY8988" fmla="*/ 1067762 h 6858000"/>
              <a:gd name="connsiteX8989" fmla="*/ 2325057 w 12203753"/>
              <a:gd name="connsiteY8989" fmla="*/ 1005197 h 6858000"/>
              <a:gd name="connsiteX8990" fmla="*/ 2427105 w 12203753"/>
              <a:gd name="connsiteY8990" fmla="*/ 953570 h 6858000"/>
              <a:gd name="connsiteX8991" fmla="*/ 3218243 w 12203753"/>
              <a:gd name="connsiteY8991" fmla="*/ 953561 h 6858000"/>
              <a:gd name="connsiteX8992" fmla="*/ 3240871 w 12203753"/>
              <a:gd name="connsiteY8992" fmla="*/ 992760 h 6858000"/>
              <a:gd name="connsiteX8993" fmla="*/ 3145144 w 12203753"/>
              <a:gd name="connsiteY8993" fmla="*/ 1055324 h 6858000"/>
              <a:gd name="connsiteX8994" fmla="*/ 3043094 w 12203753"/>
              <a:gd name="connsiteY8994" fmla="*/ 1106949 h 6858000"/>
              <a:gd name="connsiteX8995" fmla="*/ 3020464 w 12203753"/>
              <a:gd name="connsiteY8995" fmla="*/ 1067751 h 6858000"/>
              <a:gd name="connsiteX8996" fmla="*/ 3116202 w 12203753"/>
              <a:gd name="connsiteY8996" fmla="*/ 1005189 h 6858000"/>
              <a:gd name="connsiteX8997" fmla="*/ 3218243 w 12203753"/>
              <a:gd name="connsiteY8997" fmla="*/ 953561 h 6858000"/>
              <a:gd name="connsiteX8998" fmla="*/ 4009303 w 12203753"/>
              <a:gd name="connsiteY8998" fmla="*/ 953553 h 6858000"/>
              <a:gd name="connsiteX8999" fmla="*/ 4031930 w 12203753"/>
              <a:gd name="connsiteY8999" fmla="*/ 992752 h 6858000"/>
              <a:gd name="connsiteX9000" fmla="*/ 3936200 w 12203753"/>
              <a:gd name="connsiteY9000" fmla="*/ 1055313 h 6858000"/>
              <a:gd name="connsiteX9001" fmla="*/ 3834153 w 12203753"/>
              <a:gd name="connsiteY9001" fmla="*/ 1106939 h 6858000"/>
              <a:gd name="connsiteX9002" fmla="*/ 3811524 w 12203753"/>
              <a:gd name="connsiteY9002" fmla="*/ 1067740 h 6858000"/>
              <a:gd name="connsiteX9003" fmla="*/ 3811587 w 12203753"/>
              <a:gd name="connsiteY9003" fmla="*/ 1067740 h 6858000"/>
              <a:gd name="connsiteX9004" fmla="*/ 3907323 w 12203753"/>
              <a:gd name="connsiteY9004" fmla="*/ 1005181 h 6858000"/>
              <a:gd name="connsiteX9005" fmla="*/ 4009303 w 12203753"/>
              <a:gd name="connsiteY9005" fmla="*/ 953553 h 6858000"/>
              <a:gd name="connsiteX9006" fmla="*/ 274229 w 12203753"/>
              <a:gd name="connsiteY9006" fmla="*/ 953549 h 6858000"/>
              <a:gd name="connsiteX9007" fmla="*/ 282613 w 12203753"/>
              <a:gd name="connsiteY9007" fmla="*/ 957255 h 6858000"/>
              <a:gd name="connsiteX9008" fmla="*/ 376224 w 12203753"/>
              <a:gd name="connsiteY9008" fmla="*/ 1005154 h 6858000"/>
              <a:gd name="connsiteX9009" fmla="*/ 471959 w 12203753"/>
              <a:gd name="connsiteY9009" fmla="*/ 1067726 h 6858000"/>
              <a:gd name="connsiteX9010" fmla="*/ 449332 w 12203753"/>
              <a:gd name="connsiteY9010" fmla="*/ 1106923 h 6858000"/>
              <a:gd name="connsiteX9011" fmla="*/ 347352 w 12203753"/>
              <a:gd name="connsiteY9011" fmla="*/ 1055299 h 6858000"/>
              <a:gd name="connsiteX9012" fmla="*/ 251614 w 12203753"/>
              <a:gd name="connsiteY9012" fmla="*/ 992725 h 6858000"/>
              <a:gd name="connsiteX9013" fmla="*/ 4800366 w 12203753"/>
              <a:gd name="connsiteY9013" fmla="*/ 953545 h 6858000"/>
              <a:gd name="connsiteX9014" fmla="*/ 4822988 w 12203753"/>
              <a:gd name="connsiteY9014" fmla="*/ 992744 h 6858000"/>
              <a:gd name="connsiteX9015" fmla="*/ 4727254 w 12203753"/>
              <a:gd name="connsiteY9015" fmla="*/ 1055302 h 6858000"/>
              <a:gd name="connsiteX9016" fmla="*/ 4625211 w 12203753"/>
              <a:gd name="connsiteY9016" fmla="*/ 1106928 h 6858000"/>
              <a:gd name="connsiteX9017" fmla="*/ 4602581 w 12203753"/>
              <a:gd name="connsiteY9017" fmla="*/ 1067729 h 6858000"/>
              <a:gd name="connsiteX9018" fmla="*/ 4602649 w 12203753"/>
              <a:gd name="connsiteY9018" fmla="*/ 1067729 h 6858000"/>
              <a:gd name="connsiteX9019" fmla="*/ 4698380 w 12203753"/>
              <a:gd name="connsiteY9019" fmla="*/ 1005173 h 6858000"/>
              <a:gd name="connsiteX9020" fmla="*/ 4800366 w 12203753"/>
              <a:gd name="connsiteY9020" fmla="*/ 953545 h 6858000"/>
              <a:gd name="connsiteX9021" fmla="*/ 1065369 w 12203753"/>
              <a:gd name="connsiteY9021" fmla="*/ 953541 h 6858000"/>
              <a:gd name="connsiteX9022" fmla="*/ 1073750 w 12203753"/>
              <a:gd name="connsiteY9022" fmla="*/ 957247 h 6858000"/>
              <a:gd name="connsiteX9023" fmla="*/ 1167366 w 12203753"/>
              <a:gd name="connsiteY9023" fmla="*/ 1005146 h 6858000"/>
              <a:gd name="connsiteX9024" fmla="*/ 1263103 w 12203753"/>
              <a:gd name="connsiteY9024" fmla="*/ 1067715 h 6858000"/>
              <a:gd name="connsiteX9025" fmla="*/ 1240476 w 12203753"/>
              <a:gd name="connsiteY9025" fmla="*/ 1106912 h 6858000"/>
              <a:gd name="connsiteX9026" fmla="*/ 1138491 w 12203753"/>
              <a:gd name="connsiteY9026" fmla="*/ 1055289 h 6858000"/>
              <a:gd name="connsiteX9027" fmla="*/ 1042746 w 12203753"/>
              <a:gd name="connsiteY9027" fmla="*/ 992717 h 6858000"/>
              <a:gd name="connsiteX9028" fmla="*/ 5591444 w 12203753"/>
              <a:gd name="connsiteY9028" fmla="*/ 953536 h 6858000"/>
              <a:gd name="connsiteX9029" fmla="*/ 5614067 w 12203753"/>
              <a:gd name="connsiteY9029" fmla="*/ 992735 h 6858000"/>
              <a:gd name="connsiteX9030" fmla="*/ 5518332 w 12203753"/>
              <a:gd name="connsiteY9030" fmla="*/ 1055291 h 6858000"/>
              <a:gd name="connsiteX9031" fmla="*/ 5416289 w 12203753"/>
              <a:gd name="connsiteY9031" fmla="*/ 1106917 h 6858000"/>
              <a:gd name="connsiteX9032" fmla="*/ 5393662 w 12203753"/>
              <a:gd name="connsiteY9032" fmla="*/ 1067718 h 6858000"/>
              <a:gd name="connsiteX9033" fmla="*/ 5393724 w 12203753"/>
              <a:gd name="connsiteY9033" fmla="*/ 1067718 h 6858000"/>
              <a:gd name="connsiteX9034" fmla="*/ 5489459 w 12203753"/>
              <a:gd name="connsiteY9034" fmla="*/ 1005164 h 6858000"/>
              <a:gd name="connsiteX9035" fmla="*/ 5591444 w 12203753"/>
              <a:gd name="connsiteY9035" fmla="*/ 953536 h 6858000"/>
              <a:gd name="connsiteX9036" fmla="*/ 1856440 w 12203753"/>
              <a:gd name="connsiteY9036" fmla="*/ 953532 h 6858000"/>
              <a:gd name="connsiteX9037" fmla="*/ 1864826 w 12203753"/>
              <a:gd name="connsiteY9037" fmla="*/ 957238 h 6858000"/>
              <a:gd name="connsiteX9038" fmla="*/ 1958439 w 12203753"/>
              <a:gd name="connsiteY9038" fmla="*/ 1005138 h 6858000"/>
              <a:gd name="connsiteX9039" fmla="*/ 2054174 w 12203753"/>
              <a:gd name="connsiteY9039" fmla="*/ 1067704 h 6858000"/>
              <a:gd name="connsiteX9040" fmla="*/ 2031546 w 12203753"/>
              <a:gd name="connsiteY9040" fmla="*/ 1106901 h 6858000"/>
              <a:gd name="connsiteX9041" fmla="*/ 1929564 w 12203753"/>
              <a:gd name="connsiteY9041" fmla="*/ 1055277 h 6858000"/>
              <a:gd name="connsiteX9042" fmla="*/ 1833827 w 12203753"/>
              <a:gd name="connsiteY9042" fmla="*/ 992709 h 6858000"/>
              <a:gd name="connsiteX9043" fmla="*/ 6382638 w 12203753"/>
              <a:gd name="connsiteY9043" fmla="*/ 953528 h 6858000"/>
              <a:gd name="connsiteX9044" fmla="*/ 6405201 w 12203753"/>
              <a:gd name="connsiteY9044" fmla="*/ 992727 h 6858000"/>
              <a:gd name="connsiteX9045" fmla="*/ 6309528 w 12203753"/>
              <a:gd name="connsiteY9045" fmla="*/ 1055280 h 6858000"/>
              <a:gd name="connsiteX9046" fmla="*/ 6207480 w 12203753"/>
              <a:gd name="connsiteY9046" fmla="*/ 1106906 h 6858000"/>
              <a:gd name="connsiteX9047" fmla="*/ 6184852 w 12203753"/>
              <a:gd name="connsiteY9047" fmla="*/ 1067707 h 6858000"/>
              <a:gd name="connsiteX9048" fmla="*/ 6280590 w 12203753"/>
              <a:gd name="connsiteY9048" fmla="*/ 1005156 h 6858000"/>
              <a:gd name="connsiteX9049" fmla="*/ 6382638 w 12203753"/>
              <a:gd name="connsiteY9049" fmla="*/ 953528 h 6858000"/>
              <a:gd name="connsiteX9050" fmla="*/ 274178 w 12203753"/>
              <a:gd name="connsiteY9050" fmla="*/ 953527 h 6858000"/>
              <a:gd name="connsiteX9051" fmla="*/ 274242 w 12203753"/>
              <a:gd name="connsiteY9051" fmla="*/ 953527 h 6858000"/>
              <a:gd name="connsiteX9052" fmla="*/ 274229 w 12203753"/>
              <a:gd name="connsiteY9052" fmla="*/ 953549 h 6858000"/>
              <a:gd name="connsiteX9053" fmla="*/ 2647573 w 12203753"/>
              <a:gd name="connsiteY9053" fmla="*/ 953524 h 6858000"/>
              <a:gd name="connsiteX9054" fmla="*/ 2655955 w 12203753"/>
              <a:gd name="connsiteY9054" fmla="*/ 957230 h 6858000"/>
              <a:gd name="connsiteX9055" fmla="*/ 2749571 w 12203753"/>
              <a:gd name="connsiteY9055" fmla="*/ 1005130 h 6858000"/>
              <a:gd name="connsiteX9056" fmla="*/ 2845305 w 12203753"/>
              <a:gd name="connsiteY9056" fmla="*/ 1067693 h 6858000"/>
              <a:gd name="connsiteX9057" fmla="*/ 2822677 w 12203753"/>
              <a:gd name="connsiteY9057" fmla="*/ 1106891 h 6858000"/>
              <a:gd name="connsiteX9058" fmla="*/ 2720696 w 12203753"/>
              <a:gd name="connsiteY9058" fmla="*/ 1055266 h 6858000"/>
              <a:gd name="connsiteX9059" fmla="*/ 2624959 w 12203753"/>
              <a:gd name="connsiteY9059" fmla="*/ 992701 h 6858000"/>
              <a:gd name="connsiteX9060" fmla="*/ 7173716 w 12203753"/>
              <a:gd name="connsiteY9060" fmla="*/ 953520 h 6858000"/>
              <a:gd name="connsiteX9061" fmla="*/ 7196344 w 12203753"/>
              <a:gd name="connsiteY9061" fmla="*/ 992719 h 6858000"/>
              <a:gd name="connsiteX9062" fmla="*/ 7100606 w 12203753"/>
              <a:gd name="connsiteY9062" fmla="*/ 1055268 h 6858000"/>
              <a:gd name="connsiteX9063" fmla="*/ 6998558 w 12203753"/>
              <a:gd name="connsiteY9063" fmla="*/ 1106895 h 6858000"/>
              <a:gd name="connsiteX9064" fmla="*/ 6975995 w 12203753"/>
              <a:gd name="connsiteY9064" fmla="*/ 1067696 h 6858000"/>
              <a:gd name="connsiteX9065" fmla="*/ 7071731 w 12203753"/>
              <a:gd name="connsiteY9065" fmla="*/ 1005148 h 6858000"/>
              <a:gd name="connsiteX9066" fmla="*/ 7173716 w 12203753"/>
              <a:gd name="connsiteY9066" fmla="*/ 953520 h 6858000"/>
              <a:gd name="connsiteX9067" fmla="*/ 1065317 w 12203753"/>
              <a:gd name="connsiteY9067" fmla="*/ 953518 h 6858000"/>
              <a:gd name="connsiteX9068" fmla="*/ 1065382 w 12203753"/>
              <a:gd name="connsiteY9068" fmla="*/ 953518 h 6858000"/>
              <a:gd name="connsiteX9069" fmla="*/ 1065369 w 12203753"/>
              <a:gd name="connsiteY9069" fmla="*/ 953541 h 6858000"/>
              <a:gd name="connsiteX9070" fmla="*/ 3438701 w 12203753"/>
              <a:gd name="connsiteY9070" fmla="*/ 953516 h 6858000"/>
              <a:gd name="connsiteX9071" fmla="*/ 3447084 w 12203753"/>
              <a:gd name="connsiteY9071" fmla="*/ 957222 h 6858000"/>
              <a:gd name="connsiteX9072" fmla="*/ 3540702 w 12203753"/>
              <a:gd name="connsiteY9072" fmla="*/ 1005121 h 6858000"/>
              <a:gd name="connsiteX9073" fmla="*/ 3636436 w 12203753"/>
              <a:gd name="connsiteY9073" fmla="*/ 1067682 h 6858000"/>
              <a:gd name="connsiteX9074" fmla="*/ 3613807 w 12203753"/>
              <a:gd name="connsiteY9074" fmla="*/ 1106880 h 6858000"/>
              <a:gd name="connsiteX9075" fmla="*/ 3511829 w 12203753"/>
              <a:gd name="connsiteY9075" fmla="*/ 1055255 h 6858000"/>
              <a:gd name="connsiteX9076" fmla="*/ 3416090 w 12203753"/>
              <a:gd name="connsiteY9076" fmla="*/ 992692 h 6858000"/>
              <a:gd name="connsiteX9077" fmla="*/ 7964857 w 12203753"/>
              <a:gd name="connsiteY9077" fmla="*/ 953511 h 6858000"/>
              <a:gd name="connsiteX9078" fmla="*/ 7987485 w 12203753"/>
              <a:gd name="connsiteY9078" fmla="*/ 992711 h 6858000"/>
              <a:gd name="connsiteX9079" fmla="*/ 7891747 w 12203753"/>
              <a:gd name="connsiteY9079" fmla="*/ 1055257 h 6858000"/>
              <a:gd name="connsiteX9080" fmla="*/ 7789699 w 12203753"/>
              <a:gd name="connsiteY9080" fmla="*/ 1106884 h 6858000"/>
              <a:gd name="connsiteX9081" fmla="*/ 7767072 w 12203753"/>
              <a:gd name="connsiteY9081" fmla="*/ 1067685 h 6858000"/>
              <a:gd name="connsiteX9082" fmla="*/ 7862809 w 12203753"/>
              <a:gd name="connsiteY9082" fmla="*/ 1005140 h 6858000"/>
              <a:gd name="connsiteX9083" fmla="*/ 7964857 w 12203753"/>
              <a:gd name="connsiteY9083" fmla="*/ 953511 h 6858000"/>
              <a:gd name="connsiteX9084" fmla="*/ 1856390 w 12203753"/>
              <a:gd name="connsiteY9084" fmla="*/ 953510 h 6858000"/>
              <a:gd name="connsiteX9085" fmla="*/ 1856455 w 12203753"/>
              <a:gd name="connsiteY9085" fmla="*/ 953510 h 6858000"/>
              <a:gd name="connsiteX9086" fmla="*/ 1856440 w 12203753"/>
              <a:gd name="connsiteY9086" fmla="*/ 953532 h 6858000"/>
              <a:gd name="connsiteX9087" fmla="*/ 4229752 w 12203753"/>
              <a:gd name="connsiteY9087" fmla="*/ 953507 h 6858000"/>
              <a:gd name="connsiteX9088" fmla="*/ 4238133 w 12203753"/>
              <a:gd name="connsiteY9088" fmla="*/ 957213 h 6858000"/>
              <a:gd name="connsiteX9089" fmla="*/ 4331748 w 12203753"/>
              <a:gd name="connsiteY9089" fmla="*/ 1005113 h 6858000"/>
              <a:gd name="connsiteX9090" fmla="*/ 4427491 w 12203753"/>
              <a:gd name="connsiteY9090" fmla="*/ 1067671 h 6858000"/>
              <a:gd name="connsiteX9091" fmla="*/ 4404860 w 12203753"/>
              <a:gd name="connsiteY9091" fmla="*/ 1106869 h 6858000"/>
              <a:gd name="connsiteX9092" fmla="*/ 4302877 w 12203753"/>
              <a:gd name="connsiteY9092" fmla="*/ 1055244 h 6858000"/>
              <a:gd name="connsiteX9093" fmla="*/ 4207137 w 12203753"/>
              <a:gd name="connsiteY9093" fmla="*/ 992684 h 6858000"/>
              <a:gd name="connsiteX9094" fmla="*/ 8755998 w 12203753"/>
              <a:gd name="connsiteY9094" fmla="*/ 953503 h 6858000"/>
              <a:gd name="connsiteX9095" fmla="*/ 8778626 w 12203753"/>
              <a:gd name="connsiteY9095" fmla="*/ 992703 h 6858000"/>
              <a:gd name="connsiteX9096" fmla="*/ 8682888 w 12203753"/>
              <a:gd name="connsiteY9096" fmla="*/ 1055246 h 6858000"/>
              <a:gd name="connsiteX9097" fmla="*/ 8580840 w 12203753"/>
              <a:gd name="connsiteY9097" fmla="*/ 1106874 h 6858000"/>
              <a:gd name="connsiteX9098" fmla="*/ 8558213 w 12203753"/>
              <a:gd name="connsiteY9098" fmla="*/ 1067674 h 6858000"/>
              <a:gd name="connsiteX9099" fmla="*/ 8653951 w 12203753"/>
              <a:gd name="connsiteY9099" fmla="*/ 1005132 h 6858000"/>
              <a:gd name="connsiteX9100" fmla="*/ 8755998 w 12203753"/>
              <a:gd name="connsiteY9100" fmla="*/ 953503 h 6858000"/>
              <a:gd name="connsiteX9101" fmla="*/ 2647521 w 12203753"/>
              <a:gd name="connsiteY9101" fmla="*/ 953502 h 6858000"/>
              <a:gd name="connsiteX9102" fmla="*/ 2647585 w 12203753"/>
              <a:gd name="connsiteY9102" fmla="*/ 953502 h 6858000"/>
              <a:gd name="connsiteX9103" fmla="*/ 2647573 w 12203753"/>
              <a:gd name="connsiteY9103" fmla="*/ 953524 h 6858000"/>
              <a:gd name="connsiteX9104" fmla="*/ 5020837 w 12203753"/>
              <a:gd name="connsiteY9104" fmla="*/ 953500 h 6858000"/>
              <a:gd name="connsiteX9105" fmla="*/ 5029217 w 12203753"/>
              <a:gd name="connsiteY9105" fmla="*/ 957206 h 6858000"/>
              <a:gd name="connsiteX9106" fmla="*/ 5122827 w 12203753"/>
              <a:gd name="connsiteY9106" fmla="*/ 1005105 h 6858000"/>
              <a:gd name="connsiteX9107" fmla="*/ 5218566 w 12203753"/>
              <a:gd name="connsiteY9107" fmla="*/ 1067660 h 6858000"/>
              <a:gd name="connsiteX9108" fmla="*/ 5195941 w 12203753"/>
              <a:gd name="connsiteY9108" fmla="*/ 1106859 h 6858000"/>
              <a:gd name="connsiteX9109" fmla="*/ 5093953 w 12203753"/>
              <a:gd name="connsiteY9109" fmla="*/ 1055233 h 6858000"/>
              <a:gd name="connsiteX9110" fmla="*/ 4998215 w 12203753"/>
              <a:gd name="connsiteY9110" fmla="*/ 992676 h 6858000"/>
              <a:gd name="connsiteX9111" fmla="*/ 9547140 w 12203753"/>
              <a:gd name="connsiteY9111" fmla="*/ 953495 h 6858000"/>
              <a:gd name="connsiteX9112" fmla="*/ 9569704 w 12203753"/>
              <a:gd name="connsiteY9112" fmla="*/ 992694 h 6858000"/>
              <a:gd name="connsiteX9113" fmla="*/ 9474030 w 12203753"/>
              <a:gd name="connsiteY9113" fmla="*/ 1055235 h 6858000"/>
              <a:gd name="connsiteX9114" fmla="*/ 9371982 w 12203753"/>
              <a:gd name="connsiteY9114" fmla="*/ 1106863 h 6858000"/>
              <a:gd name="connsiteX9115" fmla="*/ 9349355 w 12203753"/>
              <a:gd name="connsiteY9115" fmla="*/ 1067663 h 6858000"/>
              <a:gd name="connsiteX9116" fmla="*/ 9445093 w 12203753"/>
              <a:gd name="connsiteY9116" fmla="*/ 1005123 h 6858000"/>
              <a:gd name="connsiteX9117" fmla="*/ 9547140 w 12203753"/>
              <a:gd name="connsiteY9117" fmla="*/ 953495 h 6858000"/>
              <a:gd name="connsiteX9118" fmla="*/ 3438650 w 12203753"/>
              <a:gd name="connsiteY9118" fmla="*/ 953493 h 6858000"/>
              <a:gd name="connsiteX9119" fmla="*/ 3438713 w 12203753"/>
              <a:gd name="connsiteY9119" fmla="*/ 953493 h 6858000"/>
              <a:gd name="connsiteX9120" fmla="*/ 3438701 w 12203753"/>
              <a:gd name="connsiteY9120" fmla="*/ 953516 h 6858000"/>
              <a:gd name="connsiteX9121" fmla="*/ 5811965 w 12203753"/>
              <a:gd name="connsiteY9121" fmla="*/ 953491 h 6858000"/>
              <a:gd name="connsiteX9122" fmla="*/ 5820348 w 12203753"/>
              <a:gd name="connsiteY9122" fmla="*/ 957197 h 6858000"/>
              <a:gd name="connsiteX9123" fmla="*/ 5913960 w 12203753"/>
              <a:gd name="connsiteY9123" fmla="*/ 1005097 h 6858000"/>
              <a:gd name="connsiteX9124" fmla="*/ 6009695 w 12203753"/>
              <a:gd name="connsiteY9124" fmla="*/ 1067649 h 6858000"/>
              <a:gd name="connsiteX9125" fmla="*/ 5987067 w 12203753"/>
              <a:gd name="connsiteY9125" fmla="*/ 1106848 h 6858000"/>
              <a:gd name="connsiteX9126" fmla="*/ 5885086 w 12203753"/>
              <a:gd name="connsiteY9126" fmla="*/ 1055221 h 6858000"/>
              <a:gd name="connsiteX9127" fmla="*/ 5789350 w 12203753"/>
              <a:gd name="connsiteY9127" fmla="*/ 992668 h 6858000"/>
              <a:gd name="connsiteX9128" fmla="*/ 10338218 w 12203753"/>
              <a:gd name="connsiteY9128" fmla="*/ 953486 h 6858000"/>
              <a:gd name="connsiteX9129" fmla="*/ 10360845 w 12203753"/>
              <a:gd name="connsiteY9129" fmla="*/ 992686 h 6858000"/>
              <a:gd name="connsiteX9130" fmla="*/ 10265107 w 12203753"/>
              <a:gd name="connsiteY9130" fmla="*/ 1055224 h 6858000"/>
              <a:gd name="connsiteX9131" fmla="*/ 10163059 w 12203753"/>
              <a:gd name="connsiteY9131" fmla="*/ 1106852 h 6858000"/>
              <a:gd name="connsiteX9132" fmla="*/ 10140496 w 12203753"/>
              <a:gd name="connsiteY9132" fmla="*/ 1067652 h 6858000"/>
              <a:gd name="connsiteX9133" fmla="*/ 10236234 w 12203753"/>
              <a:gd name="connsiteY9133" fmla="*/ 1005115 h 6858000"/>
              <a:gd name="connsiteX9134" fmla="*/ 10338218 w 12203753"/>
              <a:gd name="connsiteY9134" fmla="*/ 953486 h 6858000"/>
              <a:gd name="connsiteX9135" fmla="*/ 4229702 w 12203753"/>
              <a:gd name="connsiteY9135" fmla="*/ 953485 h 6858000"/>
              <a:gd name="connsiteX9136" fmla="*/ 4229764 w 12203753"/>
              <a:gd name="connsiteY9136" fmla="*/ 953485 h 6858000"/>
              <a:gd name="connsiteX9137" fmla="*/ 4229752 w 12203753"/>
              <a:gd name="connsiteY9137" fmla="*/ 953507 h 6858000"/>
              <a:gd name="connsiteX9138" fmla="*/ 11129360 w 12203753"/>
              <a:gd name="connsiteY9138" fmla="*/ 953478 h 6858000"/>
              <a:gd name="connsiteX9139" fmla="*/ 11151987 w 12203753"/>
              <a:gd name="connsiteY9139" fmla="*/ 992678 h 6858000"/>
              <a:gd name="connsiteX9140" fmla="*/ 11056249 w 12203753"/>
              <a:gd name="connsiteY9140" fmla="*/ 1055212 h 6858000"/>
              <a:gd name="connsiteX9141" fmla="*/ 10954201 w 12203753"/>
              <a:gd name="connsiteY9141" fmla="*/ 1106841 h 6858000"/>
              <a:gd name="connsiteX9142" fmla="*/ 10931638 w 12203753"/>
              <a:gd name="connsiteY9142" fmla="*/ 1067641 h 6858000"/>
              <a:gd name="connsiteX9143" fmla="*/ 11027376 w 12203753"/>
              <a:gd name="connsiteY9143" fmla="*/ 1005107 h 6858000"/>
              <a:gd name="connsiteX9144" fmla="*/ 11129360 w 12203753"/>
              <a:gd name="connsiteY9144" fmla="*/ 953478 h 6858000"/>
              <a:gd name="connsiteX9145" fmla="*/ 5020783 w 12203753"/>
              <a:gd name="connsiteY9145" fmla="*/ 953477 h 6858000"/>
              <a:gd name="connsiteX9146" fmla="*/ 5020848 w 12203753"/>
              <a:gd name="connsiteY9146" fmla="*/ 953477 h 6858000"/>
              <a:gd name="connsiteX9147" fmla="*/ 5020837 w 12203753"/>
              <a:gd name="connsiteY9147" fmla="*/ 953500 h 6858000"/>
              <a:gd name="connsiteX9148" fmla="*/ 11920501 w 12203753"/>
              <a:gd name="connsiteY9148" fmla="*/ 953470 h 6858000"/>
              <a:gd name="connsiteX9149" fmla="*/ 11943128 w 12203753"/>
              <a:gd name="connsiteY9149" fmla="*/ 992670 h 6858000"/>
              <a:gd name="connsiteX9150" fmla="*/ 11847390 w 12203753"/>
              <a:gd name="connsiteY9150" fmla="*/ 1055201 h 6858000"/>
              <a:gd name="connsiteX9151" fmla="*/ 11745343 w 12203753"/>
              <a:gd name="connsiteY9151" fmla="*/ 1106831 h 6858000"/>
              <a:gd name="connsiteX9152" fmla="*/ 11722715 w 12203753"/>
              <a:gd name="connsiteY9152" fmla="*/ 1067630 h 6858000"/>
              <a:gd name="connsiteX9153" fmla="*/ 11818516 w 12203753"/>
              <a:gd name="connsiteY9153" fmla="*/ 1005099 h 6858000"/>
              <a:gd name="connsiteX9154" fmla="*/ 11920501 w 12203753"/>
              <a:gd name="connsiteY9154" fmla="*/ 953470 h 6858000"/>
              <a:gd name="connsiteX9155" fmla="*/ 5811914 w 12203753"/>
              <a:gd name="connsiteY9155" fmla="*/ 953469 h 6858000"/>
              <a:gd name="connsiteX9156" fmla="*/ 5811979 w 12203753"/>
              <a:gd name="connsiteY9156" fmla="*/ 953469 h 6858000"/>
              <a:gd name="connsiteX9157" fmla="*/ 5811965 w 12203753"/>
              <a:gd name="connsiteY9157" fmla="*/ 953491 h 6858000"/>
              <a:gd name="connsiteX9158" fmla="*/ 6603052 w 12203753"/>
              <a:gd name="connsiteY9158" fmla="*/ 953460 h 6858000"/>
              <a:gd name="connsiteX9159" fmla="*/ 6705100 w 12203753"/>
              <a:gd name="connsiteY9159" fmla="*/ 1005088 h 6858000"/>
              <a:gd name="connsiteX9160" fmla="*/ 6800772 w 12203753"/>
              <a:gd name="connsiteY9160" fmla="*/ 1067638 h 6858000"/>
              <a:gd name="connsiteX9161" fmla="*/ 6778210 w 12203753"/>
              <a:gd name="connsiteY9161" fmla="*/ 1106837 h 6858000"/>
              <a:gd name="connsiteX9162" fmla="*/ 6676161 w 12203753"/>
              <a:gd name="connsiteY9162" fmla="*/ 1055210 h 6858000"/>
              <a:gd name="connsiteX9163" fmla="*/ 6580424 w 12203753"/>
              <a:gd name="connsiteY9163" fmla="*/ 992659 h 6858000"/>
              <a:gd name="connsiteX9164" fmla="*/ 7394128 w 12203753"/>
              <a:gd name="connsiteY9164" fmla="*/ 953452 h 6858000"/>
              <a:gd name="connsiteX9165" fmla="*/ 7496176 w 12203753"/>
              <a:gd name="connsiteY9165" fmla="*/ 1005080 h 6858000"/>
              <a:gd name="connsiteX9166" fmla="*/ 7591913 w 12203753"/>
              <a:gd name="connsiteY9166" fmla="*/ 1067627 h 6858000"/>
              <a:gd name="connsiteX9167" fmla="*/ 7569286 w 12203753"/>
              <a:gd name="connsiteY9167" fmla="*/ 1106826 h 6858000"/>
              <a:gd name="connsiteX9168" fmla="*/ 7467302 w 12203753"/>
              <a:gd name="connsiteY9168" fmla="*/ 1055199 h 6858000"/>
              <a:gd name="connsiteX9169" fmla="*/ 7371564 w 12203753"/>
              <a:gd name="connsiteY9169" fmla="*/ 992651 h 6858000"/>
              <a:gd name="connsiteX9170" fmla="*/ 8185270 w 12203753"/>
              <a:gd name="connsiteY9170" fmla="*/ 953444 h 6858000"/>
              <a:gd name="connsiteX9171" fmla="*/ 8287318 w 12203753"/>
              <a:gd name="connsiteY9171" fmla="*/ 1005072 h 6858000"/>
              <a:gd name="connsiteX9172" fmla="*/ 8383056 w 12203753"/>
              <a:gd name="connsiteY9172" fmla="*/ 1067616 h 6858000"/>
              <a:gd name="connsiteX9173" fmla="*/ 8360428 w 12203753"/>
              <a:gd name="connsiteY9173" fmla="*/ 1106815 h 6858000"/>
              <a:gd name="connsiteX9174" fmla="*/ 8258443 w 12203753"/>
              <a:gd name="connsiteY9174" fmla="*/ 1055188 h 6858000"/>
              <a:gd name="connsiteX9175" fmla="*/ 8162642 w 12203753"/>
              <a:gd name="connsiteY9175" fmla="*/ 992643 h 6858000"/>
              <a:gd name="connsiteX9176" fmla="*/ 8976412 w 12203753"/>
              <a:gd name="connsiteY9176" fmla="*/ 953435 h 6858000"/>
              <a:gd name="connsiteX9177" fmla="*/ 9078460 w 12203753"/>
              <a:gd name="connsiteY9177" fmla="*/ 1005064 h 6858000"/>
              <a:gd name="connsiteX9178" fmla="*/ 9174198 w 12203753"/>
              <a:gd name="connsiteY9178" fmla="*/ 1067605 h 6858000"/>
              <a:gd name="connsiteX9179" fmla="*/ 9151570 w 12203753"/>
              <a:gd name="connsiteY9179" fmla="*/ 1106805 h 6858000"/>
              <a:gd name="connsiteX9180" fmla="*/ 9049585 w 12203753"/>
              <a:gd name="connsiteY9180" fmla="*/ 1055177 h 6858000"/>
              <a:gd name="connsiteX9181" fmla="*/ 8953784 w 12203753"/>
              <a:gd name="connsiteY9181" fmla="*/ 992635 h 6858000"/>
              <a:gd name="connsiteX9182" fmla="*/ 9767553 w 12203753"/>
              <a:gd name="connsiteY9182" fmla="*/ 953427 h 6858000"/>
              <a:gd name="connsiteX9183" fmla="*/ 9869601 w 12203753"/>
              <a:gd name="connsiteY9183" fmla="*/ 1005056 h 6858000"/>
              <a:gd name="connsiteX9184" fmla="*/ 9965275 w 12203753"/>
              <a:gd name="connsiteY9184" fmla="*/ 1067594 h 6858000"/>
              <a:gd name="connsiteX9185" fmla="*/ 9942711 w 12203753"/>
              <a:gd name="connsiteY9185" fmla="*/ 1106794 h 6858000"/>
              <a:gd name="connsiteX9186" fmla="*/ 9840663 w 12203753"/>
              <a:gd name="connsiteY9186" fmla="*/ 1055165 h 6858000"/>
              <a:gd name="connsiteX9187" fmla="*/ 9744925 w 12203753"/>
              <a:gd name="connsiteY9187" fmla="*/ 992627 h 6858000"/>
              <a:gd name="connsiteX9188" fmla="*/ 10558630 w 12203753"/>
              <a:gd name="connsiteY9188" fmla="*/ 953419 h 6858000"/>
              <a:gd name="connsiteX9189" fmla="*/ 10660678 w 12203753"/>
              <a:gd name="connsiteY9189" fmla="*/ 1005047 h 6858000"/>
              <a:gd name="connsiteX9190" fmla="*/ 10756416 w 12203753"/>
              <a:gd name="connsiteY9190" fmla="*/ 1067583 h 6858000"/>
              <a:gd name="connsiteX9191" fmla="*/ 10733788 w 12203753"/>
              <a:gd name="connsiteY9191" fmla="*/ 1106783 h 6858000"/>
              <a:gd name="connsiteX9192" fmla="*/ 10631804 w 12203753"/>
              <a:gd name="connsiteY9192" fmla="*/ 1055154 h 6858000"/>
              <a:gd name="connsiteX9193" fmla="*/ 10536066 w 12203753"/>
              <a:gd name="connsiteY9193" fmla="*/ 992618 h 6858000"/>
              <a:gd name="connsiteX9194" fmla="*/ 11349772 w 12203753"/>
              <a:gd name="connsiteY9194" fmla="*/ 953410 h 6858000"/>
              <a:gd name="connsiteX9195" fmla="*/ 11451820 w 12203753"/>
              <a:gd name="connsiteY9195" fmla="*/ 1005039 h 6858000"/>
              <a:gd name="connsiteX9196" fmla="*/ 11547558 w 12203753"/>
              <a:gd name="connsiteY9196" fmla="*/ 1067571 h 6858000"/>
              <a:gd name="connsiteX9197" fmla="*/ 11524930 w 12203753"/>
              <a:gd name="connsiteY9197" fmla="*/ 1106772 h 6858000"/>
              <a:gd name="connsiteX9198" fmla="*/ 11422946 w 12203753"/>
              <a:gd name="connsiteY9198" fmla="*/ 1055143 h 6858000"/>
              <a:gd name="connsiteX9199" fmla="*/ 11327208 w 12203753"/>
              <a:gd name="connsiteY9199" fmla="*/ 992610 h 6858000"/>
              <a:gd name="connsiteX9200" fmla="*/ 12140914 w 12203753"/>
              <a:gd name="connsiteY9200" fmla="*/ 953402 h 6858000"/>
              <a:gd name="connsiteX9201" fmla="*/ 12171908 w 12203753"/>
              <a:gd name="connsiteY9201" fmla="*/ 967648 h 6858000"/>
              <a:gd name="connsiteX9202" fmla="*/ 12203753 w 12203753"/>
              <a:gd name="connsiteY9202" fmla="*/ 984402 h 6858000"/>
              <a:gd name="connsiteX9203" fmla="*/ 12203753 w 12203753"/>
              <a:gd name="connsiteY9203" fmla="*/ 1048618 h 6858000"/>
              <a:gd name="connsiteX9204" fmla="*/ 12146132 w 12203753"/>
              <a:gd name="connsiteY9204" fmla="*/ 1012298 h 6858000"/>
              <a:gd name="connsiteX9205" fmla="*/ 12118286 w 12203753"/>
              <a:gd name="connsiteY9205" fmla="*/ 992602 h 6858000"/>
              <a:gd name="connsiteX9206" fmla="*/ 536848 w 12203753"/>
              <a:gd name="connsiteY9206" fmla="*/ 801891 h 6858000"/>
              <a:gd name="connsiteX9207" fmla="*/ 582102 w 12203753"/>
              <a:gd name="connsiteY9207" fmla="*/ 801891 h 6858000"/>
              <a:gd name="connsiteX9208" fmla="*/ 588413 w 12203753"/>
              <a:gd name="connsiteY9208" fmla="*/ 916111 h 6858000"/>
              <a:gd name="connsiteX9209" fmla="*/ 582102 w 12203753"/>
              <a:gd name="connsiteY9209" fmla="*/ 1030268 h 6858000"/>
              <a:gd name="connsiteX9210" fmla="*/ 536848 w 12203753"/>
              <a:gd name="connsiteY9210" fmla="*/ 1030268 h 6858000"/>
              <a:gd name="connsiteX9211" fmla="*/ 530602 w 12203753"/>
              <a:gd name="connsiteY9211" fmla="*/ 916111 h 6858000"/>
              <a:gd name="connsiteX9212" fmla="*/ 536848 w 12203753"/>
              <a:gd name="connsiteY9212" fmla="*/ 801891 h 6858000"/>
              <a:gd name="connsiteX9213" fmla="*/ 1327990 w 12203753"/>
              <a:gd name="connsiteY9213" fmla="*/ 801883 h 6858000"/>
              <a:gd name="connsiteX9214" fmla="*/ 1373245 w 12203753"/>
              <a:gd name="connsiteY9214" fmla="*/ 801883 h 6858000"/>
              <a:gd name="connsiteX9215" fmla="*/ 1379556 w 12203753"/>
              <a:gd name="connsiteY9215" fmla="*/ 916103 h 6858000"/>
              <a:gd name="connsiteX9216" fmla="*/ 1373245 w 12203753"/>
              <a:gd name="connsiteY9216" fmla="*/ 1030260 h 6858000"/>
              <a:gd name="connsiteX9217" fmla="*/ 1327990 w 12203753"/>
              <a:gd name="connsiteY9217" fmla="*/ 1030260 h 6858000"/>
              <a:gd name="connsiteX9218" fmla="*/ 1321744 w 12203753"/>
              <a:gd name="connsiteY9218" fmla="*/ 916103 h 6858000"/>
              <a:gd name="connsiteX9219" fmla="*/ 1327990 w 12203753"/>
              <a:gd name="connsiteY9219" fmla="*/ 801883 h 6858000"/>
              <a:gd name="connsiteX9220" fmla="*/ 2119119 w 12203753"/>
              <a:gd name="connsiteY9220" fmla="*/ 801874 h 6858000"/>
              <a:gd name="connsiteX9221" fmla="*/ 2164366 w 12203753"/>
              <a:gd name="connsiteY9221" fmla="*/ 801874 h 6858000"/>
              <a:gd name="connsiteX9222" fmla="*/ 2170679 w 12203753"/>
              <a:gd name="connsiteY9222" fmla="*/ 916094 h 6858000"/>
              <a:gd name="connsiteX9223" fmla="*/ 2164366 w 12203753"/>
              <a:gd name="connsiteY9223" fmla="*/ 1030252 h 6858000"/>
              <a:gd name="connsiteX9224" fmla="*/ 2119119 w 12203753"/>
              <a:gd name="connsiteY9224" fmla="*/ 1030252 h 6858000"/>
              <a:gd name="connsiteX9225" fmla="*/ 2112868 w 12203753"/>
              <a:gd name="connsiteY9225" fmla="*/ 916094 h 6858000"/>
              <a:gd name="connsiteX9226" fmla="*/ 2119119 w 12203753"/>
              <a:gd name="connsiteY9226" fmla="*/ 801874 h 6858000"/>
              <a:gd name="connsiteX9227" fmla="*/ 2910259 w 12203753"/>
              <a:gd name="connsiteY9227" fmla="*/ 801866 h 6858000"/>
              <a:gd name="connsiteX9228" fmla="*/ 2955512 w 12203753"/>
              <a:gd name="connsiteY9228" fmla="*/ 801866 h 6858000"/>
              <a:gd name="connsiteX9229" fmla="*/ 2961822 w 12203753"/>
              <a:gd name="connsiteY9229" fmla="*/ 916086 h 6858000"/>
              <a:gd name="connsiteX9230" fmla="*/ 2955512 w 12203753"/>
              <a:gd name="connsiteY9230" fmla="*/ 1030243 h 6858000"/>
              <a:gd name="connsiteX9231" fmla="*/ 2910259 w 12203753"/>
              <a:gd name="connsiteY9231" fmla="*/ 1030243 h 6858000"/>
              <a:gd name="connsiteX9232" fmla="*/ 2903952 w 12203753"/>
              <a:gd name="connsiteY9232" fmla="*/ 916086 h 6858000"/>
              <a:gd name="connsiteX9233" fmla="*/ 2910259 w 12203753"/>
              <a:gd name="connsiteY9233" fmla="*/ 801866 h 6858000"/>
              <a:gd name="connsiteX9234" fmla="*/ 3701387 w 12203753"/>
              <a:gd name="connsiteY9234" fmla="*/ 801858 h 6858000"/>
              <a:gd name="connsiteX9235" fmla="*/ 3746642 w 12203753"/>
              <a:gd name="connsiteY9235" fmla="*/ 801858 h 6858000"/>
              <a:gd name="connsiteX9236" fmla="*/ 3752953 w 12203753"/>
              <a:gd name="connsiteY9236" fmla="*/ 916078 h 6858000"/>
              <a:gd name="connsiteX9237" fmla="*/ 3746642 w 12203753"/>
              <a:gd name="connsiteY9237" fmla="*/ 1030235 h 6858000"/>
              <a:gd name="connsiteX9238" fmla="*/ 3701387 w 12203753"/>
              <a:gd name="connsiteY9238" fmla="*/ 1030235 h 6858000"/>
              <a:gd name="connsiteX9239" fmla="*/ 3695075 w 12203753"/>
              <a:gd name="connsiteY9239" fmla="*/ 916078 h 6858000"/>
              <a:gd name="connsiteX9240" fmla="*/ 3701387 w 12203753"/>
              <a:gd name="connsiteY9240" fmla="*/ 801858 h 6858000"/>
              <a:gd name="connsiteX9241" fmla="*/ 4492377 w 12203753"/>
              <a:gd name="connsiteY9241" fmla="*/ 801849 h 6858000"/>
              <a:gd name="connsiteX9242" fmla="*/ 4537632 w 12203753"/>
              <a:gd name="connsiteY9242" fmla="*/ 801849 h 6858000"/>
              <a:gd name="connsiteX9243" fmla="*/ 4543944 w 12203753"/>
              <a:gd name="connsiteY9243" fmla="*/ 916069 h 6858000"/>
              <a:gd name="connsiteX9244" fmla="*/ 4537632 w 12203753"/>
              <a:gd name="connsiteY9244" fmla="*/ 1030227 h 6858000"/>
              <a:gd name="connsiteX9245" fmla="*/ 4492377 w 12203753"/>
              <a:gd name="connsiteY9245" fmla="*/ 1030227 h 6858000"/>
              <a:gd name="connsiteX9246" fmla="*/ 4486128 w 12203753"/>
              <a:gd name="connsiteY9246" fmla="*/ 916069 h 6858000"/>
              <a:gd name="connsiteX9247" fmla="*/ 4492377 w 12203753"/>
              <a:gd name="connsiteY9247" fmla="*/ 801849 h 6858000"/>
              <a:gd name="connsiteX9248" fmla="*/ 5283517 w 12203753"/>
              <a:gd name="connsiteY9248" fmla="*/ 801838 h 6858000"/>
              <a:gd name="connsiteX9249" fmla="*/ 5328774 w 12203753"/>
              <a:gd name="connsiteY9249" fmla="*/ 801838 h 6858000"/>
              <a:gd name="connsiteX9250" fmla="*/ 5335084 w 12203753"/>
              <a:gd name="connsiteY9250" fmla="*/ 916059 h 6858000"/>
              <a:gd name="connsiteX9251" fmla="*/ 5328774 w 12203753"/>
              <a:gd name="connsiteY9251" fmla="*/ 1030217 h 6858000"/>
              <a:gd name="connsiteX9252" fmla="*/ 5283517 w 12203753"/>
              <a:gd name="connsiteY9252" fmla="*/ 1030217 h 6858000"/>
              <a:gd name="connsiteX9253" fmla="*/ 5277271 w 12203753"/>
              <a:gd name="connsiteY9253" fmla="*/ 916059 h 6858000"/>
              <a:gd name="connsiteX9254" fmla="*/ 5283517 w 12203753"/>
              <a:gd name="connsiteY9254" fmla="*/ 801838 h 6858000"/>
              <a:gd name="connsiteX9255" fmla="*/ 6074648 w 12203753"/>
              <a:gd name="connsiteY9255" fmla="*/ 801832 h 6858000"/>
              <a:gd name="connsiteX9256" fmla="*/ 6119901 w 12203753"/>
              <a:gd name="connsiteY9256" fmla="*/ 801832 h 6858000"/>
              <a:gd name="connsiteX9257" fmla="*/ 6126212 w 12203753"/>
              <a:gd name="connsiteY9257" fmla="*/ 916053 h 6858000"/>
              <a:gd name="connsiteX9258" fmla="*/ 6119901 w 12203753"/>
              <a:gd name="connsiteY9258" fmla="*/ 1030210 h 6858000"/>
              <a:gd name="connsiteX9259" fmla="*/ 6074648 w 12203753"/>
              <a:gd name="connsiteY9259" fmla="*/ 1030210 h 6858000"/>
              <a:gd name="connsiteX9260" fmla="*/ 6068400 w 12203753"/>
              <a:gd name="connsiteY9260" fmla="*/ 916053 h 6858000"/>
              <a:gd name="connsiteX9261" fmla="*/ 6074648 w 12203753"/>
              <a:gd name="connsiteY9261" fmla="*/ 801832 h 6858000"/>
              <a:gd name="connsiteX9262" fmla="*/ 6865787 w 12203753"/>
              <a:gd name="connsiteY9262" fmla="*/ 801823 h 6858000"/>
              <a:gd name="connsiteX9263" fmla="*/ 6910979 w 12203753"/>
              <a:gd name="connsiteY9263" fmla="*/ 801823 h 6858000"/>
              <a:gd name="connsiteX9264" fmla="*/ 6917290 w 12203753"/>
              <a:gd name="connsiteY9264" fmla="*/ 916044 h 6858000"/>
              <a:gd name="connsiteX9265" fmla="*/ 6910979 w 12203753"/>
              <a:gd name="connsiteY9265" fmla="*/ 1030202 h 6858000"/>
              <a:gd name="connsiteX9266" fmla="*/ 6865787 w 12203753"/>
              <a:gd name="connsiteY9266" fmla="*/ 1030202 h 6858000"/>
              <a:gd name="connsiteX9267" fmla="*/ 6859477 w 12203753"/>
              <a:gd name="connsiteY9267" fmla="*/ 916044 h 6858000"/>
              <a:gd name="connsiteX9268" fmla="*/ 6865787 w 12203753"/>
              <a:gd name="connsiteY9268" fmla="*/ 801823 h 6858000"/>
              <a:gd name="connsiteX9269" fmla="*/ 7656865 w 12203753"/>
              <a:gd name="connsiteY9269" fmla="*/ 801815 h 6858000"/>
              <a:gd name="connsiteX9270" fmla="*/ 7702121 w 12203753"/>
              <a:gd name="connsiteY9270" fmla="*/ 801815 h 6858000"/>
              <a:gd name="connsiteX9271" fmla="*/ 7708431 w 12203753"/>
              <a:gd name="connsiteY9271" fmla="*/ 916036 h 6858000"/>
              <a:gd name="connsiteX9272" fmla="*/ 7702121 w 12203753"/>
              <a:gd name="connsiteY9272" fmla="*/ 1030194 h 6858000"/>
              <a:gd name="connsiteX9273" fmla="*/ 7656865 w 12203753"/>
              <a:gd name="connsiteY9273" fmla="*/ 1030194 h 6858000"/>
              <a:gd name="connsiteX9274" fmla="*/ 7650619 w 12203753"/>
              <a:gd name="connsiteY9274" fmla="*/ 916036 h 6858000"/>
              <a:gd name="connsiteX9275" fmla="*/ 7656865 w 12203753"/>
              <a:gd name="connsiteY9275" fmla="*/ 801815 h 6858000"/>
              <a:gd name="connsiteX9276" fmla="*/ 8448006 w 12203753"/>
              <a:gd name="connsiteY9276" fmla="*/ 801806 h 6858000"/>
              <a:gd name="connsiteX9277" fmla="*/ 8493262 w 12203753"/>
              <a:gd name="connsiteY9277" fmla="*/ 801806 h 6858000"/>
              <a:gd name="connsiteX9278" fmla="*/ 8499508 w 12203753"/>
              <a:gd name="connsiteY9278" fmla="*/ 916028 h 6858000"/>
              <a:gd name="connsiteX9279" fmla="*/ 8493262 w 12203753"/>
              <a:gd name="connsiteY9279" fmla="*/ 1030186 h 6858000"/>
              <a:gd name="connsiteX9280" fmla="*/ 8448006 w 12203753"/>
              <a:gd name="connsiteY9280" fmla="*/ 1030186 h 6858000"/>
              <a:gd name="connsiteX9281" fmla="*/ 8441760 w 12203753"/>
              <a:gd name="connsiteY9281" fmla="*/ 916028 h 6858000"/>
              <a:gd name="connsiteX9282" fmla="*/ 8448006 w 12203753"/>
              <a:gd name="connsiteY9282" fmla="*/ 801806 h 6858000"/>
              <a:gd name="connsiteX9283" fmla="*/ 9239147 w 12203753"/>
              <a:gd name="connsiteY9283" fmla="*/ 801798 h 6858000"/>
              <a:gd name="connsiteX9284" fmla="*/ 9284403 w 12203753"/>
              <a:gd name="connsiteY9284" fmla="*/ 801798 h 6858000"/>
              <a:gd name="connsiteX9285" fmla="*/ 9290649 w 12203753"/>
              <a:gd name="connsiteY9285" fmla="*/ 916019 h 6858000"/>
              <a:gd name="connsiteX9286" fmla="*/ 9284403 w 12203753"/>
              <a:gd name="connsiteY9286" fmla="*/ 1030178 h 6858000"/>
              <a:gd name="connsiteX9287" fmla="*/ 9239147 w 12203753"/>
              <a:gd name="connsiteY9287" fmla="*/ 1030178 h 6858000"/>
              <a:gd name="connsiteX9288" fmla="*/ 9232901 w 12203753"/>
              <a:gd name="connsiteY9288" fmla="*/ 916019 h 6858000"/>
              <a:gd name="connsiteX9289" fmla="*/ 9239147 w 12203753"/>
              <a:gd name="connsiteY9289" fmla="*/ 801798 h 6858000"/>
              <a:gd name="connsiteX9290" fmla="*/ 10030289 w 12203753"/>
              <a:gd name="connsiteY9290" fmla="*/ 801790 h 6858000"/>
              <a:gd name="connsiteX9291" fmla="*/ 10075481 w 12203753"/>
              <a:gd name="connsiteY9291" fmla="*/ 801790 h 6858000"/>
              <a:gd name="connsiteX9292" fmla="*/ 10081791 w 12203753"/>
              <a:gd name="connsiteY9292" fmla="*/ 916011 h 6858000"/>
              <a:gd name="connsiteX9293" fmla="*/ 10075481 w 12203753"/>
              <a:gd name="connsiteY9293" fmla="*/ 1030170 h 6858000"/>
              <a:gd name="connsiteX9294" fmla="*/ 10030289 w 12203753"/>
              <a:gd name="connsiteY9294" fmla="*/ 1030170 h 6858000"/>
              <a:gd name="connsiteX9295" fmla="*/ 10023979 w 12203753"/>
              <a:gd name="connsiteY9295" fmla="*/ 916011 h 6858000"/>
              <a:gd name="connsiteX9296" fmla="*/ 10030289 w 12203753"/>
              <a:gd name="connsiteY9296" fmla="*/ 801790 h 6858000"/>
              <a:gd name="connsiteX9297" fmla="*/ 10821367 w 12203753"/>
              <a:gd name="connsiteY9297" fmla="*/ 801781 h 6858000"/>
              <a:gd name="connsiteX9298" fmla="*/ 10866623 w 12203753"/>
              <a:gd name="connsiteY9298" fmla="*/ 801781 h 6858000"/>
              <a:gd name="connsiteX9299" fmla="*/ 10872933 w 12203753"/>
              <a:gd name="connsiteY9299" fmla="*/ 916003 h 6858000"/>
              <a:gd name="connsiteX9300" fmla="*/ 10866623 w 12203753"/>
              <a:gd name="connsiteY9300" fmla="*/ 1030161 h 6858000"/>
              <a:gd name="connsiteX9301" fmla="*/ 10821367 w 12203753"/>
              <a:gd name="connsiteY9301" fmla="*/ 1030161 h 6858000"/>
              <a:gd name="connsiteX9302" fmla="*/ 10815121 w 12203753"/>
              <a:gd name="connsiteY9302" fmla="*/ 916003 h 6858000"/>
              <a:gd name="connsiteX9303" fmla="*/ 10821367 w 12203753"/>
              <a:gd name="connsiteY9303" fmla="*/ 801781 h 6858000"/>
              <a:gd name="connsiteX9304" fmla="*/ 11612508 w 12203753"/>
              <a:gd name="connsiteY9304" fmla="*/ 801773 h 6858000"/>
              <a:gd name="connsiteX9305" fmla="*/ 11657764 w 12203753"/>
              <a:gd name="connsiteY9305" fmla="*/ 801773 h 6858000"/>
              <a:gd name="connsiteX9306" fmla="*/ 11664075 w 12203753"/>
              <a:gd name="connsiteY9306" fmla="*/ 915994 h 6858000"/>
              <a:gd name="connsiteX9307" fmla="*/ 11657764 w 12203753"/>
              <a:gd name="connsiteY9307" fmla="*/ 1030153 h 6858000"/>
              <a:gd name="connsiteX9308" fmla="*/ 11612508 w 12203753"/>
              <a:gd name="connsiteY9308" fmla="*/ 1030153 h 6858000"/>
              <a:gd name="connsiteX9309" fmla="*/ 11606262 w 12203753"/>
              <a:gd name="connsiteY9309" fmla="*/ 915994 h 6858000"/>
              <a:gd name="connsiteX9310" fmla="*/ 11612508 w 12203753"/>
              <a:gd name="connsiteY9310" fmla="*/ 801773 h 6858000"/>
              <a:gd name="connsiteX9311" fmla="*/ 0 w 12203753"/>
              <a:gd name="connsiteY9311" fmla="*/ 788981 h 6858000"/>
              <a:gd name="connsiteX9312" fmla="*/ 48559 w 12203753"/>
              <a:gd name="connsiteY9312" fmla="*/ 819613 h 6858000"/>
              <a:gd name="connsiteX9313" fmla="*/ 76396 w 12203753"/>
              <a:gd name="connsiteY9313" fmla="*/ 839308 h 6858000"/>
              <a:gd name="connsiteX9314" fmla="*/ 53769 w 12203753"/>
              <a:gd name="connsiteY9314" fmla="*/ 878509 h 6858000"/>
              <a:gd name="connsiteX9315" fmla="*/ 22784 w 12203753"/>
              <a:gd name="connsiteY9315" fmla="*/ 864239 h 6858000"/>
              <a:gd name="connsiteX9316" fmla="*/ 0 w 12203753"/>
              <a:gd name="connsiteY9316" fmla="*/ 852250 h 6858000"/>
              <a:gd name="connsiteX9317" fmla="*/ 12203753 w 12203753"/>
              <a:gd name="connsiteY9317" fmla="*/ 783229 h 6858000"/>
              <a:gd name="connsiteX9318" fmla="*/ 12203753 w 12203753"/>
              <a:gd name="connsiteY9318" fmla="*/ 847444 h 6858000"/>
              <a:gd name="connsiteX9319" fmla="*/ 12171908 w 12203753"/>
              <a:gd name="connsiteY9319" fmla="*/ 864199 h 6858000"/>
              <a:gd name="connsiteX9320" fmla="*/ 12140914 w 12203753"/>
              <a:gd name="connsiteY9320" fmla="*/ 878445 h 6858000"/>
              <a:gd name="connsiteX9321" fmla="*/ 12118286 w 12203753"/>
              <a:gd name="connsiteY9321" fmla="*/ 839244 h 6858000"/>
              <a:gd name="connsiteX9322" fmla="*/ 12146132 w 12203753"/>
              <a:gd name="connsiteY9322" fmla="*/ 819549 h 6858000"/>
              <a:gd name="connsiteX9323" fmla="*/ 449268 w 12203753"/>
              <a:gd name="connsiteY9323" fmla="*/ 725215 h 6858000"/>
              <a:gd name="connsiteX9324" fmla="*/ 471896 w 12203753"/>
              <a:gd name="connsiteY9324" fmla="*/ 764414 h 6858000"/>
              <a:gd name="connsiteX9325" fmla="*/ 376162 w 12203753"/>
              <a:gd name="connsiteY9325" fmla="*/ 826941 h 6858000"/>
              <a:gd name="connsiteX9326" fmla="*/ 274116 w 12203753"/>
              <a:gd name="connsiteY9326" fmla="*/ 878571 h 6858000"/>
              <a:gd name="connsiteX9327" fmla="*/ 251487 w 12203753"/>
              <a:gd name="connsiteY9327" fmla="*/ 839370 h 6858000"/>
              <a:gd name="connsiteX9328" fmla="*/ 251551 w 12203753"/>
              <a:gd name="connsiteY9328" fmla="*/ 839370 h 6858000"/>
              <a:gd name="connsiteX9329" fmla="*/ 347288 w 12203753"/>
              <a:gd name="connsiteY9329" fmla="*/ 776843 h 6858000"/>
              <a:gd name="connsiteX9330" fmla="*/ 449268 w 12203753"/>
              <a:gd name="connsiteY9330" fmla="*/ 725215 h 6858000"/>
              <a:gd name="connsiteX9331" fmla="*/ 1240476 w 12203753"/>
              <a:gd name="connsiteY9331" fmla="*/ 725206 h 6858000"/>
              <a:gd name="connsiteX9332" fmla="*/ 1263103 w 12203753"/>
              <a:gd name="connsiteY9332" fmla="*/ 764405 h 6858000"/>
              <a:gd name="connsiteX9333" fmla="*/ 1167366 w 12203753"/>
              <a:gd name="connsiteY9333" fmla="*/ 826933 h 6858000"/>
              <a:gd name="connsiteX9334" fmla="*/ 1065317 w 12203753"/>
              <a:gd name="connsiteY9334" fmla="*/ 878563 h 6858000"/>
              <a:gd name="connsiteX9335" fmla="*/ 1042681 w 12203753"/>
              <a:gd name="connsiteY9335" fmla="*/ 839362 h 6858000"/>
              <a:gd name="connsiteX9336" fmla="*/ 1138427 w 12203753"/>
              <a:gd name="connsiteY9336" fmla="*/ 776834 h 6858000"/>
              <a:gd name="connsiteX9337" fmla="*/ 1240476 w 12203753"/>
              <a:gd name="connsiteY9337" fmla="*/ 725206 h 6858000"/>
              <a:gd name="connsiteX9338" fmla="*/ 2031546 w 12203753"/>
              <a:gd name="connsiteY9338" fmla="*/ 725198 h 6858000"/>
              <a:gd name="connsiteX9339" fmla="*/ 2054176 w 12203753"/>
              <a:gd name="connsiteY9339" fmla="*/ 764397 h 6858000"/>
              <a:gd name="connsiteX9340" fmla="*/ 1958440 w 12203753"/>
              <a:gd name="connsiteY9340" fmla="*/ 826925 h 6858000"/>
              <a:gd name="connsiteX9341" fmla="*/ 1856390 w 12203753"/>
              <a:gd name="connsiteY9341" fmla="*/ 878554 h 6858000"/>
              <a:gd name="connsiteX9342" fmla="*/ 1833765 w 12203753"/>
              <a:gd name="connsiteY9342" fmla="*/ 839354 h 6858000"/>
              <a:gd name="connsiteX9343" fmla="*/ 1929500 w 12203753"/>
              <a:gd name="connsiteY9343" fmla="*/ 776826 h 6858000"/>
              <a:gd name="connsiteX9344" fmla="*/ 2031546 w 12203753"/>
              <a:gd name="connsiteY9344" fmla="*/ 725198 h 6858000"/>
              <a:gd name="connsiteX9345" fmla="*/ 2822677 w 12203753"/>
              <a:gd name="connsiteY9345" fmla="*/ 725189 h 6858000"/>
              <a:gd name="connsiteX9346" fmla="*/ 2845305 w 12203753"/>
              <a:gd name="connsiteY9346" fmla="*/ 764388 h 6858000"/>
              <a:gd name="connsiteX9347" fmla="*/ 2749571 w 12203753"/>
              <a:gd name="connsiteY9347" fmla="*/ 826916 h 6858000"/>
              <a:gd name="connsiteX9348" fmla="*/ 2647521 w 12203753"/>
              <a:gd name="connsiteY9348" fmla="*/ 878546 h 6858000"/>
              <a:gd name="connsiteX9349" fmla="*/ 2624892 w 12203753"/>
              <a:gd name="connsiteY9349" fmla="*/ 839345 h 6858000"/>
              <a:gd name="connsiteX9350" fmla="*/ 2720633 w 12203753"/>
              <a:gd name="connsiteY9350" fmla="*/ 776817 h 6858000"/>
              <a:gd name="connsiteX9351" fmla="*/ 2822677 w 12203753"/>
              <a:gd name="connsiteY9351" fmla="*/ 725189 h 6858000"/>
              <a:gd name="connsiteX9352" fmla="*/ 3613742 w 12203753"/>
              <a:gd name="connsiteY9352" fmla="*/ 725180 h 6858000"/>
              <a:gd name="connsiteX9353" fmla="*/ 3636372 w 12203753"/>
              <a:gd name="connsiteY9353" fmla="*/ 764380 h 6858000"/>
              <a:gd name="connsiteX9354" fmla="*/ 3540639 w 12203753"/>
              <a:gd name="connsiteY9354" fmla="*/ 826908 h 6858000"/>
              <a:gd name="connsiteX9355" fmla="*/ 3438588 w 12203753"/>
              <a:gd name="connsiteY9355" fmla="*/ 878537 h 6858000"/>
              <a:gd name="connsiteX9356" fmla="*/ 3415959 w 12203753"/>
              <a:gd name="connsiteY9356" fmla="*/ 839337 h 6858000"/>
              <a:gd name="connsiteX9357" fmla="*/ 3416027 w 12203753"/>
              <a:gd name="connsiteY9357" fmla="*/ 839337 h 6858000"/>
              <a:gd name="connsiteX9358" fmla="*/ 3511767 w 12203753"/>
              <a:gd name="connsiteY9358" fmla="*/ 776809 h 6858000"/>
              <a:gd name="connsiteX9359" fmla="*/ 3613742 w 12203753"/>
              <a:gd name="connsiteY9359" fmla="*/ 725180 h 6858000"/>
              <a:gd name="connsiteX9360" fmla="*/ 4404792 w 12203753"/>
              <a:gd name="connsiteY9360" fmla="*/ 725172 h 6858000"/>
              <a:gd name="connsiteX9361" fmla="*/ 4427424 w 12203753"/>
              <a:gd name="connsiteY9361" fmla="*/ 764371 h 6858000"/>
              <a:gd name="connsiteX9362" fmla="*/ 4331686 w 12203753"/>
              <a:gd name="connsiteY9362" fmla="*/ 826899 h 6858000"/>
              <a:gd name="connsiteX9363" fmla="*/ 4229635 w 12203753"/>
              <a:gd name="connsiteY9363" fmla="*/ 878529 h 6858000"/>
              <a:gd name="connsiteX9364" fmla="*/ 4207009 w 12203753"/>
              <a:gd name="connsiteY9364" fmla="*/ 839328 h 6858000"/>
              <a:gd name="connsiteX9365" fmla="*/ 4207074 w 12203753"/>
              <a:gd name="connsiteY9365" fmla="*/ 839328 h 6858000"/>
              <a:gd name="connsiteX9366" fmla="*/ 4302809 w 12203753"/>
              <a:gd name="connsiteY9366" fmla="*/ 776800 h 6858000"/>
              <a:gd name="connsiteX9367" fmla="*/ 4404792 w 12203753"/>
              <a:gd name="connsiteY9367" fmla="*/ 725172 h 6858000"/>
              <a:gd name="connsiteX9368" fmla="*/ 669795 w 12203753"/>
              <a:gd name="connsiteY9368" fmla="*/ 725169 h 6858000"/>
              <a:gd name="connsiteX9369" fmla="*/ 678178 w 12203753"/>
              <a:gd name="connsiteY9369" fmla="*/ 728884 h 6858000"/>
              <a:gd name="connsiteX9370" fmla="*/ 771792 w 12203753"/>
              <a:gd name="connsiteY9370" fmla="*/ 776775 h 6858000"/>
              <a:gd name="connsiteX9371" fmla="*/ 867526 w 12203753"/>
              <a:gd name="connsiteY9371" fmla="*/ 839302 h 6858000"/>
              <a:gd name="connsiteX9372" fmla="*/ 844900 w 12203753"/>
              <a:gd name="connsiteY9372" fmla="*/ 878503 h 6858000"/>
              <a:gd name="connsiteX9373" fmla="*/ 742918 w 12203753"/>
              <a:gd name="connsiteY9373" fmla="*/ 826873 h 6858000"/>
              <a:gd name="connsiteX9374" fmla="*/ 647181 w 12203753"/>
              <a:gd name="connsiteY9374" fmla="*/ 764346 h 6858000"/>
              <a:gd name="connsiteX9375" fmla="*/ 5195941 w 12203753"/>
              <a:gd name="connsiteY9375" fmla="*/ 725163 h 6858000"/>
              <a:gd name="connsiteX9376" fmla="*/ 5218566 w 12203753"/>
              <a:gd name="connsiteY9376" fmla="*/ 764363 h 6858000"/>
              <a:gd name="connsiteX9377" fmla="*/ 5122827 w 12203753"/>
              <a:gd name="connsiteY9377" fmla="*/ 826891 h 6858000"/>
              <a:gd name="connsiteX9378" fmla="*/ 5020783 w 12203753"/>
              <a:gd name="connsiteY9378" fmla="*/ 878520 h 6858000"/>
              <a:gd name="connsiteX9379" fmla="*/ 4998155 w 12203753"/>
              <a:gd name="connsiteY9379" fmla="*/ 839320 h 6858000"/>
              <a:gd name="connsiteX9380" fmla="*/ 4998215 w 12203753"/>
              <a:gd name="connsiteY9380" fmla="*/ 839320 h 6858000"/>
              <a:gd name="connsiteX9381" fmla="*/ 5093953 w 12203753"/>
              <a:gd name="connsiteY9381" fmla="*/ 776792 h 6858000"/>
              <a:gd name="connsiteX9382" fmla="*/ 5195941 w 12203753"/>
              <a:gd name="connsiteY9382" fmla="*/ 725163 h 6858000"/>
              <a:gd name="connsiteX9383" fmla="*/ 1460873 w 12203753"/>
              <a:gd name="connsiteY9383" fmla="*/ 725161 h 6858000"/>
              <a:gd name="connsiteX9384" fmla="*/ 1469257 w 12203753"/>
              <a:gd name="connsiteY9384" fmla="*/ 728875 h 6858000"/>
              <a:gd name="connsiteX9385" fmla="*/ 1562870 w 12203753"/>
              <a:gd name="connsiteY9385" fmla="*/ 776766 h 6858000"/>
              <a:gd name="connsiteX9386" fmla="*/ 1658607 w 12203753"/>
              <a:gd name="connsiteY9386" fmla="*/ 839294 h 6858000"/>
              <a:gd name="connsiteX9387" fmla="*/ 1635980 w 12203753"/>
              <a:gd name="connsiteY9387" fmla="*/ 878494 h 6858000"/>
              <a:gd name="connsiteX9388" fmla="*/ 1533999 w 12203753"/>
              <a:gd name="connsiteY9388" fmla="*/ 826865 h 6858000"/>
              <a:gd name="connsiteX9389" fmla="*/ 1438259 w 12203753"/>
              <a:gd name="connsiteY9389" fmla="*/ 764337 h 6858000"/>
              <a:gd name="connsiteX9390" fmla="*/ 5987007 w 12203753"/>
              <a:gd name="connsiteY9390" fmla="*/ 725155 h 6858000"/>
              <a:gd name="connsiteX9391" fmla="*/ 6009633 w 12203753"/>
              <a:gd name="connsiteY9391" fmla="*/ 764354 h 6858000"/>
              <a:gd name="connsiteX9392" fmla="*/ 5913898 w 12203753"/>
              <a:gd name="connsiteY9392" fmla="*/ 826882 h 6858000"/>
              <a:gd name="connsiteX9393" fmla="*/ 5811850 w 12203753"/>
              <a:gd name="connsiteY9393" fmla="*/ 878512 h 6858000"/>
              <a:gd name="connsiteX9394" fmla="*/ 5789224 w 12203753"/>
              <a:gd name="connsiteY9394" fmla="*/ 839311 h 6858000"/>
              <a:gd name="connsiteX9395" fmla="*/ 5789287 w 12203753"/>
              <a:gd name="connsiteY9395" fmla="*/ 839311 h 6858000"/>
              <a:gd name="connsiteX9396" fmla="*/ 5885024 w 12203753"/>
              <a:gd name="connsiteY9396" fmla="*/ 776783 h 6858000"/>
              <a:gd name="connsiteX9397" fmla="*/ 5987007 w 12203753"/>
              <a:gd name="connsiteY9397" fmla="*/ 725155 h 6858000"/>
              <a:gd name="connsiteX9398" fmla="*/ 2252000 w 12203753"/>
              <a:gd name="connsiteY9398" fmla="*/ 725152 h 6858000"/>
              <a:gd name="connsiteX9399" fmla="*/ 2260383 w 12203753"/>
              <a:gd name="connsiteY9399" fmla="*/ 728867 h 6858000"/>
              <a:gd name="connsiteX9400" fmla="*/ 2353993 w 12203753"/>
              <a:gd name="connsiteY9400" fmla="*/ 776758 h 6858000"/>
              <a:gd name="connsiteX9401" fmla="*/ 2449735 w 12203753"/>
              <a:gd name="connsiteY9401" fmla="*/ 839285 h 6858000"/>
              <a:gd name="connsiteX9402" fmla="*/ 2427108 w 12203753"/>
              <a:gd name="connsiteY9402" fmla="*/ 878486 h 6858000"/>
              <a:gd name="connsiteX9403" fmla="*/ 2325122 w 12203753"/>
              <a:gd name="connsiteY9403" fmla="*/ 826856 h 6858000"/>
              <a:gd name="connsiteX9404" fmla="*/ 2229387 w 12203753"/>
              <a:gd name="connsiteY9404" fmla="*/ 764329 h 6858000"/>
              <a:gd name="connsiteX9405" fmla="*/ 669744 w 12203753"/>
              <a:gd name="connsiteY9405" fmla="*/ 725147 h 6858000"/>
              <a:gd name="connsiteX9406" fmla="*/ 669808 w 12203753"/>
              <a:gd name="connsiteY9406" fmla="*/ 725147 h 6858000"/>
              <a:gd name="connsiteX9407" fmla="*/ 669795 w 12203753"/>
              <a:gd name="connsiteY9407" fmla="*/ 725169 h 6858000"/>
              <a:gd name="connsiteX9408" fmla="*/ 6778210 w 12203753"/>
              <a:gd name="connsiteY9408" fmla="*/ 725146 h 6858000"/>
              <a:gd name="connsiteX9409" fmla="*/ 6800772 w 12203753"/>
              <a:gd name="connsiteY9409" fmla="*/ 764346 h 6858000"/>
              <a:gd name="connsiteX9410" fmla="*/ 6705035 w 12203753"/>
              <a:gd name="connsiteY9410" fmla="*/ 826874 h 6858000"/>
              <a:gd name="connsiteX9411" fmla="*/ 6603052 w 12203753"/>
              <a:gd name="connsiteY9411" fmla="*/ 878504 h 6858000"/>
              <a:gd name="connsiteX9412" fmla="*/ 6580424 w 12203753"/>
              <a:gd name="connsiteY9412" fmla="*/ 839303 h 6858000"/>
              <a:gd name="connsiteX9413" fmla="*/ 6676161 w 12203753"/>
              <a:gd name="connsiteY9413" fmla="*/ 776775 h 6858000"/>
              <a:gd name="connsiteX9414" fmla="*/ 6778210 w 12203753"/>
              <a:gd name="connsiteY9414" fmla="*/ 725146 h 6858000"/>
              <a:gd name="connsiteX9415" fmla="*/ 3043144 w 12203753"/>
              <a:gd name="connsiteY9415" fmla="*/ 725143 h 6858000"/>
              <a:gd name="connsiteX9416" fmla="*/ 3051523 w 12203753"/>
              <a:gd name="connsiteY9416" fmla="*/ 728858 h 6858000"/>
              <a:gd name="connsiteX9417" fmla="*/ 3145144 w 12203753"/>
              <a:gd name="connsiteY9417" fmla="*/ 776749 h 6858000"/>
              <a:gd name="connsiteX9418" fmla="*/ 3240871 w 12203753"/>
              <a:gd name="connsiteY9418" fmla="*/ 839277 h 6858000"/>
              <a:gd name="connsiteX9419" fmla="*/ 3218243 w 12203753"/>
              <a:gd name="connsiteY9419" fmla="*/ 878478 h 6858000"/>
              <a:gd name="connsiteX9420" fmla="*/ 3116268 w 12203753"/>
              <a:gd name="connsiteY9420" fmla="*/ 826848 h 6858000"/>
              <a:gd name="connsiteX9421" fmla="*/ 3020525 w 12203753"/>
              <a:gd name="connsiteY9421" fmla="*/ 764320 h 6858000"/>
              <a:gd name="connsiteX9422" fmla="*/ 1460821 w 12203753"/>
              <a:gd name="connsiteY9422" fmla="*/ 725138 h 6858000"/>
              <a:gd name="connsiteX9423" fmla="*/ 1460890 w 12203753"/>
              <a:gd name="connsiteY9423" fmla="*/ 725138 h 6858000"/>
              <a:gd name="connsiteX9424" fmla="*/ 1460873 w 12203753"/>
              <a:gd name="connsiteY9424" fmla="*/ 725161 h 6858000"/>
              <a:gd name="connsiteX9425" fmla="*/ 7569286 w 12203753"/>
              <a:gd name="connsiteY9425" fmla="*/ 725137 h 6858000"/>
              <a:gd name="connsiteX9426" fmla="*/ 7591913 w 12203753"/>
              <a:gd name="connsiteY9426" fmla="*/ 764337 h 6858000"/>
              <a:gd name="connsiteX9427" fmla="*/ 7496176 w 12203753"/>
              <a:gd name="connsiteY9427" fmla="*/ 826865 h 6858000"/>
              <a:gd name="connsiteX9428" fmla="*/ 7394128 w 12203753"/>
              <a:gd name="connsiteY9428" fmla="*/ 878495 h 6858000"/>
              <a:gd name="connsiteX9429" fmla="*/ 7371564 w 12203753"/>
              <a:gd name="connsiteY9429" fmla="*/ 839294 h 6858000"/>
              <a:gd name="connsiteX9430" fmla="*/ 7467302 w 12203753"/>
              <a:gd name="connsiteY9430" fmla="*/ 776766 h 6858000"/>
              <a:gd name="connsiteX9431" fmla="*/ 7569286 w 12203753"/>
              <a:gd name="connsiteY9431" fmla="*/ 725137 h 6858000"/>
              <a:gd name="connsiteX9432" fmla="*/ 3834266 w 12203753"/>
              <a:gd name="connsiteY9432" fmla="*/ 725135 h 6858000"/>
              <a:gd name="connsiteX9433" fmla="*/ 3842651 w 12203753"/>
              <a:gd name="connsiteY9433" fmla="*/ 728850 h 6858000"/>
              <a:gd name="connsiteX9434" fmla="*/ 3936263 w 12203753"/>
              <a:gd name="connsiteY9434" fmla="*/ 776740 h 6858000"/>
              <a:gd name="connsiteX9435" fmla="*/ 4031992 w 12203753"/>
              <a:gd name="connsiteY9435" fmla="*/ 839268 h 6858000"/>
              <a:gd name="connsiteX9436" fmla="*/ 4009366 w 12203753"/>
              <a:gd name="connsiteY9436" fmla="*/ 878469 h 6858000"/>
              <a:gd name="connsiteX9437" fmla="*/ 3907391 w 12203753"/>
              <a:gd name="connsiteY9437" fmla="*/ 826839 h 6858000"/>
              <a:gd name="connsiteX9438" fmla="*/ 3811651 w 12203753"/>
              <a:gd name="connsiteY9438" fmla="*/ 764311 h 6858000"/>
              <a:gd name="connsiteX9439" fmla="*/ 8360428 w 12203753"/>
              <a:gd name="connsiteY9439" fmla="*/ 725129 h 6858000"/>
              <a:gd name="connsiteX9440" fmla="*/ 8383056 w 12203753"/>
              <a:gd name="connsiteY9440" fmla="*/ 764328 h 6858000"/>
              <a:gd name="connsiteX9441" fmla="*/ 8287318 w 12203753"/>
              <a:gd name="connsiteY9441" fmla="*/ 826857 h 6858000"/>
              <a:gd name="connsiteX9442" fmla="*/ 8185270 w 12203753"/>
              <a:gd name="connsiteY9442" fmla="*/ 878487 h 6858000"/>
              <a:gd name="connsiteX9443" fmla="*/ 8162642 w 12203753"/>
              <a:gd name="connsiteY9443" fmla="*/ 839286 h 6858000"/>
              <a:gd name="connsiteX9444" fmla="*/ 8258380 w 12203753"/>
              <a:gd name="connsiteY9444" fmla="*/ 776757 h 6858000"/>
              <a:gd name="connsiteX9445" fmla="*/ 8360428 w 12203753"/>
              <a:gd name="connsiteY9445" fmla="*/ 725129 h 6858000"/>
              <a:gd name="connsiteX9446" fmla="*/ 2251951 w 12203753"/>
              <a:gd name="connsiteY9446" fmla="*/ 725129 h 6858000"/>
              <a:gd name="connsiteX9447" fmla="*/ 2252012 w 12203753"/>
              <a:gd name="connsiteY9447" fmla="*/ 725129 h 6858000"/>
              <a:gd name="connsiteX9448" fmla="*/ 2252000 w 12203753"/>
              <a:gd name="connsiteY9448" fmla="*/ 725152 h 6858000"/>
              <a:gd name="connsiteX9449" fmla="*/ 4625259 w 12203753"/>
              <a:gd name="connsiteY9449" fmla="*/ 725126 h 6858000"/>
              <a:gd name="connsiteX9450" fmla="*/ 4633642 w 12203753"/>
              <a:gd name="connsiteY9450" fmla="*/ 728841 h 6858000"/>
              <a:gd name="connsiteX9451" fmla="*/ 4727254 w 12203753"/>
              <a:gd name="connsiteY9451" fmla="*/ 776732 h 6858000"/>
              <a:gd name="connsiteX9452" fmla="*/ 4822988 w 12203753"/>
              <a:gd name="connsiteY9452" fmla="*/ 839260 h 6858000"/>
              <a:gd name="connsiteX9453" fmla="*/ 4800366 w 12203753"/>
              <a:gd name="connsiteY9453" fmla="*/ 878461 h 6858000"/>
              <a:gd name="connsiteX9454" fmla="*/ 4698380 w 12203753"/>
              <a:gd name="connsiteY9454" fmla="*/ 826831 h 6858000"/>
              <a:gd name="connsiteX9455" fmla="*/ 4602649 w 12203753"/>
              <a:gd name="connsiteY9455" fmla="*/ 764303 h 6858000"/>
              <a:gd name="connsiteX9456" fmla="*/ 3043094 w 12203753"/>
              <a:gd name="connsiteY9456" fmla="*/ 725121 h 6858000"/>
              <a:gd name="connsiteX9457" fmla="*/ 3043156 w 12203753"/>
              <a:gd name="connsiteY9457" fmla="*/ 725121 h 6858000"/>
              <a:gd name="connsiteX9458" fmla="*/ 3043144 w 12203753"/>
              <a:gd name="connsiteY9458" fmla="*/ 725143 h 6858000"/>
              <a:gd name="connsiteX9459" fmla="*/ 9151570 w 12203753"/>
              <a:gd name="connsiteY9459" fmla="*/ 725120 h 6858000"/>
              <a:gd name="connsiteX9460" fmla="*/ 9174198 w 12203753"/>
              <a:gd name="connsiteY9460" fmla="*/ 764320 h 6858000"/>
              <a:gd name="connsiteX9461" fmla="*/ 9078460 w 12203753"/>
              <a:gd name="connsiteY9461" fmla="*/ 826848 h 6858000"/>
              <a:gd name="connsiteX9462" fmla="*/ 8976412 w 12203753"/>
              <a:gd name="connsiteY9462" fmla="*/ 878478 h 6858000"/>
              <a:gd name="connsiteX9463" fmla="*/ 8953784 w 12203753"/>
              <a:gd name="connsiteY9463" fmla="*/ 839277 h 6858000"/>
              <a:gd name="connsiteX9464" fmla="*/ 9049522 w 12203753"/>
              <a:gd name="connsiteY9464" fmla="*/ 776749 h 6858000"/>
              <a:gd name="connsiteX9465" fmla="*/ 9151570 w 12203753"/>
              <a:gd name="connsiteY9465" fmla="*/ 725120 h 6858000"/>
              <a:gd name="connsiteX9466" fmla="*/ 5416402 w 12203753"/>
              <a:gd name="connsiteY9466" fmla="*/ 725117 h 6858000"/>
              <a:gd name="connsiteX9467" fmla="*/ 5424781 w 12203753"/>
              <a:gd name="connsiteY9467" fmla="*/ 728833 h 6858000"/>
              <a:gd name="connsiteX9468" fmla="*/ 5518395 w 12203753"/>
              <a:gd name="connsiteY9468" fmla="*/ 776723 h 6858000"/>
              <a:gd name="connsiteX9469" fmla="*/ 5614131 w 12203753"/>
              <a:gd name="connsiteY9469" fmla="*/ 839251 h 6858000"/>
              <a:gd name="connsiteX9470" fmla="*/ 5591504 w 12203753"/>
              <a:gd name="connsiteY9470" fmla="*/ 878452 h 6858000"/>
              <a:gd name="connsiteX9471" fmla="*/ 5489521 w 12203753"/>
              <a:gd name="connsiteY9471" fmla="*/ 826822 h 6858000"/>
              <a:gd name="connsiteX9472" fmla="*/ 5393787 w 12203753"/>
              <a:gd name="connsiteY9472" fmla="*/ 764294 h 6858000"/>
              <a:gd name="connsiteX9473" fmla="*/ 9942711 w 12203753"/>
              <a:gd name="connsiteY9473" fmla="*/ 725112 h 6858000"/>
              <a:gd name="connsiteX9474" fmla="*/ 9965275 w 12203753"/>
              <a:gd name="connsiteY9474" fmla="*/ 764311 h 6858000"/>
              <a:gd name="connsiteX9475" fmla="*/ 9869601 w 12203753"/>
              <a:gd name="connsiteY9475" fmla="*/ 826840 h 6858000"/>
              <a:gd name="connsiteX9476" fmla="*/ 9767553 w 12203753"/>
              <a:gd name="connsiteY9476" fmla="*/ 878470 h 6858000"/>
              <a:gd name="connsiteX9477" fmla="*/ 9744925 w 12203753"/>
              <a:gd name="connsiteY9477" fmla="*/ 839269 h 6858000"/>
              <a:gd name="connsiteX9478" fmla="*/ 9840663 w 12203753"/>
              <a:gd name="connsiteY9478" fmla="*/ 776740 h 6858000"/>
              <a:gd name="connsiteX9479" fmla="*/ 9942711 w 12203753"/>
              <a:gd name="connsiteY9479" fmla="*/ 725112 h 6858000"/>
              <a:gd name="connsiteX9480" fmla="*/ 3834218 w 12203753"/>
              <a:gd name="connsiteY9480" fmla="*/ 725112 h 6858000"/>
              <a:gd name="connsiteX9481" fmla="*/ 3834279 w 12203753"/>
              <a:gd name="connsiteY9481" fmla="*/ 725112 h 6858000"/>
              <a:gd name="connsiteX9482" fmla="*/ 3834266 w 12203753"/>
              <a:gd name="connsiteY9482" fmla="*/ 725135 h 6858000"/>
              <a:gd name="connsiteX9483" fmla="*/ 4625211 w 12203753"/>
              <a:gd name="connsiteY9483" fmla="*/ 725104 h 6858000"/>
              <a:gd name="connsiteX9484" fmla="*/ 4625271 w 12203753"/>
              <a:gd name="connsiteY9484" fmla="*/ 725104 h 6858000"/>
              <a:gd name="connsiteX9485" fmla="*/ 4625259 w 12203753"/>
              <a:gd name="connsiteY9485" fmla="*/ 725126 h 6858000"/>
              <a:gd name="connsiteX9486" fmla="*/ 10733788 w 12203753"/>
              <a:gd name="connsiteY9486" fmla="*/ 725103 h 6858000"/>
              <a:gd name="connsiteX9487" fmla="*/ 10756416 w 12203753"/>
              <a:gd name="connsiteY9487" fmla="*/ 764303 h 6858000"/>
              <a:gd name="connsiteX9488" fmla="*/ 10660678 w 12203753"/>
              <a:gd name="connsiteY9488" fmla="*/ 826832 h 6858000"/>
              <a:gd name="connsiteX9489" fmla="*/ 10558630 w 12203753"/>
              <a:gd name="connsiteY9489" fmla="*/ 878462 h 6858000"/>
              <a:gd name="connsiteX9490" fmla="*/ 10536066 w 12203753"/>
              <a:gd name="connsiteY9490" fmla="*/ 839261 h 6858000"/>
              <a:gd name="connsiteX9491" fmla="*/ 10631804 w 12203753"/>
              <a:gd name="connsiteY9491" fmla="*/ 776732 h 6858000"/>
              <a:gd name="connsiteX9492" fmla="*/ 10733788 w 12203753"/>
              <a:gd name="connsiteY9492" fmla="*/ 725103 h 6858000"/>
              <a:gd name="connsiteX9493" fmla="*/ 5416352 w 12203753"/>
              <a:gd name="connsiteY9493" fmla="*/ 725095 h 6858000"/>
              <a:gd name="connsiteX9494" fmla="*/ 5416414 w 12203753"/>
              <a:gd name="connsiteY9494" fmla="*/ 725095 h 6858000"/>
              <a:gd name="connsiteX9495" fmla="*/ 5416402 w 12203753"/>
              <a:gd name="connsiteY9495" fmla="*/ 725117 h 6858000"/>
              <a:gd name="connsiteX9496" fmla="*/ 11524930 w 12203753"/>
              <a:gd name="connsiteY9496" fmla="*/ 725094 h 6858000"/>
              <a:gd name="connsiteX9497" fmla="*/ 11547558 w 12203753"/>
              <a:gd name="connsiteY9497" fmla="*/ 764294 h 6858000"/>
              <a:gd name="connsiteX9498" fmla="*/ 11451820 w 12203753"/>
              <a:gd name="connsiteY9498" fmla="*/ 826823 h 6858000"/>
              <a:gd name="connsiteX9499" fmla="*/ 11349772 w 12203753"/>
              <a:gd name="connsiteY9499" fmla="*/ 878453 h 6858000"/>
              <a:gd name="connsiteX9500" fmla="*/ 11327208 w 12203753"/>
              <a:gd name="connsiteY9500" fmla="*/ 839252 h 6858000"/>
              <a:gd name="connsiteX9501" fmla="*/ 11422946 w 12203753"/>
              <a:gd name="connsiteY9501" fmla="*/ 776723 h 6858000"/>
              <a:gd name="connsiteX9502" fmla="*/ 11524930 w 12203753"/>
              <a:gd name="connsiteY9502" fmla="*/ 725094 h 6858000"/>
              <a:gd name="connsiteX9503" fmla="*/ 6207480 w 12203753"/>
              <a:gd name="connsiteY9503" fmla="*/ 725086 h 6858000"/>
              <a:gd name="connsiteX9504" fmla="*/ 6309528 w 12203753"/>
              <a:gd name="connsiteY9504" fmla="*/ 776715 h 6858000"/>
              <a:gd name="connsiteX9505" fmla="*/ 6405201 w 12203753"/>
              <a:gd name="connsiteY9505" fmla="*/ 839243 h 6858000"/>
              <a:gd name="connsiteX9506" fmla="*/ 6382638 w 12203753"/>
              <a:gd name="connsiteY9506" fmla="*/ 878444 h 6858000"/>
              <a:gd name="connsiteX9507" fmla="*/ 6280590 w 12203753"/>
              <a:gd name="connsiteY9507" fmla="*/ 826814 h 6858000"/>
              <a:gd name="connsiteX9508" fmla="*/ 6184852 w 12203753"/>
              <a:gd name="connsiteY9508" fmla="*/ 764286 h 6858000"/>
              <a:gd name="connsiteX9509" fmla="*/ 6998558 w 12203753"/>
              <a:gd name="connsiteY9509" fmla="*/ 725078 h 6858000"/>
              <a:gd name="connsiteX9510" fmla="*/ 7100606 w 12203753"/>
              <a:gd name="connsiteY9510" fmla="*/ 776706 h 6858000"/>
              <a:gd name="connsiteX9511" fmla="*/ 7196344 w 12203753"/>
              <a:gd name="connsiteY9511" fmla="*/ 839235 h 6858000"/>
              <a:gd name="connsiteX9512" fmla="*/ 7173716 w 12203753"/>
              <a:gd name="connsiteY9512" fmla="*/ 878436 h 6858000"/>
              <a:gd name="connsiteX9513" fmla="*/ 7071731 w 12203753"/>
              <a:gd name="connsiteY9513" fmla="*/ 826806 h 6858000"/>
              <a:gd name="connsiteX9514" fmla="*/ 6975995 w 12203753"/>
              <a:gd name="connsiteY9514" fmla="*/ 764277 h 6858000"/>
              <a:gd name="connsiteX9515" fmla="*/ 7789699 w 12203753"/>
              <a:gd name="connsiteY9515" fmla="*/ 725069 h 6858000"/>
              <a:gd name="connsiteX9516" fmla="*/ 7891747 w 12203753"/>
              <a:gd name="connsiteY9516" fmla="*/ 776698 h 6858000"/>
              <a:gd name="connsiteX9517" fmla="*/ 7987485 w 12203753"/>
              <a:gd name="connsiteY9517" fmla="*/ 839226 h 6858000"/>
              <a:gd name="connsiteX9518" fmla="*/ 7964857 w 12203753"/>
              <a:gd name="connsiteY9518" fmla="*/ 878427 h 6858000"/>
              <a:gd name="connsiteX9519" fmla="*/ 7862873 w 12203753"/>
              <a:gd name="connsiteY9519" fmla="*/ 826797 h 6858000"/>
              <a:gd name="connsiteX9520" fmla="*/ 7767072 w 12203753"/>
              <a:gd name="connsiteY9520" fmla="*/ 764269 h 6858000"/>
              <a:gd name="connsiteX9521" fmla="*/ 8580840 w 12203753"/>
              <a:gd name="connsiteY9521" fmla="*/ 725061 h 6858000"/>
              <a:gd name="connsiteX9522" fmla="*/ 8682888 w 12203753"/>
              <a:gd name="connsiteY9522" fmla="*/ 776689 h 6858000"/>
              <a:gd name="connsiteX9523" fmla="*/ 8778626 w 12203753"/>
              <a:gd name="connsiteY9523" fmla="*/ 839218 h 6858000"/>
              <a:gd name="connsiteX9524" fmla="*/ 8755998 w 12203753"/>
              <a:gd name="connsiteY9524" fmla="*/ 878419 h 6858000"/>
              <a:gd name="connsiteX9525" fmla="*/ 8654014 w 12203753"/>
              <a:gd name="connsiteY9525" fmla="*/ 826789 h 6858000"/>
              <a:gd name="connsiteX9526" fmla="*/ 8558213 w 12203753"/>
              <a:gd name="connsiteY9526" fmla="*/ 764260 h 6858000"/>
              <a:gd name="connsiteX9527" fmla="*/ 9371982 w 12203753"/>
              <a:gd name="connsiteY9527" fmla="*/ 725052 h 6858000"/>
              <a:gd name="connsiteX9528" fmla="*/ 9474030 w 12203753"/>
              <a:gd name="connsiteY9528" fmla="*/ 776681 h 6858000"/>
              <a:gd name="connsiteX9529" fmla="*/ 9569704 w 12203753"/>
              <a:gd name="connsiteY9529" fmla="*/ 839209 h 6858000"/>
              <a:gd name="connsiteX9530" fmla="*/ 9547140 w 12203753"/>
              <a:gd name="connsiteY9530" fmla="*/ 878410 h 6858000"/>
              <a:gd name="connsiteX9531" fmla="*/ 9445093 w 12203753"/>
              <a:gd name="connsiteY9531" fmla="*/ 826780 h 6858000"/>
              <a:gd name="connsiteX9532" fmla="*/ 9349355 w 12203753"/>
              <a:gd name="connsiteY9532" fmla="*/ 764252 h 6858000"/>
              <a:gd name="connsiteX9533" fmla="*/ 10163059 w 12203753"/>
              <a:gd name="connsiteY9533" fmla="*/ 725043 h 6858000"/>
              <a:gd name="connsiteX9534" fmla="*/ 10265107 w 12203753"/>
              <a:gd name="connsiteY9534" fmla="*/ 776672 h 6858000"/>
              <a:gd name="connsiteX9535" fmla="*/ 10360845 w 12203753"/>
              <a:gd name="connsiteY9535" fmla="*/ 839201 h 6858000"/>
              <a:gd name="connsiteX9536" fmla="*/ 10338218 w 12203753"/>
              <a:gd name="connsiteY9536" fmla="*/ 878402 h 6858000"/>
              <a:gd name="connsiteX9537" fmla="*/ 10236234 w 12203753"/>
              <a:gd name="connsiteY9537" fmla="*/ 826772 h 6858000"/>
              <a:gd name="connsiteX9538" fmla="*/ 10140496 w 12203753"/>
              <a:gd name="connsiteY9538" fmla="*/ 764243 h 6858000"/>
              <a:gd name="connsiteX9539" fmla="*/ 10954201 w 12203753"/>
              <a:gd name="connsiteY9539" fmla="*/ 725035 h 6858000"/>
              <a:gd name="connsiteX9540" fmla="*/ 11056249 w 12203753"/>
              <a:gd name="connsiteY9540" fmla="*/ 776664 h 6858000"/>
              <a:gd name="connsiteX9541" fmla="*/ 11151987 w 12203753"/>
              <a:gd name="connsiteY9541" fmla="*/ 839192 h 6858000"/>
              <a:gd name="connsiteX9542" fmla="*/ 11129360 w 12203753"/>
              <a:gd name="connsiteY9542" fmla="*/ 878393 h 6858000"/>
              <a:gd name="connsiteX9543" fmla="*/ 11027376 w 12203753"/>
              <a:gd name="connsiteY9543" fmla="*/ 826763 h 6858000"/>
              <a:gd name="connsiteX9544" fmla="*/ 10931638 w 12203753"/>
              <a:gd name="connsiteY9544" fmla="*/ 764235 h 6858000"/>
              <a:gd name="connsiteX9545" fmla="*/ 11745343 w 12203753"/>
              <a:gd name="connsiteY9545" fmla="*/ 725026 h 6858000"/>
              <a:gd name="connsiteX9546" fmla="*/ 11847390 w 12203753"/>
              <a:gd name="connsiteY9546" fmla="*/ 776655 h 6858000"/>
              <a:gd name="connsiteX9547" fmla="*/ 11943128 w 12203753"/>
              <a:gd name="connsiteY9547" fmla="*/ 839184 h 6858000"/>
              <a:gd name="connsiteX9548" fmla="*/ 11920501 w 12203753"/>
              <a:gd name="connsiteY9548" fmla="*/ 878385 h 6858000"/>
              <a:gd name="connsiteX9549" fmla="*/ 11818516 w 12203753"/>
              <a:gd name="connsiteY9549" fmla="*/ 826755 h 6858000"/>
              <a:gd name="connsiteX9550" fmla="*/ 11722715 w 12203753"/>
              <a:gd name="connsiteY9550" fmla="*/ 764226 h 6858000"/>
              <a:gd name="connsiteX9551" fmla="*/ 141282 w 12203753"/>
              <a:gd name="connsiteY9551" fmla="*/ 573518 h 6858000"/>
              <a:gd name="connsiteX9552" fmla="*/ 186536 w 12203753"/>
              <a:gd name="connsiteY9552" fmla="*/ 573518 h 6858000"/>
              <a:gd name="connsiteX9553" fmla="*/ 192846 w 12203753"/>
              <a:gd name="connsiteY9553" fmla="*/ 687738 h 6858000"/>
              <a:gd name="connsiteX9554" fmla="*/ 186536 w 12203753"/>
              <a:gd name="connsiteY9554" fmla="*/ 801894 h 6858000"/>
              <a:gd name="connsiteX9555" fmla="*/ 141282 w 12203753"/>
              <a:gd name="connsiteY9555" fmla="*/ 801894 h 6858000"/>
              <a:gd name="connsiteX9556" fmla="*/ 135035 w 12203753"/>
              <a:gd name="connsiteY9556" fmla="*/ 687738 h 6858000"/>
              <a:gd name="connsiteX9557" fmla="*/ 141282 w 12203753"/>
              <a:gd name="connsiteY9557" fmla="*/ 573518 h 6858000"/>
              <a:gd name="connsiteX9558" fmla="*/ 932414 w 12203753"/>
              <a:gd name="connsiteY9558" fmla="*/ 573511 h 6858000"/>
              <a:gd name="connsiteX9559" fmla="*/ 977669 w 12203753"/>
              <a:gd name="connsiteY9559" fmla="*/ 573511 h 6858000"/>
              <a:gd name="connsiteX9560" fmla="*/ 983979 w 12203753"/>
              <a:gd name="connsiteY9560" fmla="*/ 687731 h 6858000"/>
              <a:gd name="connsiteX9561" fmla="*/ 977669 w 12203753"/>
              <a:gd name="connsiteY9561" fmla="*/ 801888 h 6858000"/>
              <a:gd name="connsiteX9562" fmla="*/ 932414 w 12203753"/>
              <a:gd name="connsiteY9562" fmla="*/ 801888 h 6858000"/>
              <a:gd name="connsiteX9563" fmla="*/ 926104 w 12203753"/>
              <a:gd name="connsiteY9563" fmla="*/ 687731 h 6858000"/>
              <a:gd name="connsiteX9564" fmla="*/ 932414 w 12203753"/>
              <a:gd name="connsiteY9564" fmla="*/ 573511 h 6858000"/>
              <a:gd name="connsiteX9565" fmla="*/ 1723556 w 12203753"/>
              <a:gd name="connsiteY9565" fmla="*/ 573502 h 6858000"/>
              <a:gd name="connsiteX9566" fmla="*/ 1768814 w 12203753"/>
              <a:gd name="connsiteY9566" fmla="*/ 573502 h 6858000"/>
              <a:gd name="connsiteX9567" fmla="*/ 1775125 w 12203753"/>
              <a:gd name="connsiteY9567" fmla="*/ 687722 h 6858000"/>
              <a:gd name="connsiteX9568" fmla="*/ 1768814 w 12203753"/>
              <a:gd name="connsiteY9568" fmla="*/ 801879 h 6858000"/>
              <a:gd name="connsiteX9569" fmla="*/ 1723556 w 12203753"/>
              <a:gd name="connsiteY9569" fmla="*/ 801879 h 6858000"/>
              <a:gd name="connsiteX9570" fmla="*/ 1717247 w 12203753"/>
              <a:gd name="connsiteY9570" fmla="*/ 687722 h 6858000"/>
              <a:gd name="connsiteX9571" fmla="*/ 1723556 w 12203753"/>
              <a:gd name="connsiteY9571" fmla="*/ 573502 h 6858000"/>
              <a:gd name="connsiteX9572" fmla="*/ 2514689 w 12203753"/>
              <a:gd name="connsiteY9572" fmla="*/ 573493 h 6858000"/>
              <a:gd name="connsiteX9573" fmla="*/ 2559944 w 12203753"/>
              <a:gd name="connsiteY9573" fmla="*/ 573493 h 6858000"/>
              <a:gd name="connsiteX9574" fmla="*/ 2566255 w 12203753"/>
              <a:gd name="connsiteY9574" fmla="*/ 687714 h 6858000"/>
              <a:gd name="connsiteX9575" fmla="*/ 2559944 w 12203753"/>
              <a:gd name="connsiteY9575" fmla="*/ 801871 h 6858000"/>
              <a:gd name="connsiteX9576" fmla="*/ 2514689 w 12203753"/>
              <a:gd name="connsiteY9576" fmla="*/ 801871 h 6858000"/>
              <a:gd name="connsiteX9577" fmla="*/ 2508444 w 12203753"/>
              <a:gd name="connsiteY9577" fmla="*/ 687714 h 6858000"/>
              <a:gd name="connsiteX9578" fmla="*/ 2514689 w 12203753"/>
              <a:gd name="connsiteY9578" fmla="*/ 573493 h 6858000"/>
              <a:gd name="connsiteX9579" fmla="*/ 3305754 w 12203753"/>
              <a:gd name="connsiteY9579" fmla="*/ 573484 h 6858000"/>
              <a:gd name="connsiteX9580" fmla="*/ 3351014 w 12203753"/>
              <a:gd name="connsiteY9580" fmla="*/ 573484 h 6858000"/>
              <a:gd name="connsiteX9581" fmla="*/ 3357323 w 12203753"/>
              <a:gd name="connsiteY9581" fmla="*/ 687705 h 6858000"/>
              <a:gd name="connsiteX9582" fmla="*/ 3351014 w 12203753"/>
              <a:gd name="connsiteY9582" fmla="*/ 801862 h 6858000"/>
              <a:gd name="connsiteX9583" fmla="*/ 3305754 w 12203753"/>
              <a:gd name="connsiteY9583" fmla="*/ 801862 h 6858000"/>
              <a:gd name="connsiteX9584" fmla="*/ 3299510 w 12203753"/>
              <a:gd name="connsiteY9584" fmla="*/ 687705 h 6858000"/>
              <a:gd name="connsiteX9585" fmla="*/ 3305754 w 12203753"/>
              <a:gd name="connsiteY9585" fmla="*/ 573484 h 6858000"/>
              <a:gd name="connsiteX9586" fmla="*/ 4096880 w 12203753"/>
              <a:gd name="connsiteY9586" fmla="*/ 573476 h 6858000"/>
              <a:gd name="connsiteX9587" fmla="*/ 4142136 w 12203753"/>
              <a:gd name="connsiteY9587" fmla="*/ 573476 h 6858000"/>
              <a:gd name="connsiteX9588" fmla="*/ 4148446 w 12203753"/>
              <a:gd name="connsiteY9588" fmla="*/ 687696 h 6858000"/>
              <a:gd name="connsiteX9589" fmla="*/ 4142136 w 12203753"/>
              <a:gd name="connsiteY9589" fmla="*/ 801853 h 6858000"/>
              <a:gd name="connsiteX9590" fmla="*/ 4096880 w 12203753"/>
              <a:gd name="connsiteY9590" fmla="*/ 801853 h 6858000"/>
              <a:gd name="connsiteX9591" fmla="*/ 4090633 w 12203753"/>
              <a:gd name="connsiteY9591" fmla="*/ 687696 h 6858000"/>
              <a:gd name="connsiteX9592" fmla="*/ 4096880 w 12203753"/>
              <a:gd name="connsiteY9592" fmla="*/ 573476 h 6858000"/>
              <a:gd name="connsiteX9593" fmla="*/ 4887944 w 12203753"/>
              <a:gd name="connsiteY9593" fmla="*/ 573467 h 6858000"/>
              <a:gd name="connsiteX9594" fmla="*/ 4933198 w 12203753"/>
              <a:gd name="connsiteY9594" fmla="*/ 573467 h 6858000"/>
              <a:gd name="connsiteX9595" fmla="*/ 4939507 w 12203753"/>
              <a:gd name="connsiteY9595" fmla="*/ 687688 h 6858000"/>
              <a:gd name="connsiteX9596" fmla="*/ 4933198 w 12203753"/>
              <a:gd name="connsiteY9596" fmla="*/ 801845 h 6858000"/>
              <a:gd name="connsiteX9597" fmla="*/ 4887944 w 12203753"/>
              <a:gd name="connsiteY9597" fmla="*/ 801845 h 6858000"/>
              <a:gd name="connsiteX9598" fmla="*/ 4881696 w 12203753"/>
              <a:gd name="connsiteY9598" fmla="*/ 687688 h 6858000"/>
              <a:gd name="connsiteX9599" fmla="*/ 4887944 w 12203753"/>
              <a:gd name="connsiteY9599" fmla="*/ 573467 h 6858000"/>
              <a:gd name="connsiteX9600" fmla="*/ 5679084 w 12203753"/>
              <a:gd name="connsiteY9600" fmla="*/ 573458 h 6858000"/>
              <a:gd name="connsiteX9601" fmla="*/ 5724338 w 12203753"/>
              <a:gd name="connsiteY9601" fmla="*/ 573458 h 6858000"/>
              <a:gd name="connsiteX9602" fmla="*/ 5730645 w 12203753"/>
              <a:gd name="connsiteY9602" fmla="*/ 687679 h 6858000"/>
              <a:gd name="connsiteX9603" fmla="*/ 5724338 w 12203753"/>
              <a:gd name="connsiteY9603" fmla="*/ 801837 h 6858000"/>
              <a:gd name="connsiteX9604" fmla="*/ 5679084 w 12203753"/>
              <a:gd name="connsiteY9604" fmla="*/ 801837 h 6858000"/>
              <a:gd name="connsiteX9605" fmla="*/ 5672835 w 12203753"/>
              <a:gd name="connsiteY9605" fmla="*/ 687679 h 6858000"/>
              <a:gd name="connsiteX9606" fmla="*/ 5679084 w 12203753"/>
              <a:gd name="connsiteY9606" fmla="*/ 573458 h 6858000"/>
              <a:gd name="connsiteX9607" fmla="*/ 6470217 w 12203753"/>
              <a:gd name="connsiteY9607" fmla="*/ 573449 h 6858000"/>
              <a:gd name="connsiteX9608" fmla="*/ 6515408 w 12203753"/>
              <a:gd name="connsiteY9608" fmla="*/ 573449 h 6858000"/>
              <a:gd name="connsiteX9609" fmla="*/ 6521719 w 12203753"/>
              <a:gd name="connsiteY9609" fmla="*/ 687670 h 6858000"/>
              <a:gd name="connsiteX9610" fmla="*/ 6515408 w 12203753"/>
              <a:gd name="connsiteY9610" fmla="*/ 801828 h 6858000"/>
              <a:gd name="connsiteX9611" fmla="*/ 6470217 w 12203753"/>
              <a:gd name="connsiteY9611" fmla="*/ 801828 h 6858000"/>
              <a:gd name="connsiteX9612" fmla="*/ 6463906 w 12203753"/>
              <a:gd name="connsiteY9612" fmla="*/ 687670 h 6858000"/>
              <a:gd name="connsiteX9613" fmla="*/ 6470217 w 12203753"/>
              <a:gd name="connsiteY9613" fmla="*/ 573449 h 6858000"/>
              <a:gd name="connsiteX9614" fmla="*/ 7261293 w 12203753"/>
              <a:gd name="connsiteY9614" fmla="*/ 573441 h 6858000"/>
              <a:gd name="connsiteX9615" fmla="*/ 7306549 w 12203753"/>
              <a:gd name="connsiteY9615" fmla="*/ 573441 h 6858000"/>
              <a:gd name="connsiteX9616" fmla="*/ 7312860 w 12203753"/>
              <a:gd name="connsiteY9616" fmla="*/ 687662 h 6858000"/>
              <a:gd name="connsiteX9617" fmla="*/ 7306549 w 12203753"/>
              <a:gd name="connsiteY9617" fmla="*/ 801820 h 6858000"/>
              <a:gd name="connsiteX9618" fmla="*/ 7261293 w 12203753"/>
              <a:gd name="connsiteY9618" fmla="*/ 801820 h 6858000"/>
              <a:gd name="connsiteX9619" fmla="*/ 7255047 w 12203753"/>
              <a:gd name="connsiteY9619" fmla="*/ 687662 h 6858000"/>
              <a:gd name="connsiteX9620" fmla="*/ 7261293 w 12203753"/>
              <a:gd name="connsiteY9620" fmla="*/ 573441 h 6858000"/>
              <a:gd name="connsiteX9621" fmla="*/ 8052435 w 12203753"/>
              <a:gd name="connsiteY9621" fmla="*/ 573432 h 6858000"/>
              <a:gd name="connsiteX9622" fmla="*/ 8097691 w 12203753"/>
              <a:gd name="connsiteY9622" fmla="*/ 573432 h 6858000"/>
              <a:gd name="connsiteX9623" fmla="*/ 8103938 w 12203753"/>
              <a:gd name="connsiteY9623" fmla="*/ 687653 h 6858000"/>
              <a:gd name="connsiteX9624" fmla="*/ 8097691 w 12203753"/>
              <a:gd name="connsiteY9624" fmla="*/ 801811 h 6858000"/>
              <a:gd name="connsiteX9625" fmla="*/ 8052435 w 12203753"/>
              <a:gd name="connsiteY9625" fmla="*/ 801811 h 6858000"/>
              <a:gd name="connsiteX9626" fmla="*/ 8046189 w 12203753"/>
              <a:gd name="connsiteY9626" fmla="*/ 687653 h 6858000"/>
              <a:gd name="connsiteX9627" fmla="*/ 8052435 w 12203753"/>
              <a:gd name="connsiteY9627" fmla="*/ 573432 h 6858000"/>
              <a:gd name="connsiteX9628" fmla="*/ 8843578 w 12203753"/>
              <a:gd name="connsiteY9628" fmla="*/ 573423 h 6858000"/>
              <a:gd name="connsiteX9629" fmla="*/ 8888833 w 12203753"/>
              <a:gd name="connsiteY9629" fmla="*/ 573423 h 6858000"/>
              <a:gd name="connsiteX9630" fmla="*/ 8895080 w 12203753"/>
              <a:gd name="connsiteY9630" fmla="*/ 687644 h 6858000"/>
              <a:gd name="connsiteX9631" fmla="*/ 8888833 w 12203753"/>
              <a:gd name="connsiteY9631" fmla="*/ 801803 h 6858000"/>
              <a:gd name="connsiteX9632" fmla="*/ 8843578 w 12203753"/>
              <a:gd name="connsiteY9632" fmla="*/ 801803 h 6858000"/>
              <a:gd name="connsiteX9633" fmla="*/ 8837267 w 12203753"/>
              <a:gd name="connsiteY9633" fmla="*/ 687644 h 6858000"/>
              <a:gd name="connsiteX9634" fmla="*/ 8843578 w 12203753"/>
              <a:gd name="connsiteY9634" fmla="*/ 573423 h 6858000"/>
              <a:gd name="connsiteX9635" fmla="*/ 9634719 w 12203753"/>
              <a:gd name="connsiteY9635" fmla="*/ 573414 h 6858000"/>
              <a:gd name="connsiteX9636" fmla="*/ 9679910 w 12203753"/>
              <a:gd name="connsiteY9636" fmla="*/ 573414 h 6858000"/>
              <a:gd name="connsiteX9637" fmla="*/ 9686221 w 12203753"/>
              <a:gd name="connsiteY9637" fmla="*/ 687636 h 6858000"/>
              <a:gd name="connsiteX9638" fmla="*/ 9679910 w 12203753"/>
              <a:gd name="connsiteY9638" fmla="*/ 801794 h 6858000"/>
              <a:gd name="connsiteX9639" fmla="*/ 9634719 w 12203753"/>
              <a:gd name="connsiteY9639" fmla="*/ 801794 h 6858000"/>
              <a:gd name="connsiteX9640" fmla="*/ 9628408 w 12203753"/>
              <a:gd name="connsiteY9640" fmla="*/ 687636 h 6858000"/>
              <a:gd name="connsiteX9641" fmla="*/ 9634719 w 12203753"/>
              <a:gd name="connsiteY9641" fmla="*/ 573414 h 6858000"/>
              <a:gd name="connsiteX9642" fmla="*/ 10425796 w 12203753"/>
              <a:gd name="connsiteY9642" fmla="*/ 573405 h 6858000"/>
              <a:gd name="connsiteX9643" fmla="*/ 10471052 w 12203753"/>
              <a:gd name="connsiteY9643" fmla="*/ 573405 h 6858000"/>
              <a:gd name="connsiteX9644" fmla="*/ 10477362 w 12203753"/>
              <a:gd name="connsiteY9644" fmla="*/ 687627 h 6858000"/>
              <a:gd name="connsiteX9645" fmla="*/ 10471052 w 12203753"/>
              <a:gd name="connsiteY9645" fmla="*/ 801786 h 6858000"/>
              <a:gd name="connsiteX9646" fmla="*/ 10425796 w 12203753"/>
              <a:gd name="connsiteY9646" fmla="*/ 801786 h 6858000"/>
              <a:gd name="connsiteX9647" fmla="*/ 10419550 w 12203753"/>
              <a:gd name="connsiteY9647" fmla="*/ 687627 h 6858000"/>
              <a:gd name="connsiteX9648" fmla="*/ 10425796 w 12203753"/>
              <a:gd name="connsiteY9648" fmla="*/ 573405 h 6858000"/>
              <a:gd name="connsiteX9649" fmla="*/ 11216938 w 12203753"/>
              <a:gd name="connsiteY9649" fmla="*/ 573397 h 6858000"/>
              <a:gd name="connsiteX9650" fmla="*/ 11262194 w 12203753"/>
              <a:gd name="connsiteY9650" fmla="*/ 573397 h 6858000"/>
              <a:gd name="connsiteX9651" fmla="*/ 11268504 w 12203753"/>
              <a:gd name="connsiteY9651" fmla="*/ 687618 h 6858000"/>
              <a:gd name="connsiteX9652" fmla="*/ 11262194 w 12203753"/>
              <a:gd name="connsiteY9652" fmla="*/ 801777 h 6858000"/>
              <a:gd name="connsiteX9653" fmla="*/ 11216938 w 12203753"/>
              <a:gd name="connsiteY9653" fmla="*/ 801777 h 6858000"/>
              <a:gd name="connsiteX9654" fmla="*/ 11210692 w 12203753"/>
              <a:gd name="connsiteY9654" fmla="*/ 687618 h 6858000"/>
              <a:gd name="connsiteX9655" fmla="*/ 11216938 w 12203753"/>
              <a:gd name="connsiteY9655" fmla="*/ 573397 h 6858000"/>
              <a:gd name="connsiteX9656" fmla="*/ 12008079 w 12203753"/>
              <a:gd name="connsiteY9656" fmla="*/ 573388 h 6858000"/>
              <a:gd name="connsiteX9657" fmla="*/ 12053335 w 12203753"/>
              <a:gd name="connsiteY9657" fmla="*/ 573388 h 6858000"/>
              <a:gd name="connsiteX9658" fmla="*/ 12059581 w 12203753"/>
              <a:gd name="connsiteY9658" fmla="*/ 687610 h 6858000"/>
              <a:gd name="connsiteX9659" fmla="*/ 12053335 w 12203753"/>
              <a:gd name="connsiteY9659" fmla="*/ 801769 h 6858000"/>
              <a:gd name="connsiteX9660" fmla="*/ 12008079 w 12203753"/>
              <a:gd name="connsiteY9660" fmla="*/ 801769 h 6858000"/>
              <a:gd name="connsiteX9661" fmla="*/ 12001833 w 12203753"/>
              <a:gd name="connsiteY9661" fmla="*/ 687610 h 6858000"/>
              <a:gd name="connsiteX9662" fmla="*/ 12008079 w 12203753"/>
              <a:gd name="connsiteY9662" fmla="*/ 573388 h 6858000"/>
              <a:gd name="connsiteX9663" fmla="*/ 274229 w 12203753"/>
              <a:gd name="connsiteY9663" fmla="*/ 496862 h 6858000"/>
              <a:gd name="connsiteX9664" fmla="*/ 282613 w 12203753"/>
              <a:gd name="connsiteY9664" fmla="*/ 500568 h 6858000"/>
              <a:gd name="connsiteX9665" fmla="*/ 376224 w 12203753"/>
              <a:gd name="connsiteY9665" fmla="*/ 548467 h 6858000"/>
              <a:gd name="connsiteX9666" fmla="*/ 471959 w 12203753"/>
              <a:gd name="connsiteY9666" fmla="*/ 610994 h 6858000"/>
              <a:gd name="connsiteX9667" fmla="*/ 449332 w 12203753"/>
              <a:gd name="connsiteY9667" fmla="*/ 650195 h 6858000"/>
              <a:gd name="connsiteX9668" fmla="*/ 347352 w 12203753"/>
              <a:gd name="connsiteY9668" fmla="*/ 598565 h 6858000"/>
              <a:gd name="connsiteX9669" fmla="*/ 251614 w 12203753"/>
              <a:gd name="connsiteY9669" fmla="*/ 536038 h 6858000"/>
              <a:gd name="connsiteX9670" fmla="*/ 1065303 w 12203753"/>
              <a:gd name="connsiteY9670" fmla="*/ 496853 h 6858000"/>
              <a:gd name="connsiteX9671" fmla="*/ 1073686 w 12203753"/>
              <a:gd name="connsiteY9671" fmla="*/ 500559 h 6858000"/>
              <a:gd name="connsiteX9672" fmla="*/ 1167301 w 12203753"/>
              <a:gd name="connsiteY9672" fmla="*/ 548458 h 6858000"/>
              <a:gd name="connsiteX9673" fmla="*/ 1263039 w 12203753"/>
              <a:gd name="connsiteY9673" fmla="*/ 610985 h 6858000"/>
              <a:gd name="connsiteX9674" fmla="*/ 1240412 w 12203753"/>
              <a:gd name="connsiteY9674" fmla="*/ 650186 h 6858000"/>
              <a:gd name="connsiteX9675" fmla="*/ 1138427 w 12203753"/>
              <a:gd name="connsiteY9675" fmla="*/ 598557 h 6858000"/>
              <a:gd name="connsiteX9676" fmla="*/ 1042681 w 12203753"/>
              <a:gd name="connsiteY9676" fmla="*/ 536029 h 6858000"/>
              <a:gd name="connsiteX9677" fmla="*/ 1856440 w 12203753"/>
              <a:gd name="connsiteY9677" fmla="*/ 496844 h 6858000"/>
              <a:gd name="connsiteX9678" fmla="*/ 1864826 w 12203753"/>
              <a:gd name="connsiteY9678" fmla="*/ 500550 h 6858000"/>
              <a:gd name="connsiteX9679" fmla="*/ 1958439 w 12203753"/>
              <a:gd name="connsiteY9679" fmla="*/ 548449 h 6858000"/>
              <a:gd name="connsiteX9680" fmla="*/ 2054174 w 12203753"/>
              <a:gd name="connsiteY9680" fmla="*/ 610977 h 6858000"/>
              <a:gd name="connsiteX9681" fmla="*/ 2031546 w 12203753"/>
              <a:gd name="connsiteY9681" fmla="*/ 650178 h 6858000"/>
              <a:gd name="connsiteX9682" fmla="*/ 1929564 w 12203753"/>
              <a:gd name="connsiteY9682" fmla="*/ 598548 h 6858000"/>
              <a:gd name="connsiteX9683" fmla="*/ 1833827 w 12203753"/>
              <a:gd name="connsiteY9683" fmla="*/ 536020 h 6858000"/>
              <a:gd name="connsiteX9684" fmla="*/ 53706 w 12203753"/>
              <a:gd name="connsiteY9684" fmla="*/ 496842 h 6858000"/>
              <a:gd name="connsiteX9685" fmla="*/ 76333 w 12203753"/>
              <a:gd name="connsiteY9685" fmla="*/ 536040 h 6858000"/>
              <a:gd name="connsiteX9686" fmla="*/ 48496 w 12203753"/>
              <a:gd name="connsiteY9686" fmla="*/ 555735 h 6858000"/>
              <a:gd name="connsiteX9687" fmla="*/ 0 w 12203753"/>
              <a:gd name="connsiteY9687" fmla="*/ 586328 h 6858000"/>
              <a:gd name="connsiteX9688" fmla="*/ 0 w 12203753"/>
              <a:gd name="connsiteY9688" fmla="*/ 523059 h 6858000"/>
              <a:gd name="connsiteX9689" fmla="*/ 22745 w 12203753"/>
              <a:gd name="connsiteY9689" fmla="*/ 511087 h 6858000"/>
              <a:gd name="connsiteX9690" fmla="*/ 53706 w 12203753"/>
              <a:gd name="connsiteY9690" fmla="*/ 496842 h 6858000"/>
              <a:gd name="connsiteX9691" fmla="*/ 274178 w 12203753"/>
              <a:gd name="connsiteY9691" fmla="*/ 496839 h 6858000"/>
              <a:gd name="connsiteX9692" fmla="*/ 274242 w 12203753"/>
              <a:gd name="connsiteY9692" fmla="*/ 496839 h 6858000"/>
              <a:gd name="connsiteX9693" fmla="*/ 274229 w 12203753"/>
              <a:gd name="connsiteY9693" fmla="*/ 496862 h 6858000"/>
              <a:gd name="connsiteX9694" fmla="*/ 2647573 w 12203753"/>
              <a:gd name="connsiteY9694" fmla="*/ 496835 h 6858000"/>
              <a:gd name="connsiteX9695" fmla="*/ 2655955 w 12203753"/>
              <a:gd name="connsiteY9695" fmla="*/ 500541 h 6858000"/>
              <a:gd name="connsiteX9696" fmla="*/ 2749571 w 12203753"/>
              <a:gd name="connsiteY9696" fmla="*/ 548440 h 6858000"/>
              <a:gd name="connsiteX9697" fmla="*/ 2845305 w 12203753"/>
              <a:gd name="connsiteY9697" fmla="*/ 610968 h 6858000"/>
              <a:gd name="connsiteX9698" fmla="*/ 2822677 w 12203753"/>
              <a:gd name="connsiteY9698" fmla="*/ 650169 h 6858000"/>
              <a:gd name="connsiteX9699" fmla="*/ 2720696 w 12203753"/>
              <a:gd name="connsiteY9699" fmla="*/ 598539 h 6858000"/>
              <a:gd name="connsiteX9700" fmla="*/ 2624959 w 12203753"/>
              <a:gd name="connsiteY9700" fmla="*/ 536011 h 6858000"/>
              <a:gd name="connsiteX9701" fmla="*/ 844900 w 12203753"/>
              <a:gd name="connsiteY9701" fmla="*/ 496834 h 6858000"/>
              <a:gd name="connsiteX9702" fmla="*/ 867526 w 12203753"/>
              <a:gd name="connsiteY9702" fmla="*/ 536033 h 6858000"/>
              <a:gd name="connsiteX9703" fmla="*/ 771791 w 12203753"/>
              <a:gd name="connsiteY9703" fmla="*/ 598561 h 6858000"/>
              <a:gd name="connsiteX9704" fmla="*/ 669744 w 12203753"/>
              <a:gd name="connsiteY9704" fmla="*/ 650190 h 6858000"/>
              <a:gd name="connsiteX9705" fmla="*/ 647116 w 12203753"/>
              <a:gd name="connsiteY9705" fmla="*/ 610989 h 6858000"/>
              <a:gd name="connsiteX9706" fmla="*/ 742854 w 12203753"/>
              <a:gd name="connsiteY9706" fmla="*/ 548462 h 6858000"/>
              <a:gd name="connsiteX9707" fmla="*/ 844900 w 12203753"/>
              <a:gd name="connsiteY9707" fmla="*/ 496834 h 6858000"/>
              <a:gd name="connsiteX9708" fmla="*/ 1065253 w 12203753"/>
              <a:gd name="connsiteY9708" fmla="*/ 496830 h 6858000"/>
              <a:gd name="connsiteX9709" fmla="*/ 1065317 w 12203753"/>
              <a:gd name="connsiteY9709" fmla="*/ 496830 h 6858000"/>
              <a:gd name="connsiteX9710" fmla="*/ 1065303 w 12203753"/>
              <a:gd name="connsiteY9710" fmla="*/ 496853 h 6858000"/>
              <a:gd name="connsiteX9711" fmla="*/ 3438701 w 12203753"/>
              <a:gd name="connsiteY9711" fmla="*/ 496826 h 6858000"/>
              <a:gd name="connsiteX9712" fmla="*/ 3447084 w 12203753"/>
              <a:gd name="connsiteY9712" fmla="*/ 500532 h 6858000"/>
              <a:gd name="connsiteX9713" fmla="*/ 3540702 w 12203753"/>
              <a:gd name="connsiteY9713" fmla="*/ 548431 h 6858000"/>
              <a:gd name="connsiteX9714" fmla="*/ 3636436 w 12203753"/>
              <a:gd name="connsiteY9714" fmla="*/ 610959 h 6858000"/>
              <a:gd name="connsiteX9715" fmla="*/ 3613807 w 12203753"/>
              <a:gd name="connsiteY9715" fmla="*/ 650160 h 6858000"/>
              <a:gd name="connsiteX9716" fmla="*/ 3511829 w 12203753"/>
              <a:gd name="connsiteY9716" fmla="*/ 598530 h 6858000"/>
              <a:gd name="connsiteX9717" fmla="*/ 3416090 w 12203753"/>
              <a:gd name="connsiteY9717" fmla="*/ 536002 h 6858000"/>
              <a:gd name="connsiteX9718" fmla="*/ 1635980 w 12203753"/>
              <a:gd name="connsiteY9718" fmla="*/ 496825 h 6858000"/>
              <a:gd name="connsiteX9719" fmla="*/ 1658607 w 12203753"/>
              <a:gd name="connsiteY9719" fmla="*/ 536024 h 6858000"/>
              <a:gd name="connsiteX9720" fmla="*/ 1562870 w 12203753"/>
              <a:gd name="connsiteY9720" fmla="*/ 598552 h 6858000"/>
              <a:gd name="connsiteX9721" fmla="*/ 1460821 w 12203753"/>
              <a:gd name="connsiteY9721" fmla="*/ 650181 h 6858000"/>
              <a:gd name="connsiteX9722" fmla="*/ 1438196 w 12203753"/>
              <a:gd name="connsiteY9722" fmla="*/ 610981 h 6858000"/>
              <a:gd name="connsiteX9723" fmla="*/ 1533934 w 12203753"/>
              <a:gd name="connsiteY9723" fmla="*/ 548453 h 6858000"/>
              <a:gd name="connsiteX9724" fmla="*/ 1635980 w 12203753"/>
              <a:gd name="connsiteY9724" fmla="*/ 496825 h 6858000"/>
              <a:gd name="connsiteX9725" fmla="*/ 1856390 w 12203753"/>
              <a:gd name="connsiteY9725" fmla="*/ 496821 h 6858000"/>
              <a:gd name="connsiteX9726" fmla="*/ 1856455 w 12203753"/>
              <a:gd name="connsiteY9726" fmla="*/ 496821 h 6858000"/>
              <a:gd name="connsiteX9727" fmla="*/ 1856440 w 12203753"/>
              <a:gd name="connsiteY9727" fmla="*/ 496844 h 6858000"/>
              <a:gd name="connsiteX9728" fmla="*/ 4229752 w 12203753"/>
              <a:gd name="connsiteY9728" fmla="*/ 496817 h 6858000"/>
              <a:gd name="connsiteX9729" fmla="*/ 4238133 w 12203753"/>
              <a:gd name="connsiteY9729" fmla="*/ 500523 h 6858000"/>
              <a:gd name="connsiteX9730" fmla="*/ 4331748 w 12203753"/>
              <a:gd name="connsiteY9730" fmla="*/ 548422 h 6858000"/>
              <a:gd name="connsiteX9731" fmla="*/ 4427491 w 12203753"/>
              <a:gd name="connsiteY9731" fmla="*/ 610951 h 6858000"/>
              <a:gd name="connsiteX9732" fmla="*/ 4404860 w 12203753"/>
              <a:gd name="connsiteY9732" fmla="*/ 650151 h 6858000"/>
              <a:gd name="connsiteX9733" fmla="*/ 4302877 w 12203753"/>
              <a:gd name="connsiteY9733" fmla="*/ 598522 h 6858000"/>
              <a:gd name="connsiteX9734" fmla="*/ 4207137 w 12203753"/>
              <a:gd name="connsiteY9734" fmla="*/ 535994 h 6858000"/>
              <a:gd name="connsiteX9735" fmla="*/ 2427105 w 12203753"/>
              <a:gd name="connsiteY9735" fmla="*/ 496816 h 6858000"/>
              <a:gd name="connsiteX9736" fmla="*/ 2449735 w 12203753"/>
              <a:gd name="connsiteY9736" fmla="*/ 536015 h 6858000"/>
              <a:gd name="connsiteX9737" fmla="*/ 2353993 w 12203753"/>
              <a:gd name="connsiteY9737" fmla="*/ 598543 h 6858000"/>
              <a:gd name="connsiteX9738" fmla="*/ 2251951 w 12203753"/>
              <a:gd name="connsiteY9738" fmla="*/ 650173 h 6858000"/>
              <a:gd name="connsiteX9739" fmla="*/ 2229324 w 12203753"/>
              <a:gd name="connsiteY9739" fmla="*/ 610972 h 6858000"/>
              <a:gd name="connsiteX9740" fmla="*/ 2325057 w 12203753"/>
              <a:gd name="connsiteY9740" fmla="*/ 548444 h 6858000"/>
              <a:gd name="connsiteX9741" fmla="*/ 2427105 w 12203753"/>
              <a:gd name="connsiteY9741" fmla="*/ 496816 h 6858000"/>
              <a:gd name="connsiteX9742" fmla="*/ 2647521 w 12203753"/>
              <a:gd name="connsiteY9742" fmla="*/ 496812 h 6858000"/>
              <a:gd name="connsiteX9743" fmla="*/ 2647585 w 12203753"/>
              <a:gd name="connsiteY9743" fmla="*/ 496812 h 6858000"/>
              <a:gd name="connsiteX9744" fmla="*/ 2647573 w 12203753"/>
              <a:gd name="connsiteY9744" fmla="*/ 496835 h 6858000"/>
              <a:gd name="connsiteX9745" fmla="*/ 5020837 w 12203753"/>
              <a:gd name="connsiteY9745" fmla="*/ 496808 h 6858000"/>
              <a:gd name="connsiteX9746" fmla="*/ 5029217 w 12203753"/>
              <a:gd name="connsiteY9746" fmla="*/ 500514 h 6858000"/>
              <a:gd name="connsiteX9747" fmla="*/ 5122827 w 12203753"/>
              <a:gd name="connsiteY9747" fmla="*/ 548414 h 6858000"/>
              <a:gd name="connsiteX9748" fmla="*/ 5218566 w 12203753"/>
              <a:gd name="connsiteY9748" fmla="*/ 610942 h 6858000"/>
              <a:gd name="connsiteX9749" fmla="*/ 5195941 w 12203753"/>
              <a:gd name="connsiteY9749" fmla="*/ 650142 h 6858000"/>
              <a:gd name="connsiteX9750" fmla="*/ 5093953 w 12203753"/>
              <a:gd name="connsiteY9750" fmla="*/ 598513 h 6858000"/>
              <a:gd name="connsiteX9751" fmla="*/ 4998215 w 12203753"/>
              <a:gd name="connsiteY9751" fmla="*/ 535985 h 6858000"/>
              <a:gd name="connsiteX9752" fmla="*/ 3218243 w 12203753"/>
              <a:gd name="connsiteY9752" fmla="*/ 496807 h 6858000"/>
              <a:gd name="connsiteX9753" fmla="*/ 3240871 w 12203753"/>
              <a:gd name="connsiteY9753" fmla="*/ 536006 h 6858000"/>
              <a:gd name="connsiteX9754" fmla="*/ 3145144 w 12203753"/>
              <a:gd name="connsiteY9754" fmla="*/ 598534 h 6858000"/>
              <a:gd name="connsiteX9755" fmla="*/ 3043094 w 12203753"/>
              <a:gd name="connsiteY9755" fmla="*/ 650164 h 6858000"/>
              <a:gd name="connsiteX9756" fmla="*/ 3020464 w 12203753"/>
              <a:gd name="connsiteY9756" fmla="*/ 610963 h 6858000"/>
              <a:gd name="connsiteX9757" fmla="*/ 3116202 w 12203753"/>
              <a:gd name="connsiteY9757" fmla="*/ 548435 h 6858000"/>
              <a:gd name="connsiteX9758" fmla="*/ 3218243 w 12203753"/>
              <a:gd name="connsiteY9758" fmla="*/ 496807 h 6858000"/>
              <a:gd name="connsiteX9759" fmla="*/ 3438650 w 12203753"/>
              <a:gd name="connsiteY9759" fmla="*/ 496803 h 6858000"/>
              <a:gd name="connsiteX9760" fmla="*/ 3438713 w 12203753"/>
              <a:gd name="connsiteY9760" fmla="*/ 496803 h 6858000"/>
              <a:gd name="connsiteX9761" fmla="*/ 3438701 w 12203753"/>
              <a:gd name="connsiteY9761" fmla="*/ 496826 h 6858000"/>
              <a:gd name="connsiteX9762" fmla="*/ 5811965 w 12203753"/>
              <a:gd name="connsiteY9762" fmla="*/ 496799 h 6858000"/>
              <a:gd name="connsiteX9763" fmla="*/ 5820348 w 12203753"/>
              <a:gd name="connsiteY9763" fmla="*/ 500505 h 6858000"/>
              <a:gd name="connsiteX9764" fmla="*/ 5913960 w 12203753"/>
              <a:gd name="connsiteY9764" fmla="*/ 548405 h 6858000"/>
              <a:gd name="connsiteX9765" fmla="*/ 6009695 w 12203753"/>
              <a:gd name="connsiteY9765" fmla="*/ 610933 h 6858000"/>
              <a:gd name="connsiteX9766" fmla="*/ 5987067 w 12203753"/>
              <a:gd name="connsiteY9766" fmla="*/ 650134 h 6858000"/>
              <a:gd name="connsiteX9767" fmla="*/ 5885086 w 12203753"/>
              <a:gd name="connsiteY9767" fmla="*/ 598504 h 6858000"/>
              <a:gd name="connsiteX9768" fmla="*/ 5789350 w 12203753"/>
              <a:gd name="connsiteY9768" fmla="*/ 535976 h 6858000"/>
              <a:gd name="connsiteX9769" fmla="*/ 4009303 w 12203753"/>
              <a:gd name="connsiteY9769" fmla="*/ 496798 h 6858000"/>
              <a:gd name="connsiteX9770" fmla="*/ 4031930 w 12203753"/>
              <a:gd name="connsiteY9770" fmla="*/ 535997 h 6858000"/>
              <a:gd name="connsiteX9771" fmla="*/ 3936200 w 12203753"/>
              <a:gd name="connsiteY9771" fmla="*/ 598525 h 6858000"/>
              <a:gd name="connsiteX9772" fmla="*/ 3834153 w 12203753"/>
              <a:gd name="connsiteY9772" fmla="*/ 650155 h 6858000"/>
              <a:gd name="connsiteX9773" fmla="*/ 3811524 w 12203753"/>
              <a:gd name="connsiteY9773" fmla="*/ 610954 h 6858000"/>
              <a:gd name="connsiteX9774" fmla="*/ 3811587 w 12203753"/>
              <a:gd name="connsiteY9774" fmla="*/ 610954 h 6858000"/>
              <a:gd name="connsiteX9775" fmla="*/ 3907323 w 12203753"/>
              <a:gd name="connsiteY9775" fmla="*/ 548426 h 6858000"/>
              <a:gd name="connsiteX9776" fmla="*/ 4009303 w 12203753"/>
              <a:gd name="connsiteY9776" fmla="*/ 496798 h 6858000"/>
              <a:gd name="connsiteX9777" fmla="*/ 4229702 w 12203753"/>
              <a:gd name="connsiteY9777" fmla="*/ 496795 h 6858000"/>
              <a:gd name="connsiteX9778" fmla="*/ 4229764 w 12203753"/>
              <a:gd name="connsiteY9778" fmla="*/ 496795 h 6858000"/>
              <a:gd name="connsiteX9779" fmla="*/ 4229752 w 12203753"/>
              <a:gd name="connsiteY9779" fmla="*/ 496817 h 6858000"/>
              <a:gd name="connsiteX9780" fmla="*/ 4800366 w 12203753"/>
              <a:gd name="connsiteY9780" fmla="*/ 496789 h 6858000"/>
              <a:gd name="connsiteX9781" fmla="*/ 4822988 w 12203753"/>
              <a:gd name="connsiteY9781" fmla="*/ 535988 h 6858000"/>
              <a:gd name="connsiteX9782" fmla="*/ 4727254 w 12203753"/>
              <a:gd name="connsiteY9782" fmla="*/ 598517 h 6858000"/>
              <a:gd name="connsiteX9783" fmla="*/ 4625211 w 12203753"/>
              <a:gd name="connsiteY9783" fmla="*/ 650146 h 6858000"/>
              <a:gd name="connsiteX9784" fmla="*/ 4602581 w 12203753"/>
              <a:gd name="connsiteY9784" fmla="*/ 610946 h 6858000"/>
              <a:gd name="connsiteX9785" fmla="*/ 4602649 w 12203753"/>
              <a:gd name="connsiteY9785" fmla="*/ 610946 h 6858000"/>
              <a:gd name="connsiteX9786" fmla="*/ 4698380 w 12203753"/>
              <a:gd name="connsiteY9786" fmla="*/ 548417 h 6858000"/>
              <a:gd name="connsiteX9787" fmla="*/ 4800366 w 12203753"/>
              <a:gd name="connsiteY9787" fmla="*/ 496789 h 6858000"/>
              <a:gd name="connsiteX9788" fmla="*/ 5020783 w 12203753"/>
              <a:gd name="connsiteY9788" fmla="*/ 496786 h 6858000"/>
              <a:gd name="connsiteX9789" fmla="*/ 5020848 w 12203753"/>
              <a:gd name="connsiteY9789" fmla="*/ 496786 h 6858000"/>
              <a:gd name="connsiteX9790" fmla="*/ 5020837 w 12203753"/>
              <a:gd name="connsiteY9790" fmla="*/ 496808 h 6858000"/>
              <a:gd name="connsiteX9791" fmla="*/ 5591444 w 12203753"/>
              <a:gd name="connsiteY9791" fmla="*/ 496780 h 6858000"/>
              <a:gd name="connsiteX9792" fmla="*/ 5614067 w 12203753"/>
              <a:gd name="connsiteY9792" fmla="*/ 535980 h 6858000"/>
              <a:gd name="connsiteX9793" fmla="*/ 5518332 w 12203753"/>
              <a:gd name="connsiteY9793" fmla="*/ 598508 h 6858000"/>
              <a:gd name="connsiteX9794" fmla="*/ 5416289 w 12203753"/>
              <a:gd name="connsiteY9794" fmla="*/ 650137 h 6858000"/>
              <a:gd name="connsiteX9795" fmla="*/ 5393662 w 12203753"/>
              <a:gd name="connsiteY9795" fmla="*/ 610937 h 6858000"/>
              <a:gd name="connsiteX9796" fmla="*/ 5393724 w 12203753"/>
              <a:gd name="connsiteY9796" fmla="*/ 610937 h 6858000"/>
              <a:gd name="connsiteX9797" fmla="*/ 5489459 w 12203753"/>
              <a:gd name="connsiteY9797" fmla="*/ 548409 h 6858000"/>
              <a:gd name="connsiteX9798" fmla="*/ 5591444 w 12203753"/>
              <a:gd name="connsiteY9798" fmla="*/ 496780 h 6858000"/>
              <a:gd name="connsiteX9799" fmla="*/ 5811914 w 12203753"/>
              <a:gd name="connsiteY9799" fmla="*/ 496777 h 6858000"/>
              <a:gd name="connsiteX9800" fmla="*/ 5811979 w 12203753"/>
              <a:gd name="connsiteY9800" fmla="*/ 496777 h 6858000"/>
              <a:gd name="connsiteX9801" fmla="*/ 5811965 w 12203753"/>
              <a:gd name="connsiteY9801" fmla="*/ 496799 h 6858000"/>
              <a:gd name="connsiteX9802" fmla="*/ 6382638 w 12203753"/>
              <a:gd name="connsiteY9802" fmla="*/ 496771 h 6858000"/>
              <a:gd name="connsiteX9803" fmla="*/ 6405201 w 12203753"/>
              <a:gd name="connsiteY9803" fmla="*/ 535971 h 6858000"/>
              <a:gd name="connsiteX9804" fmla="*/ 6309528 w 12203753"/>
              <a:gd name="connsiteY9804" fmla="*/ 598499 h 6858000"/>
              <a:gd name="connsiteX9805" fmla="*/ 6207480 w 12203753"/>
              <a:gd name="connsiteY9805" fmla="*/ 650129 h 6858000"/>
              <a:gd name="connsiteX9806" fmla="*/ 6184852 w 12203753"/>
              <a:gd name="connsiteY9806" fmla="*/ 610928 h 6858000"/>
              <a:gd name="connsiteX9807" fmla="*/ 6280590 w 12203753"/>
              <a:gd name="connsiteY9807" fmla="*/ 548400 h 6858000"/>
              <a:gd name="connsiteX9808" fmla="*/ 6382638 w 12203753"/>
              <a:gd name="connsiteY9808" fmla="*/ 496771 h 6858000"/>
              <a:gd name="connsiteX9809" fmla="*/ 6603052 w 12203753"/>
              <a:gd name="connsiteY9809" fmla="*/ 496768 h 6858000"/>
              <a:gd name="connsiteX9810" fmla="*/ 6705100 w 12203753"/>
              <a:gd name="connsiteY9810" fmla="*/ 548396 h 6858000"/>
              <a:gd name="connsiteX9811" fmla="*/ 6800772 w 12203753"/>
              <a:gd name="connsiteY9811" fmla="*/ 610924 h 6858000"/>
              <a:gd name="connsiteX9812" fmla="*/ 6778210 w 12203753"/>
              <a:gd name="connsiteY9812" fmla="*/ 650125 h 6858000"/>
              <a:gd name="connsiteX9813" fmla="*/ 6676161 w 12203753"/>
              <a:gd name="connsiteY9813" fmla="*/ 598495 h 6858000"/>
              <a:gd name="connsiteX9814" fmla="*/ 6580424 w 12203753"/>
              <a:gd name="connsiteY9814" fmla="*/ 535967 h 6858000"/>
              <a:gd name="connsiteX9815" fmla="*/ 7173716 w 12203753"/>
              <a:gd name="connsiteY9815" fmla="*/ 496762 h 6858000"/>
              <a:gd name="connsiteX9816" fmla="*/ 7196344 w 12203753"/>
              <a:gd name="connsiteY9816" fmla="*/ 535962 h 6858000"/>
              <a:gd name="connsiteX9817" fmla="*/ 7100606 w 12203753"/>
              <a:gd name="connsiteY9817" fmla="*/ 598490 h 6858000"/>
              <a:gd name="connsiteX9818" fmla="*/ 6998558 w 12203753"/>
              <a:gd name="connsiteY9818" fmla="*/ 650120 h 6858000"/>
              <a:gd name="connsiteX9819" fmla="*/ 6975995 w 12203753"/>
              <a:gd name="connsiteY9819" fmla="*/ 610919 h 6858000"/>
              <a:gd name="connsiteX9820" fmla="*/ 7071731 w 12203753"/>
              <a:gd name="connsiteY9820" fmla="*/ 548391 h 6858000"/>
              <a:gd name="connsiteX9821" fmla="*/ 7173716 w 12203753"/>
              <a:gd name="connsiteY9821" fmla="*/ 496762 h 6858000"/>
              <a:gd name="connsiteX9822" fmla="*/ 7394128 w 12203753"/>
              <a:gd name="connsiteY9822" fmla="*/ 496759 h 6858000"/>
              <a:gd name="connsiteX9823" fmla="*/ 7496176 w 12203753"/>
              <a:gd name="connsiteY9823" fmla="*/ 548387 h 6858000"/>
              <a:gd name="connsiteX9824" fmla="*/ 7591913 w 12203753"/>
              <a:gd name="connsiteY9824" fmla="*/ 610915 h 6858000"/>
              <a:gd name="connsiteX9825" fmla="*/ 7569286 w 12203753"/>
              <a:gd name="connsiteY9825" fmla="*/ 650116 h 6858000"/>
              <a:gd name="connsiteX9826" fmla="*/ 7467302 w 12203753"/>
              <a:gd name="connsiteY9826" fmla="*/ 598486 h 6858000"/>
              <a:gd name="connsiteX9827" fmla="*/ 7371564 w 12203753"/>
              <a:gd name="connsiteY9827" fmla="*/ 535958 h 6858000"/>
              <a:gd name="connsiteX9828" fmla="*/ 7964857 w 12203753"/>
              <a:gd name="connsiteY9828" fmla="*/ 496753 h 6858000"/>
              <a:gd name="connsiteX9829" fmla="*/ 7987485 w 12203753"/>
              <a:gd name="connsiteY9829" fmla="*/ 535953 h 6858000"/>
              <a:gd name="connsiteX9830" fmla="*/ 7891747 w 12203753"/>
              <a:gd name="connsiteY9830" fmla="*/ 598481 h 6858000"/>
              <a:gd name="connsiteX9831" fmla="*/ 7789699 w 12203753"/>
              <a:gd name="connsiteY9831" fmla="*/ 650111 h 6858000"/>
              <a:gd name="connsiteX9832" fmla="*/ 7767072 w 12203753"/>
              <a:gd name="connsiteY9832" fmla="*/ 610910 h 6858000"/>
              <a:gd name="connsiteX9833" fmla="*/ 7862809 w 12203753"/>
              <a:gd name="connsiteY9833" fmla="*/ 548382 h 6858000"/>
              <a:gd name="connsiteX9834" fmla="*/ 7964857 w 12203753"/>
              <a:gd name="connsiteY9834" fmla="*/ 496753 h 6858000"/>
              <a:gd name="connsiteX9835" fmla="*/ 8185270 w 12203753"/>
              <a:gd name="connsiteY9835" fmla="*/ 496750 h 6858000"/>
              <a:gd name="connsiteX9836" fmla="*/ 8287318 w 12203753"/>
              <a:gd name="connsiteY9836" fmla="*/ 548378 h 6858000"/>
              <a:gd name="connsiteX9837" fmla="*/ 8383056 w 12203753"/>
              <a:gd name="connsiteY9837" fmla="*/ 610907 h 6858000"/>
              <a:gd name="connsiteX9838" fmla="*/ 8360428 w 12203753"/>
              <a:gd name="connsiteY9838" fmla="*/ 650108 h 6858000"/>
              <a:gd name="connsiteX9839" fmla="*/ 8258443 w 12203753"/>
              <a:gd name="connsiteY9839" fmla="*/ 598478 h 6858000"/>
              <a:gd name="connsiteX9840" fmla="*/ 8162642 w 12203753"/>
              <a:gd name="connsiteY9840" fmla="*/ 535949 h 6858000"/>
              <a:gd name="connsiteX9841" fmla="*/ 8755998 w 12203753"/>
              <a:gd name="connsiteY9841" fmla="*/ 496745 h 6858000"/>
              <a:gd name="connsiteX9842" fmla="*/ 8778626 w 12203753"/>
              <a:gd name="connsiteY9842" fmla="*/ 535944 h 6858000"/>
              <a:gd name="connsiteX9843" fmla="*/ 8682888 w 12203753"/>
              <a:gd name="connsiteY9843" fmla="*/ 598473 h 6858000"/>
              <a:gd name="connsiteX9844" fmla="*/ 8580840 w 12203753"/>
              <a:gd name="connsiteY9844" fmla="*/ 650103 h 6858000"/>
              <a:gd name="connsiteX9845" fmla="*/ 8558213 w 12203753"/>
              <a:gd name="connsiteY9845" fmla="*/ 610902 h 6858000"/>
              <a:gd name="connsiteX9846" fmla="*/ 8653951 w 12203753"/>
              <a:gd name="connsiteY9846" fmla="*/ 548373 h 6858000"/>
              <a:gd name="connsiteX9847" fmla="*/ 8755998 w 12203753"/>
              <a:gd name="connsiteY9847" fmla="*/ 496745 h 6858000"/>
              <a:gd name="connsiteX9848" fmla="*/ 8976412 w 12203753"/>
              <a:gd name="connsiteY9848" fmla="*/ 496741 h 6858000"/>
              <a:gd name="connsiteX9849" fmla="*/ 9078460 w 12203753"/>
              <a:gd name="connsiteY9849" fmla="*/ 548369 h 6858000"/>
              <a:gd name="connsiteX9850" fmla="*/ 9174198 w 12203753"/>
              <a:gd name="connsiteY9850" fmla="*/ 610898 h 6858000"/>
              <a:gd name="connsiteX9851" fmla="*/ 9151570 w 12203753"/>
              <a:gd name="connsiteY9851" fmla="*/ 650099 h 6858000"/>
              <a:gd name="connsiteX9852" fmla="*/ 9049585 w 12203753"/>
              <a:gd name="connsiteY9852" fmla="*/ 598469 h 6858000"/>
              <a:gd name="connsiteX9853" fmla="*/ 8953784 w 12203753"/>
              <a:gd name="connsiteY9853" fmla="*/ 535940 h 6858000"/>
              <a:gd name="connsiteX9854" fmla="*/ 9547140 w 12203753"/>
              <a:gd name="connsiteY9854" fmla="*/ 496736 h 6858000"/>
              <a:gd name="connsiteX9855" fmla="*/ 9569704 w 12203753"/>
              <a:gd name="connsiteY9855" fmla="*/ 535935 h 6858000"/>
              <a:gd name="connsiteX9856" fmla="*/ 9474030 w 12203753"/>
              <a:gd name="connsiteY9856" fmla="*/ 598464 h 6858000"/>
              <a:gd name="connsiteX9857" fmla="*/ 9371982 w 12203753"/>
              <a:gd name="connsiteY9857" fmla="*/ 650094 h 6858000"/>
              <a:gd name="connsiteX9858" fmla="*/ 9349355 w 12203753"/>
              <a:gd name="connsiteY9858" fmla="*/ 610893 h 6858000"/>
              <a:gd name="connsiteX9859" fmla="*/ 9445093 w 12203753"/>
              <a:gd name="connsiteY9859" fmla="*/ 548364 h 6858000"/>
              <a:gd name="connsiteX9860" fmla="*/ 9547140 w 12203753"/>
              <a:gd name="connsiteY9860" fmla="*/ 496736 h 6858000"/>
              <a:gd name="connsiteX9861" fmla="*/ 9767553 w 12203753"/>
              <a:gd name="connsiteY9861" fmla="*/ 496732 h 6858000"/>
              <a:gd name="connsiteX9862" fmla="*/ 9869601 w 12203753"/>
              <a:gd name="connsiteY9862" fmla="*/ 548361 h 6858000"/>
              <a:gd name="connsiteX9863" fmla="*/ 9965275 w 12203753"/>
              <a:gd name="connsiteY9863" fmla="*/ 610889 h 6858000"/>
              <a:gd name="connsiteX9864" fmla="*/ 9942711 w 12203753"/>
              <a:gd name="connsiteY9864" fmla="*/ 650090 h 6858000"/>
              <a:gd name="connsiteX9865" fmla="*/ 9840663 w 12203753"/>
              <a:gd name="connsiteY9865" fmla="*/ 598460 h 6858000"/>
              <a:gd name="connsiteX9866" fmla="*/ 9744925 w 12203753"/>
              <a:gd name="connsiteY9866" fmla="*/ 535932 h 6858000"/>
              <a:gd name="connsiteX9867" fmla="*/ 10338218 w 12203753"/>
              <a:gd name="connsiteY9867" fmla="*/ 496727 h 6858000"/>
              <a:gd name="connsiteX9868" fmla="*/ 10360845 w 12203753"/>
              <a:gd name="connsiteY9868" fmla="*/ 535926 h 6858000"/>
              <a:gd name="connsiteX9869" fmla="*/ 10265107 w 12203753"/>
              <a:gd name="connsiteY9869" fmla="*/ 598455 h 6858000"/>
              <a:gd name="connsiteX9870" fmla="*/ 10163059 w 12203753"/>
              <a:gd name="connsiteY9870" fmla="*/ 650085 h 6858000"/>
              <a:gd name="connsiteX9871" fmla="*/ 10140496 w 12203753"/>
              <a:gd name="connsiteY9871" fmla="*/ 610884 h 6858000"/>
              <a:gd name="connsiteX9872" fmla="*/ 10236234 w 12203753"/>
              <a:gd name="connsiteY9872" fmla="*/ 548355 h 6858000"/>
              <a:gd name="connsiteX9873" fmla="*/ 10338218 w 12203753"/>
              <a:gd name="connsiteY9873" fmla="*/ 496727 h 6858000"/>
              <a:gd name="connsiteX9874" fmla="*/ 10558630 w 12203753"/>
              <a:gd name="connsiteY9874" fmla="*/ 496723 h 6858000"/>
              <a:gd name="connsiteX9875" fmla="*/ 10660678 w 12203753"/>
              <a:gd name="connsiteY9875" fmla="*/ 548352 h 6858000"/>
              <a:gd name="connsiteX9876" fmla="*/ 10756416 w 12203753"/>
              <a:gd name="connsiteY9876" fmla="*/ 610880 h 6858000"/>
              <a:gd name="connsiteX9877" fmla="*/ 10733788 w 12203753"/>
              <a:gd name="connsiteY9877" fmla="*/ 650081 h 6858000"/>
              <a:gd name="connsiteX9878" fmla="*/ 10631804 w 12203753"/>
              <a:gd name="connsiteY9878" fmla="*/ 598451 h 6858000"/>
              <a:gd name="connsiteX9879" fmla="*/ 10536066 w 12203753"/>
              <a:gd name="connsiteY9879" fmla="*/ 535923 h 6858000"/>
              <a:gd name="connsiteX9880" fmla="*/ 11129360 w 12203753"/>
              <a:gd name="connsiteY9880" fmla="*/ 496718 h 6858000"/>
              <a:gd name="connsiteX9881" fmla="*/ 11151987 w 12203753"/>
              <a:gd name="connsiteY9881" fmla="*/ 535918 h 6858000"/>
              <a:gd name="connsiteX9882" fmla="*/ 11056249 w 12203753"/>
              <a:gd name="connsiteY9882" fmla="*/ 598446 h 6858000"/>
              <a:gd name="connsiteX9883" fmla="*/ 10954201 w 12203753"/>
              <a:gd name="connsiteY9883" fmla="*/ 650076 h 6858000"/>
              <a:gd name="connsiteX9884" fmla="*/ 10931638 w 12203753"/>
              <a:gd name="connsiteY9884" fmla="*/ 610875 h 6858000"/>
              <a:gd name="connsiteX9885" fmla="*/ 11027376 w 12203753"/>
              <a:gd name="connsiteY9885" fmla="*/ 548347 h 6858000"/>
              <a:gd name="connsiteX9886" fmla="*/ 11129360 w 12203753"/>
              <a:gd name="connsiteY9886" fmla="*/ 496718 h 6858000"/>
              <a:gd name="connsiteX9887" fmla="*/ 11349772 w 12203753"/>
              <a:gd name="connsiteY9887" fmla="*/ 496714 h 6858000"/>
              <a:gd name="connsiteX9888" fmla="*/ 11451820 w 12203753"/>
              <a:gd name="connsiteY9888" fmla="*/ 548343 h 6858000"/>
              <a:gd name="connsiteX9889" fmla="*/ 11547558 w 12203753"/>
              <a:gd name="connsiteY9889" fmla="*/ 610872 h 6858000"/>
              <a:gd name="connsiteX9890" fmla="*/ 11524930 w 12203753"/>
              <a:gd name="connsiteY9890" fmla="*/ 650073 h 6858000"/>
              <a:gd name="connsiteX9891" fmla="*/ 11422946 w 12203753"/>
              <a:gd name="connsiteY9891" fmla="*/ 598443 h 6858000"/>
              <a:gd name="connsiteX9892" fmla="*/ 11327208 w 12203753"/>
              <a:gd name="connsiteY9892" fmla="*/ 535914 h 6858000"/>
              <a:gd name="connsiteX9893" fmla="*/ 11920501 w 12203753"/>
              <a:gd name="connsiteY9893" fmla="*/ 496709 h 6858000"/>
              <a:gd name="connsiteX9894" fmla="*/ 11943128 w 12203753"/>
              <a:gd name="connsiteY9894" fmla="*/ 535909 h 6858000"/>
              <a:gd name="connsiteX9895" fmla="*/ 11847390 w 12203753"/>
              <a:gd name="connsiteY9895" fmla="*/ 598438 h 6858000"/>
              <a:gd name="connsiteX9896" fmla="*/ 11745343 w 12203753"/>
              <a:gd name="connsiteY9896" fmla="*/ 650068 h 6858000"/>
              <a:gd name="connsiteX9897" fmla="*/ 11722715 w 12203753"/>
              <a:gd name="connsiteY9897" fmla="*/ 610867 h 6858000"/>
              <a:gd name="connsiteX9898" fmla="*/ 11818516 w 12203753"/>
              <a:gd name="connsiteY9898" fmla="*/ 548338 h 6858000"/>
              <a:gd name="connsiteX9899" fmla="*/ 11920501 w 12203753"/>
              <a:gd name="connsiteY9899" fmla="*/ 496709 h 6858000"/>
              <a:gd name="connsiteX9900" fmla="*/ 12140914 w 12203753"/>
              <a:gd name="connsiteY9900" fmla="*/ 496705 h 6858000"/>
              <a:gd name="connsiteX9901" fmla="*/ 12171908 w 12203753"/>
              <a:gd name="connsiteY9901" fmla="*/ 510951 h 6858000"/>
              <a:gd name="connsiteX9902" fmla="*/ 12203753 w 12203753"/>
              <a:gd name="connsiteY9902" fmla="*/ 527705 h 6858000"/>
              <a:gd name="connsiteX9903" fmla="*/ 12203753 w 12203753"/>
              <a:gd name="connsiteY9903" fmla="*/ 591920 h 6858000"/>
              <a:gd name="connsiteX9904" fmla="*/ 12146132 w 12203753"/>
              <a:gd name="connsiteY9904" fmla="*/ 555601 h 6858000"/>
              <a:gd name="connsiteX9905" fmla="*/ 12118286 w 12203753"/>
              <a:gd name="connsiteY9905" fmla="*/ 535905 h 6858000"/>
              <a:gd name="connsiteX9906" fmla="*/ 536848 w 12203753"/>
              <a:gd name="connsiteY9906" fmla="*/ 345141 h 6858000"/>
              <a:gd name="connsiteX9907" fmla="*/ 582102 w 12203753"/>
              <a:gd name="connsiteY9907" fmla="*/ 345141 h 6858000"/>
              <a:gd name="connsiteX9908" fmla="*/ 588413 w 12203753"/>
              <a:gd name="connsiteY9908" fmla="*/ 459360 h 6858000"/>
              <a:gd name="connsiteX9909" fmla="*/ 582102 w 12203753"/>
              <a:gd name="connsiteY9909" fmla="*/ 573517 h 6858000"/>
              <a:gd name="connsiteX9910" fmla="*/ 536848 w 12203753"/>
              <a:gd name="connsiteY9910" fmla="*/ 573517 h 6858000"/>
              <a:gd name="connsiteX9911" fmla="*/ 530602 w 12203753"/>
              <a:gd name="connsiteY9911" fmla="*/ 459360 h 6858000"/>
              <a:gd name="connsiteX9912" fmla="*/ 536848 w 12203753"/>
              <a:gd name="connsiteY9912" fmla="*/ 345141 h 6858000"/>
              <a:gd name="connsiteX9913" fmla="*/ 1327990 w 12203753"/>
              <a:gd name="connsiteY9913" fmla="*/ 345132 h 6858000"/>
              <a:gd name="connsiteX9914" fmla="*/ 1373245 w 12203753"/>
              <a:gd name="connsiteY9914" fmla="*/ 345132 h 6858000"/>
              <a:gd name="connsiteX9915" fmla="*/ 1379556 w 12203753"/>
              <a:gd name="connsiteY9915" fmla="*/ 459351 h 6858000"/>
              <a:gd name="connsiteX9916" fmla="*/ 1373245 w 12203753"/>
              <a:gd name="connsiteY9916" fmla="*/ 573508 h 6858000"/>
              <a:gd name="connsiteX9917" fmla="*/ 1327990 w 12203753"/>
              <a:gd name="connsiteY9917" fmla="*/ 573508 h 6858000"/>
              <a:gd name="connsiteX9918" fmla="*/ 1321744 w 12203753"/>
              <a:gd name="connsiteY9918" fmla="*/ 459351 h 6858000"/>
              <a:gd name="connsiteX9919" fmla="*/ 1327990 w 12203753"/>
              <a:gd name="connsiteY9919" fmla="*/ 345132 h 6858000"/>
              <a:gd name="connsiteX9920" fmla="*/ 2119119 w 12203753"/>
              <a:gd name="connsiteY9920" fmla="*/ 345122 h 6858000"/>
              <a:gd name="connsiteX9921" fmla="*/ 2164366 w 12203753"/>
              <a:gd name="connsiteY9921" fmla="*/ 345122 h 6858000"/>
              <a:gd name="connsiteX9922" fmla="*/ 2170679 w 12203753"/>
              <a:gd name="connsiteY9922" fmla="*/ 459342 h 6858000"/>
              <a:gd name="connsiteX9923" fmla="*/ 2164366 w 12203753"/>
              <a:gd name="connsiteY9923" fmla="*/ 573499 h 6858000"/>
              <a:gd name="connsiteX9924" fmla="*/ 2119119 w 12203753"/>
              <a:gd name="connsiteY9924" fmla="*/ 573499 h 6858000"/>
              <a:gd name="connsiteX9925" fmla="*/ 2112868 w 12203753"/>
              <a:gd name="connsiteY9925" fmla="*/ 459342 h 6858000"/>
              <a:gd name="connsiteX9926" fmla="*/ 2119119 w 12203753"/>
              <a:gd name="connsiteY9926" fmla="*/ 345122 h 6858000"/>
              <a:gd name="connsiteX9927" fmla="*/ 2910259 w 12203753"/>
              <a:gd name="connsiteY9927" fmla="*/ 345113 h 6858000"/>
              <a:gd name="connsiteX9928" fmla="*/ 2955512 w 12203753"/>
              <a:gd name="connsiteY9928" fmla="*/ 345113 h 6858000"/>
              <a:gd name="connsiteX9929" fmla="*/ 2961822 w 12203753"/>
              <a:gd name="connsiteY9929" fmla="*/ 459333 h 6858000"/>
              <a:gd name="connsiteX9930" fmla="*/ 2955512 w 12203753"/>
              <a:gd name="connsiteY9930" fmla="*/ 573490 h 6858000"/>
              <a:gd name="connsiteX9931" fmla="*/ 2910259 w 12203753"/>
              <a:gd name="connsiteY9931" fmla="*/ 573490 h 6858000"/>
              <a:gd name="connsiteX9932" fmla="*/ 2904013 w 12203753"/>
              <a:gd name="connsiteY9932" fmla="*/ 459333 h 6858000"/>
              <a:gd name="connsiteX9933" fmla="*/ 2910259 w 12203753"/>
              <a:gd name="connsiteY9933" fmla="*/ 345113 h 6858000"/>
              <a:gd name="connsiteX9934" fmla="*/ 3701387 w 12203753"/>
              <a:gd name="connsiteY9934" fmla="*/ 345104 h 6858000"/>
              <a:gd name="connsiteX9935" fmla="*/ 3746642 w 12203753"/>
              <a:gd name="connsiteY9935" fmla="*/ 345104 h 6858000"/>
              <a:gd name="connsiteX9936" fmla="*/ 3752953 w 12203753"/>
              <a:gd name="connsiteY9936" fmla="*/ 459324 h 6858000"/>
              <a:gd name="connsiteX9937" fmla="*/ 3746642 w 12203753"/>
              <a:gd name="connsiteY9937" fmla="*/ 573482 h 6858000"/>
              <a:gd name="connsiteX9938" fmla="*/ 3701387 w 12203753"/>
              <a:gd name="connsiteY9938" fmla="*/ 573482 h 6858000"/>
              <a:gd name="connsiteX9939" fmla="*/ 3695075 w 12203753"/>
              <a:gd name="connsiteY9939" fmla="*/ 459324 h 6858000"/>
              <a:gd name="connsiteX9940" fmla="*/ 3701387 w 12203753"/>
              <a:gd name="connsiteY9940" fmla="*/ 345104 h 6858000"/>
              <a:gd name="connsiteX9941" fmla="*/ 4492377 w 12203753"/>
              <a:gd name="connsiteY9941" fmla="*/ 345095 h 6858000"/>
              <a:gd name="connsiteX9942" fmla="*/ 4537632 w 12203753"/>
              <a:gd name="connsiteY9942" fmla="*/ 345095 h 6858000"/>
              <a:gd name="connsiteX9943" fmla="*/ 4543944 w 12203753"/>
              <a:gd name="connsiteY9943" fmla="*/ 459315 h 6858000"/>
              <a:gd name="connsiteX9944" fmla="*/ 4537632 w 12203753"/>
              <a:gd name="connsiteY9944" fmla="*/ 573473 h 6858000"/>
              <a:gd name="connsiteX9945" fmla="*/ 4492377 w 12203753"/>
              <a:gd name="connsiteY9945" fmla="*/ 573473 h 6858000"/>
              <a:gd name="connsiteX9946" fmla="*/ 4486066 w 12203753"/>
              <a:gd name="connsiteY9946" fmla="*/ 459315 h 6858000"/>
              <a:gd name="connsiteX9947" fmla="*/ 4492377 w 12203753"/>
              <a:gd name="connsiteY9947" fmla="*/ 345095 h 6858000"/>
              <a:gd name="connsiteX9948" fmla="*/ 5283517 w 12203753"/>
              <a:gd name="connsiteY9948" fmla="*/ 345083 h 6858000"/>
              <a:gd name="connsiteX9949" fmla="*/ 5328774 w 12203753"/>
              <a:gd name="connsiteY9949" fmla="*/ 345083 h 6858000"/>
              <a:gd name="connsiteX9950" fmla="*/ 5335085 w 12203753"/>
              <a:gd name="connsiteY9950" fmla="*/ 459304 h 6858000"/>
              <a:gd name="connsiteX9951" fmla="*/ 5328774 w 12203753"/>
              <a:gd name="connsiteY9951" fmla="*/ 573461 h 6858000"/>
              <a:gd name="connsiteX9952" fmla="*/ 5283517 w 12203753"/>
              <a:gd name="connsiteY9952" fmla="*/ 573461 h 6858000"/>
              <a:gd name="connsiteX9953" fmla="*/ 5277207 w 12203753"/>
              <a:gd name="connsiteY9953" fmla="*/ 459304 h 6858000"/>
              <a:gd name="connsiteX9954" fmla="*/ 5283517 w 12203753"/>
              <a:gd name="connsiteY9954" fmla="*/ 345083 h 6858000"/>
              <a:gd name="connsiteX9955" fmla="*/ 6074648 w 12203753"/>
              <a:gd name="connsiteY9955" fmla="*/ 345077 h 6858000"/>
              <a:gd name="connsiteX9956" fmla="*/ 6119901 w 12203753"/>
              <a:gd name="connsiteY9956" fmla="*/ 345077 h 6858000"/>
              <a:gd name="connsiteX9957" fmla="*/ 6126212 w 12203753"/>
              <a:gd name="connsiteY9957" fmla="*/ 459297 h 6858000"/>
              <a:gd name="connsiteX9958" fmla="*/ 6119901 w 12203753"/>
              <a:gd name="connsiteY9958" fmla="*/ 573455 h 6858000"/>
              <a:gd name="connsiteX9959" fmla="*/ 6074648 w 12203753"/>
              <a:gd name="connsiteY9959" fmla="*/ 573455 h 6858000"/>
              <a:gd name="connsiteX9960" fmla="*/ 6068400 w 12203753"/>
              <a:gd name="connsiteY9960" fmla="*/ 459297 h 6858000"/>
              <a:gd name="connsiteX9961" fmla="*/ 6074648 w 12203753"/>
              <a:gd name="connsiteY9961" fmla="*/ 345077 h 6858000"/>
              <a:gd name="connsiteX9962" fmla="*/ 6865787 w 12203753"/>
              <a:gd name="connsiteY9962" fmla="*/ 345068 h 6858000"/>
              <a:gd name="connsiteX9963" fmla="*/ 6910979 w 12203753"/>
              <a:gd name="connsiteY9963" fmla="*/ 345068 h 6858000"/>
              <a:gd name="connsiteX9964" fmla="*/ 6917290 w 12203753"/>
              <a:gd name="connsiteY9964" fmla="*/ 459288 h 6858000"/>
              <a:gd name="connsiteX9965" fmla="*/ 6910979 w 12203753"/>
              <a:gd name="connsiteY9965" fmla="*/ 573446 h 6858000"/>
              <a:gd name="connsiteX9966" fmla="*/ 6865787 w 12203753"/>
              <a:gd name="connsiteY9966" fmla="*/ 573446 h 6858000"/>
              <a:gd name="connsiteX9967" fmla="*/ 6859477 w 12203753"/>
              <a:gd name="connsiteY9967" fmla="*/ 459288 h 6858000"/>
              <a:gd name="connsiteX9968" fmla="*/ 6865787 w 12203753"/>
              <a:gd name="connsiteY9968" fmla="*/ 345068 h 6858000"/>
              <a:gd name="connsiteX9969" fmla="*/ 7656865 w 12203753"/>
              <a:gd name="connsiteY9969" fmla="*/ 345059 h 6858000"/>
              <a:gd name="connsiteX9970" fmla="*/ 7702121 w 12203753"/>
              <a:gd name="connsiteY9970" fmla="*/ 345059 h 6858000"/>
              <a:gd name="connsiteX9971" fmla="*/ 7708431 w 12203753"/>
              <a:gd name="connsiteY9971" fmla="*/ 459279 h 6858000"/>
              <a:gd name="connsiteX9972" fmla="*/ 7702121 w 12203753"/>
              <a:gd name="connsiteY9972" fmla="*/ 573438 h 6858000"/>
              <a:gd name="connsiteX9973" fmla="*/ 7656865 w 12203753"/>
              <a:gd name="connsiteY9973" fmla="*/ 573438 h 6858000"/>
              <a:gd name="connsiteX9974" fmla="*/ 7650619 w 12203753"/>
              <a:gd name="connsiteY9974" fmla="*/ 459279 h 6858000"/>
              <a:gd name="connsiteX9975" fmla="*/ 7656865 w 12203753"/>
              <a:gd name="connsiteY9975" fmla="*/ 345059 h 6858000"/>
              <a:gd name="connsiteX9976" fmla="*/ 8448006 w 12203753"/>
              <a:gd name="connsiteY9976" fmla="*/ 345049 h 6858000"/>
              <a:gd name="connsiteX9977" fmla="*/ 8493261 w 12203753"/>
              <a:gd name="connsiteY9977" fmla="*/ 345049 h 6858000"/>
              <a:gd name="connsiteX9978" fmla="*/ 8499508 w 12203753"/>
              <a:gd name="connsiteY9978" fmla="*/ 459270 h 6858000"/>
              <a:gd name="connsiteX9979" fmla="*/ 8493261 w 12203753"/>
              <a:gd name="connsiteY9979" fmla="*/ 573429 h 6858000"/>
              <a:gd name="connsiteX9980" fmla="*/ 8448006 w 12203753"/>
              <a:gd name="connsiteY9980" fmla="*/ 573429 h 6858000"/>
              <a:gd name="connsiteX9981" fmla="*/ 8441696 w 12203753"/>
              <a:gd name="connsiteY9981" fmla="*/ 459270 h 6858000"/>
              <a:gd name="connsiteX9982" fmla="*/ 8448006 w 12203753"/>
              <a:gd name="connsiteY9982" fmla="*/ 345049 h 6858000"/>
              <a:gd name="connsiteX9983" fmla="*/ 9239148 w 12203753"/>
              <a:gd name="connsiteY9983" fmla="*/ 345040 h 6858000"/>
              <a:gd name="connsiteX9984" fmla="*/ 9284403 w 12203753"/>
              <a:gd name="connsiteY9984" fmla="*/ 345040 h 6858000"/>
              <a:gd name="connsiteX9985" fmla="*/ 9290650 w 12203753"/>
              <a:gd name="connsiteY9985" fmla="*/ 459262 h 6858000"/>
              <a:gd name="connsiteX9986" fmla="*/ 9284403 w 12203753"/>
              <a:gd name="connsiteY9986" fmla="*/ 573420 h 6858000"/>
              <a:gd name="connsiteX9987" fmla="*/ 9239148 w 12203753"/>
              <a:gd name="connsiteY9987" fmla="*/ 573420 h 6858000"/>
              <a:gd name="connsiteX9988" fmla="*/ 9232838 w 12203753"/>
              <a:gd name="connsiteY9988" fmla="*/ 459262 h 6858000"/>
              <a:gd name="connsiteX9989" fmla="*/ 9239148 w 12203753"/>
              <a:gd name="connsiteY9989" fmla="*/ 345040 h 6858000"/>
              <a:gd name="connsiteX9990" fmla="*/ 10030289 w 12203753"/>
              <a:gd name="connsiteY9990" fmla="*/ 345031 h 6858000"/>
              <a:gd name="connsiteX9991" fmla="*/ 10075481 w 12203753"/>
              <a:gd name="connsiteY9991" fmla="*/ 345031 h 6858000"/>
              <a:gd name="connsiteX9992" fmla="*/ 10081791 w 12203753"/>
              <a:gd name="connsiteY9992" fmla="*/ 459253 h 6858000"/>
              <a:gd name="connsiteX9993" fmla="*/ 10075481 w 12203753"/>
              <a:gd name="connsiteY9993" fmla="*/ 573411 h 6858000"/>
              <a:gd name="connsiteX9994" fmla="*/ 10030289 w 12203753"/>
              <a:gd name="connsiteY9994" fmla="*/ 573411 h 6858000"/>
              <a:gd name="connsiteX9995" fmla="*/ 10023979 w 12203753"/>
              <a:gd name="connsiteY9995" fmla="*/ 459253 h 6858000"/>
              <a:gd name="connsiteX9996" fmla="*/ 10030289 w 12203753"/>
              <a:gd name="connsiteY9996" fmla="*/ 345031 h 6858000"/>
              <a:gd name="connsiteX9997" fmla="*/ 10821367 w 12203753"/>
              <a:gd name="connsiteY9997" fmla="*/ 345022 h 6858000"/>
              <a:gd name="connsiteX9998" fmla="*/ 10866623 w 12203753"/>
              <a:gd name="connsiteY9998" fmla="*/ 345022 h 6858000"/>
              <a:gd name="connsiteX9999" fmla="*/ 10872933 w 12203753"/>
              <a:gd name="connsiteY9999" fmla="*/ 459244 h 6858000"/>
              <a:gd name="connsiteX10000" fmla="*/ 10866623 w 12203753"/>
              <a:gd name="connsiteY10000" fmla="*/ 573402 h 6858000"/>
              <a:gd name="connsiteX10001" fmla="*/ 10821367 w 12203753"/>
              <a:gd name="connsiteY10001" fmla="*/ 573402 h 6858000"/>
              <a:gd name="connsiteX10002" fmla="*/ 10815121 w 12203753"/>
              <a:gd name="connsiteY10002" fmla="*/ 459244 h 6858000"/>
              <a:gd name="connsiteX10003" fmla="*/ 10821367 w 12203753"/>
              <a:gd name="connsiteY10003" fmla="*/ 345022 h 6858000"/>
              <a:gd name="connsiteX10004" fmla="*/ 11612508 w 12203753"/>
              <a:gd name="connsiteY10004" fmla="*/ 345013 h 6858000"/>
              <a:gd name="connsiteX10005" fmla="*/ 11657764 w 12203753"/>
              <a:gd name="connsiteY10005" fmla="*/ 345013 h 6858000"/>
              <a:gd name="connsiteX10006" fmla="*/ 11664075 w 12203753"/>
              <a:gd name="connsiteY10006" fmla="*/ 459235 h 6858000"/>
              <a:gd name="connsiteX10007" fmla="*/ 11657764 w 12203753"/>
              <a:gd name="connsiteY10007" fmla="*/ 573393 h 6858000"/>
              <a:gd name="connsiteX10008" fmla="*/ 11612508 w 12203753"/>
              <a:gd name="connsiteY10008" fmla="*/ 573393 h 6858000"/>
              <a:gd name="connsiteX10009" fmla="*/ 11606262 w 12203753"/>
              <a:gd name="connsiteY10009" fmla="*/ 459235 h 6858000"/>
              <a:gd name="connsiteX10010" fmla="*/ 11612508 w 12203753"/>
              <a:gd name="connsiteY10010" fmla="*/ 345013 h 6858000"/>
              <a:gd name="connsiteX10011" fmla="*/ 0 w 12203753"/>
              <a:gd name="connsiteY10011" fmla="*/ 332294 h 6858000"/>
              <a:gd name="connsiteX10012" fmla="*/ 48559 w 12203753"/>
              <a:gd name="connsiteY10012" fmla="*/ 362926 h 6858000"/>
              <a:gd name="connsiteX10013" fmla="*/ 76396 w 12203753"/>
              <a:gd name="connsiteY10013" fmla="*/ 382621 h 6858000"/>
              <a:gd name="connsiteX10014" fmla="*/ 53769 w 12203753"/>
              <a:gd name="connsiteY10014" fmla="*/ 421820 h 6858000"/>
              <a:gd name="connsiteX10015" fmla="*/ 22784 w 12203753"/>
              <a:gd name="connsiteY10015" fmla="*/ 407551 h 6858000"/>
              <a:gd name="connsiteX10016" fmla="*/ 0 w 12203753"/>
              <a:gd name="connsiteY10016" fmla="*/ 395562 h 6858000"/>
              <a:gd name="connsiteX10017" fmla="*/ 12203753 w 12203753"/>
              <a:gd name="connsiteY10017" fmla="*/ 326467 h 6858000"/>
              <a:gd name="connsiteX10018" fmla="*/ 12203753 w 12203753"/>
              <a:gd name="connsiteY10018" fmla="*/ 390682 h 6858000"/>
              <a:gd name="connsiteX10019" fmla="*/ 12171908 w 12203753"/>
              <a:gd name="connsiteY10019" fmla="*/ 407437 h 6858000"/>
              <a:gd name="connsiteX10020" fmla="*/ 12140914 w 12203753"/>
              <a:gd name="connsiteY10020" fmla="*/ 421683 h 6858000"/>
              <a:gd name="connsiteX10021" fmla="*/ 12118286 w 12203753"/>
              <a:gd name="connsiteY10021" fmla="*/ 382482 h 6858000"/>
              <a:gd name="connsiteX10022" fmla="*/ 12146132 w 12203753"/>
              <a:gd name="connsiteY10022" fmla="*/ 362787 h 6858000"/>
              <a:gd name="connsiteX10023" fmla="*/ 669795 w 12203753"/>
              <a:gd name="connsiteY10023" fmla="*/ 268481 h 6858000"/>
              <a:gd name="connsiteX10024" fmla="*/ 678178 w 12203753"/>
              <a:gd name="connsiteY10024" fmla="*/ 272187 h 6858000"/>
              <a:gd name="connsiteX10025" fmla="*/ 771792 w 12203753"/>
              <a:gd name="connsiteY10025" fmla="*/ 320086 h 6858000"/>
              <a:gd name="connsiteX10026" fmla="*/ 867526 w 12203753"/>
              <a:gd name="connsiteY10026" fmla="*/ 382613 h 6858000"/>
              <a:gd name="connsiteX10027" fmla="*/ 844900 w 12203753"/>
              <a:gd name="connsiteY10027" fmla="*/ 421813 h 6858000"/>
              <a:gd name="connsiteX10028" fmla="*/ 742918 w 12203753"/>
              <a:gd name="connsiteY10028" fmla="*/ 370184 h 6858000"/>
              <a:gd name="connsiteX10029" fmla="*/ 647181 w 12203753"/>
              <a:gd name="connsiteY10029" fmla="*/ 307657 h 6858000"/>
              <a:gd name="connsiteX10030" fmla="*/ 1460873 w 12203753"/>
              <a:gd name="connsiteY10030" fmla="*/ 268471 h 6858000"/>
              <a:gd name="connsiteX10031" fmla="*/ 1469257 w 12203753"/>
              <a:gd name="connsiteY10031" fmla="*/ 272177 h 6858000"/>
              <a:gd name="connsiteX10032" fmla="*/ 1562870 w 12203753"/>
              <a:gd name="connsiteY10032" fmla="*/ 320076 h 6858000"/>
              <a:gd name="connsiteX10033" fmla="*/ 1658607 w 12203753"/>
              <a:gd name="connsiteY10033" fmla="*/ 382604 h 6858000"/>
              <a:gd name="connsiteX10034" fmla="*/ 1635980 w 12203753"/>
              <a:gd name="connsiteY10034" fmla="*/ 421804 h 6858000"/>
              <a:gd name="connsiteX10035" fmla="*/ 1533999 w 12203753"/>
              <a:gd name="connsiteY10035" fmla="*/ 370175 h 6858000"/>
              <a:gd name="connsiteX10036" fmla="*/ 1438259 w 12203753"/>
              <a:gd name="connsiteY10036" fmla="*/ 307647 h 6858000"/>
              <a:gd name="connsiteX10037" fmla="*/ 2252000 w 12203753"/>
              <a:gd name="connsiteY10037" fmla="*/ 268462 h 6858000"/>
              <a:gd name="connsiteX10038" fmla="*/ 2260383 w 12203753"/>
              <a:gd name="connsiteY10038" fmla="*/ 272168 h 6858000"/>
              <a:gd name="connsiteX10039" fmla="*/ 2353993 w 12203753"/>
              <a:gd name="connsiteY10039" fmla="*/ 320067 h 6858000"/>
              <a:gd name="connsiteX10040" fmla="*/ 2449735 w 12203753"/>
              <a:gd name="connsiteY10040" fmla="*/ 382595 h 6858000"/>
              <a:gd name="connsiteX10041" fmla="*/ 2427108 w 12203753"/>
              <a:gd name="connsiteY10041" fmla="*/ 421795 h 6858000"/>
              <a:gd name="connsiteX10042" fmla="*/ 2325122 w 12203753"/>
              <a:gd name="connsiteY10042" fmla="*/ 370166 h 6858000"/>
              <a:gd name="connsiteX10043" fmla="*/ 2229387 w 12203753"/>
              <a:gd name="connsiteY10043" fmla="*/ 307638 h 6858000"/>
              <a:gd name="connsiteX10044" fmla="*/ 449268 w 12203753"/>
              <a:gd name="connsiteY10044" fmla="*/ 268462 h 6858000"/>
              <a:gd name="connsiteX10045" fmla="*/ 471896 w 12203753"/>
              <a:gd name="connsiteY10045" fmla="*/ 307661 h 6858000"/>
              <a:gd name="connsiteX10046" fmla="*/ 376162 w 12203753"/>
              <a:gd name="connsiteY10046" fmla="*/ 370189 h 6858000"/>
              <a:gd name="connsiteX10047" fmla="*/ 274116 w 12203753"/>
              <a:gd name="connsiteY10047" fmla="*/ 421818 h 6858000"/>
              <a:gd name="connsiteX10048" fmla="*/ 251487 w 12203753"/>
              <a:gd name="connsiteY10048" fmla="*/ 382618 h 6858000"/>
              <a:gd name="connsiteX10049" fmla="*/ 251551 w 12203753"/>
              <a:gd name="connsiteY10049" fmla="*/ 382618 h 6858000"/>
              <a:gd name="connsiteX10050" fmla="*/ 347288 w 12203753"/>
              <a:gd name="connsiteY10050" fmla="*/ 320090 h 6858000"/>
              <a:gd name="connsiteX10051" fmla="*/ 449268 w 12203753"/>
              <a:gd name="connsiteY10051" fmla="*/ 268462 h 6858000"/>
              <a:gd name="connsiteX10052" fmla="*/ 669744 w 12203753"/>
              <a:gd name="connsiteY10052" fmla="*/ 268458 h 6858000"/>
              <a:gd name="connsiteX10053" fmla="*/ 669808 w 12203753"/>
              <a:gd name="connsiteY10053" fmla="*/ 268458 h 6858000"/>
              <a:gd name="connsiteX10054" fmla="*/ 669795 w 12203753"/>
              <a:gd name="connsiteY10054" fmla="*/ 268481 h 6858000"/>
              <a:gd name="connsiteX10055" fmla="*/ 3043144 w 12203753"/>
              <a:gd name="connsiteY10055" fmla="*/ 268453 h 6858000"/>
              <a:gd name="connsiteX10056" fmla="*/ 3051523 w 12203753"/>
              <a:gd name="connsiteY10056" fmla="*/ 272159 h 6858000"/>
              <a:gd name="connsiteX10057" fmla="*/ 3145144 w 12203753"/>
              <a:gd name="connsiteY10057" fmla="*/ 320058 h 6858000"/>
              <a:gd name="connsiteX10058" fmla="*/ 3240871 w 12203753"/>
              <a:gd name="connsiteY10058" fmla="*/ 382586 h 6858000"/>
              <a:gd name="connsiteX10059" fmla="*/ 3218243 w 12203753"/>
              <a:gd name="connsiteY10059" fmla="*/ 421786 h 6858000"/>
              <a:gd name="connsiteX10060" fmla="*/ 3116268 w 12203753"/>
              <a:gd name="connsiteY10060" fmla="*/ 370157 h 6858000"/>
              <a:gd name="connsiteX10061" fmla="*/ 3020525 w 12203753"/>
              <a:gd name="connsiteY10061" fmla="*/ 307629 h 6858000"/>
              <a:gd name="connsiteX10062" fmla="*/ 1240476 w 12203753"/>
              <a:gd name="connsiteY10062" fmla="*/ 268453 h 6858000"/>
              <a:gd name="connsiteX10063" fmla="*/ 1263103 w 12203753"/>
              <a:gd name="connsiteY10063" fmla="*/ 307652 h 6858000"/>
              <a:gd name="connsiteX10064" fmla="*/ 1167366 w 12203753"/>
              <a:gd name="connsiteY10064" fmla="*/ 370180 h 6858000"/>
              <a:gd name="connsiteX10065" fmla="*/ 1065317 w 12203753"/>
              <a:gd name="connsiteY10065" fmla="*/ 421809 h 6858000"/>
              <a:gd name="connsiteX10066" fmla="*/ 1042681 w 12203753"/>
              <a:gd name="connsiteY10066" fmla="*/ 382609 h 6858000"/>
              <a:gd name="connsiteX10067" fmla="*/ 1138427 w 12203753"/>
              <a:gd name="connsiteY10067" fmla="*/ 320081 h 6858000"/>
              <a:gd name="connsiteX10068" fmla="*/ 1240476 w 12203753"/>
              <a:gd name="connsiteY10068" fmla="*/ 268453 h 6858000"/>
              <a:gd name="connsiteX10069" fmla="*/ 1460821 w 12203753"/>
              <a:gd name="connsiteY10069" fmla="*/ 268448 h 6858000"/>
              <a:gd name="connsiteX10070" fmla="*/ 1460890 w 12203753"/>
              <a:gd name="connsiteY10070" fmla="*/ 268448 h 6858000"/>
              <a:gd name="connsiteX10071" fmla="*/ 1460873 w 12203753"/>
              <a:gd name="connsiteY10071" fmla="*/ 268471 h 6858000"/>
              <a:gd name="connsiteX10072" fmla="*/ 2031546 w 12203753"/>
              <a:gd name="connsiteY10072" fmla="*/ 268444 h 6858000"/>
              <a:gd name="connsiteX10073" fmla="*/ 2054176 w 12203753"/>
              <a:gd name="connsiteY10073" fmla="*/ 307643 h 6858000"/>
              <a:gd name="connsiteX10074" fmla="*/ 1958440 w 12203753"/>
              <a:gd name="connsiteY10074" fmla="*/ 370171 h 6858000"/>
              <a:gd name="connsiteX10075" fmla="*/ 1856390 w 12203753"/>
              <a:gd name="connsiteY10075" fmla="*/ 421800 h 6858000"/>
              <a:gd name="connsiteX10076" fmla="*/ 1833765 w 12203753"/>
              <a:gd name="connsiteY10076" fmla="*/ 382599 h 6858000"/>
              <a:gd name="connsiteX10077" fmla="*/ 1929500 w 12203753"/>
              <a:gd name="connsiteY10077" fmla="*/ 320072 h 6858000"/>
              <a:gd name="connsiteX10078" fmla="*/ 2031546 w 12203753"/>
              <a:gd name="connsiteY10078" fmla="*/ 268444 h 6858000"/>
              <a:gd name="connsiteX10079" fmla="*/ 3834266 w 12203753"/>
              <a:gd name="connsiteY10079" fmla="*/ 268443 h 6858000"/>
              <a:gd name="connsiteX10080" fmla="*/ 3842651 w 12203753"/>
              <a:gd name="connsiteY10080" fmla="*/ 272149 h 6858000"/>
              <a:gd name="connsiteX10081" fmla="*/ 3936263 w 12203753"/>
              <a:gd name="connsiteY10081" fmla="*/ 320049 h 6858000"/>
              <a:gd name="connsiteX10082" fmla="*/ 4031992 w 12203753"/>
              <a:gd name="connsiteY10082" fmla="*/ 382577 h 6858000"/>
              <a:gd name="connsiteX10083" fmla="*/ 4009366 w 12203753"/>
              <a:gd name="connsiteY10083" fmla="*/ 421777 h 6858000"/>
              <a:gd name="connsiteX10084" fmla="*/ 3907391 w 12203753"/>
              <a:gd name="connsiteY10084" fmla="*/ 370148 h 6858000"/>
              <a:gd name="connsiteX10085" fmla="*/ 3811651 w 12203753"/>
              <a:gd name="connsiteY10085" fmla="*/ 307620 h 6858000"/>
              <a:gd name="connsiteX10086" fmla="*/ 2251951 w 12203753"/>
              <a:gd name="connsiteY10086" fmla="*/ 268439 h 6858000"/>
              <a:gd name="connsiteX10087" fmla="*/ 2252012 w 12203753"/>
              <a:gd name="connsiteY10087" fmla="*/ 268439 h 6858000"/>
              <a:gd name="connsiteX10088" fmla="*/ 2252000 w 12203753"/>
              <a:gd name="connsiteY10088" fmla="*/ 268462 h 6858000"/>
              <a:gd name="connsiteX10089" fmla="*/ 2822677 w 12203753"/>
              <a:gd name="connsiteY10089" fmla="*/ 268435 h 6858000"/>
              <a:gd name="connsiteX10090" fmla="*/ 2845305 w 12203753"/>
              <a:gd name="connsiteY10090" fmla="*/ 307634 h 6858000"/>
              <a:gd name="connsiteX10091" fmla="*/ 2749571 w 12203753"/>
              <a:gd name="connsiteY10091" fmla="*/ 370161 h 6858000"/>
              <a:gd name="connsiteX10092" fmla="*/ 2647521 w 12203753"/>
              <a:gd name="connsiteY10092" fmla="*/ 421791 h 6858000"/>
              <a:gd name="connsiteX10093" fmla="*/ 2624892 w 12203753"/>
              <a:gd name="connsiteY10093" fmla="*/ 382590 h 6858000"/>
              <a:gd name="connsiteX10094" fmla="*/ 2720633 w 12203753"/>
              <a:gd name="connsiteY10094" fmla="*/ 320063 h 6858000"/>
              <a:gd name="connsiteX10095" fmla="*/ 2822677 w 12203753"/>
              <a:gd name="connsiteY10095" fmla="*/ 268435 h 6858000"/>
              <a:gd name="connsiteX10096" fmla="*/ 4625259 w 12203753"/>
              <a:gd name="connsiteY10096" fmla="*/ 268434 h 6858000"/>
              <a:gd name="connsiteX10097" fmla="*/ 4633642 w 12203753"/>
              <a:gd name="connsiteY10097" fmla="*/ 272140 h 6858000"/>
              <a:gd name="connsiteX10098" fmla="*/ 4727254 w 12203753"/>
              <a:gd name="connsiteY10098" fmla="*/ 320040 h 6858000"/>
              <a:gd name="connsiteX10099" fmla="*/ 4822988 w 12203753"/>
              <a:gd name="connsiteY10099" fmla="*/ 382568 h 6858000"/>
              <a:gd name="connsiteX10100" fmla="*/ 4800366 w 12203753"/>
              <a:gd name="connsiteY10100" fmla="*/ 421768 h 6858000"/>
              <a:gd name="connsiteX10101" fmla="*/ 4698380 w 12203753"/>
              <a:gd name="connsiteY10101" fmla="*/ 370139 h 6858000"/>
              <a:gd name="connsiteX10102" fmla="*/ 4602649 w 12203753"/>
              <a:gd name="connsiteY10102" fmla="*/ 307611 h 6858000"/>
              <a:gd name="connsiteX10103" fmla="*/ 3043094 w 12203753"/>
              <a:gd name="connsiteY10103" fmla="*/ 268430 h 6858000"/>
              <a:gd name="connsiteX10104" fmla="*/ 3043156 w 12203753"/>
              <a:gd name="connsiteY10104" fmla="*/ 268430 h 6858000"/>
              <a:gd name="connsiteX10105" fmla="*/ 3043144 w 12203753"/>
              <a:gd name="connsiteY10105" fmla="*/ 268453 h 6858000"/>
              <a:gd name="connsiteX10106" fmla="*/ 5416402 w 12203753"/>
              <a:gd name="connsiteY10106" fmla="*/ 268425 h 6858000"/>
              <a:gd name="connsiteX10107" fmla="*/ 5424781 w 12203753"/>
              <a:gd name="connsiteY10107" fmla="*/ 272131 h 6858000"/>
              <a:gd name="connsiteX10108" fmla="*/ 5518395 w 12203753"/>
              <a:gd name="connsiteY10108" fmla="*/ 320030 h 6858000"/>
              <a:gd name="connsiteX10109" fmla="*/ 5614131 w 12203753"/>
              <a:gd name="connsiteY10109" fmla="*/ 382559 h 6858000"/>
              <a:gd name="connsiteX10110" fmla="*/ 5591504 w 12203753"/>
              <a:gd name="connsiteY10110" fmla="*/ 421759 h 6858000"/>
              <a:gd name="connsiteX10111" fmla="*/ 5489521 w 12203753"/>
              <a:gd name="connsiteY10111" fmla="*/ 370130 h 6858000"/>
              <a:gd name="connsiteX10112" fmla="*/ 5393787 w 12203753"/>
              <a:gd name="connsiteY10112" fmla="*/ 307601 h 6858000"/>
              <a:gd name="connsiteX10113" fmla="*/ 3613742 w 12203753"/>
              <a:gd name="connsiteY10113" fmla="*/ 268425 h 6858000"/>
              <a:gd name="connsiteX10114" fmla="*/ 3636372 w 12203753"/>
              <a:gd name="connsiteY10114" fmla="*/ 307624 h 6858000"/>
              <a:gd name="connsiteX10115" fmla="*/ 3540639 w 12203753"/>
              <a:gd name="connsiteY10115" fmla="*/ 370152 h 6858000"/>
              <a:gd name="connsiteX10116" fmla="*/ 3438588 w 12203753"/>
              <a:gd name="connsiteY10116" fmla="*/ 421782 h 6858000"/>
              <a:gd name="connsiteX10117" fmla="*/ 3415959 w 12203753"/>
              <a:gd name="connsiteY10117" fmla="*/ 382581 h 6858000"/>
              <a:gd name="connsiteX10118" fmla="*/ 3416027 w 12203753"/>
              <a:gd name="connsiteY10118" fmla="*/ 382581 h 6858000"/>
              <a:gd name="connsiteX10119" fmla="*/ 3511767 w 12203753"/>
              <a:gd name="connsiteY10119" fmla="*/ 320053 h 6858000"/>
              <a:gd name="connsiteX10120" fmla="*/ 3613742 w 12203753"/>
              <a:gd name="connsiteY10120" fmla="*/ 268425 h 6858000"/>
              <a:gd name="connsiteX10121" fmla="*/ 3834218 w 12203753"/>
              <a:gd name="connsiteY10121" fmla="*/ 268421 h 6858000"/>
              <a:gd name="connsiteX10122" fmla="*/ 3834279 w 12203753"/>
              <a:gd name="connsiteY10122" fmla="*/ 268421 h 6858000"/>
              <a:gd name="connsiteX10123" fmla="*/ 3834266 w 12203753"/>
              <a:gd name="connsiteY10123" fmla="*/ 268443 h 6858000"/>
              <a:gd name="connsiteX10124" fmla="*/ 4404792 w 12203753"/>
              <a:gd name="connsiteY10124" fmla="*/ 268416 h 6858000"/>
              <a:gd name="connsiteX10125" fmla="*/ 4427424 w 12203753"/>
              <a:gd name="connsiteY10125" fmla="*/ 307615 h 6858000"/>
              <a:gd name="connsiteX10126" fmla="*/ 4331686 w 12203753"/>
              <a:gd name="connsiteY10126" fmla="*/ 370143 h 6858000"/>
              <a:gd name="connsiteX10127" fmla="*/ 4229635 w 12203753"/>
              <a:gd name="connsiteY10127" fmla="*/ 421773 h 6858000"/>
              <a:gd name="connsiteX10128" fmla="*/ 4207009 w 12203753"/>
              <a:gd name="connsiteY10128" fmla="*/ 382572 h 6858000"/>
              <a:gd name="connsiteX10129" fmla="*/ 4207074 w 12203753"/>
              <a:gd name="connsiteY10129" fmla="*/ 382572 h 6858000"/>
              <a:gd name="connsiteX10130" fmla="*/ 4302809 w 12203753"/>
              <a:gd name="connsiteY10130" fmla="*/ 320044 h 6858000"/>
              <a:gd name="connsiteX10131" fmla="*/ 4404792 w 12203753"/>
              <a:gd name="connsiteY10131" fmla="*/ 268416 h 6858000"/>
              <a:gd name="connsiteX10132" fmla="*/ 4625211 w 12203753"/>
              <a:gd name="connsiteY10132" fmla="*/ 268411 h 6858000"/>
              <a:gd name="connsiteX10133" fmla="*/ 4625271 w 12203753"/>
              <a:gd name="connsiteY10133" fmla="*/ 268411 h 6858000"/>
              <a:gd name="connsiteX10134" fmla="*/ 4625259 w 12203753"/>
              <a:gd name="connsiteY10134" fmla="*/ 268434 h 6858000"/>
              <a:gd name="connsiteX10135" fmla="*/ 5195941 w 12203753"/>
              <a:gd name="connsiteY10135" fmla="*/ 268407 h 6858000"/>
              <a:gd name="connsiteX10136" fmla="*/ 5218566 w 12203753"/>
              <a:gd name="connsiteY10136" fmla="*/ 307606 h 6858000"/>
              <a:gd name="connsiteX10137" fmla="*/ 5122827 w 12203753"/>
              <a:gd name="connsiteY10137" fmla="*/ 370134 h 6858000"/>
              <a:gd name="connsiteX10138" fmla="*/ 5020783 w 12203753"/>
              <a:gd name="connsiteY10138" fmla="*/ 421764 h 6858000"/>
              <a:gd name="connsiteX10139" fmla="*/ 4998155 w 12203753"/>
              <a:gd name="connsiteY10139" fmla="*/ 382563 h 6858000"/>
              <a:gd name="connsiteX10140" fmla="*/ 4998215 w 12203753"/>
              <a:gd name="connsiteY10140" fmla="*/ 382563 h 6858000"/>
              <a:gd name="connsiteX10141" fmla="*/ 5093953 w 12203753"/>
              <a:gd name="connsiteY10141" fmla="*/ 320035 h 6858000"/>
              <a:gd name="connsiteX10142" fmla="*/ 5195941 w 12203753"/>
              <a:gd name="connsiteY10142" fmla="*/ 268407 h 6858000"/>
              <a:gd name="connsiteX10143" fmla="*/ 5416352 w 12203753"/>
              <a:gd name="connsiteY10143" fmla="*/ 268402 h 6858000"/>
              <a:gd name="connsiteX10144" fmla="*/ 5416414 w 12203753"/>
              <a:gd name="connsiteY10144" fmla="*/ 268402 h 6858000"/>
              <a:gd name="connsiteX10145" fmla="*/ 5416402 w 12203753"/>
              <a:gd name="connsiteY10145" fmla="*/ 268425 h 6858000"/>
              <a:gd name="connsiteX10146" fmla="*/ 5987007 w 12203753"/>
              <a:gd name="connsiteY10146" fmla="*/ 268398 h 6858000"/>
              <a:gd name="connsiteX10147" fmla="*/ 6009633 w 12203753"/>
              <a:gd name="connsiteY10147" fmla="*/ 307597 h 6858000"/>
              <a:gd name="connsiteX10148" fmla="*/ 5913898 w 12203753"/>
              <a:gd name="connsiteY10148" fmla="*/ 370125 h 6858000"/>
              <a:gd name="connsiteX10149" fmla="*/ 5811850 w 12203753"/>
              <a:gd name="connsiteY10149" fmla="*/ 421755 h 6858000"/>
              <a:gd name="connsiteX10150" fmla="*/ 5789224 w 12203753"/>
              <a:gd name="connsiteY10150" fmla="*/ 382554 h 6858000"/>
              <a:gd name="connsiteX10151" fmla="*/ 5789287 w 12203753"/>
              <a:gd name="connsiteY10151" fmla="*/ 382554 h 6858000"/>
              <a:gd name="connsiteX10152" fmla="*/ 5885024 w 12203753"/>
              <a:gd name="connsiteY10152" fmla="*/ 320026 h 6858000"/>
              <a:gd name="connsiteX10153" fmla="*/ 5987007 w 12203753"/>
              <a:gd name="connsiteY10153" fmla="*/ 268398 h 6858000"/>
              <a:gd name="connsiteX10154" fmla="*/ 6207480 w 12203753"/>
              <a:gd name="connsiteY10154" fmla="*/ 268393 h 6858000"/>
              <a:gd name="connsiteX10155" fmla="*/ 6309528 w 12203753"/>
              <a:gd name="connsiteY10155" fmla="*/ 320021 h 6858000"/>
              <a:gd name="connsiteX10156" fmla="*/ 6405201 w 12203753"/>
              <a:gd name="connsiteY10156" fmla="*/ 382550 h 6858000"/>
              <a:gd name="connsiteX10157" fmla="*/ 6382638 w 12203753"/>
              <a:gd name="connsiteY10157" fmla="*/ 421750 h 6858000"/>
              <a:gd name="connsiteX10158" fmla="*/ 6280590 w 12203753"/>
              <a:gd name="connsiteY10158" fmla="*/ 370121 h 6858000"/>
              <a:gd name="connsiteX10159" fmla="*/ 6184852 w 12203753"/>
              <a:gd name="connsiteY10159" fmla="*/ 307592 h 6858000"/>
              <a:gd name="connsiteX10160" fmla="*/ 6778210 w 12203753"/>
              <a:gd name="connsiteY10160" fmla="*/ 268388 h 6858000"/>
              <a:gd name="connsiteX10161" fmla="*/ 6800772 w 12203753"/>
              <a:gd name="connsiteY10161" fmla="*/ 307588 h 6858000"/>
              <a:gd name="connsiteX10162" fmla="*/ 6705035 w 12203753"/>
              <a:gd name="connsiteY10162" fmla="*/ 370116 h 6858000"/>
              <a:gd name="connsiteX10163" fmla="*/ 6603052 w 12203753"/>
              <a:gd name="connsiteY10163" fmla="*/ 421746 h 6858000"/>
              <a:gd name="connsiteX10164" fmla="*/ 6580424 w 12203753"/>
              <a:gd name="connsiteY10164" fmla="*/ 382545 h 6858000"/>
              <a:gd name="connsiteX10165" fmla="*/ 6676161 w 12203753"/>
              <a:gd name="connsiteY10165" fmla="*/ 320017 h 6858000"/>
              <a:gd name="connsiteX10166" fmla="*/ 6778210 w 12203753"/>
              <a:gd name="connsiteY10166" fmla="*/ 268388 h 6858000"/>
              <a:gd name="connsiteX10167" fmla="*/ 6998558 w 12203753"/>
              <a:gd name="connsiteY10167" fmla="*/ 268384 h 6858000"/>
              <a:gd name="connsiteX10168" fmla="*/ 7100606 w 12203753"/>
              <a:gd name="connsiteY10168" fmla="*/ 320012 h 6858000"/>
              <a:gd name="connsiteX10169" fmla="*/ 7196344 w 12203753"/>
              <a:gd name="connsiteY10169" fmla="*/ 382540 h 6858000"/>
              <a:gd name="connsiteX10170" fmla="*/ 7173716 w 12203753"/>
              <a:gd name="connsiteY10170" fmla="*/ 421741 h 6858000"/>
              <a:gd name="connsiteX10171" fmla="*/ 7071731 w 12203753"/>
              <a:gd name="connsiteY10171" fmla="*/ 370111 h 6858000"/>
              <a:gd name="connsiteX10172" fmla="*/ 6975995 w 12203753"/>
              <a:gd name="connsiteY10172" fmla="*/ 307583 h 6858000"/>
              <a:gd name="connsiteX10173" fmla="*/ 7569286 w 12203753"/>
              <a:gd name="connsiteY10173" fmla="*/ 268379 h 6858000"/>
              <a:gd name="connsiteX10174" fmla="*/ 7591913 w 12203753"/>
              <a:gd name="connsiteY10174" fmla="*/ 307579 h 6858000"/>
              <a:gd name="connsiteX10175" fmla="*/ 7496176 w 12203753"/>
              <a:gd name="connsiteY10175" fmla="*/ 370107 h 6858000"/>
              <a:gd name="connsiteX10176" fmla="*/ 7394128 w 12203753"/>
              <a:gd name="connsiteY10176" fmla="*/ 421737 h 6858000"/>
              <a:gd name="connsiteX10177" fmla="*/ 7371564 w 12203753"/>
              <a:gd name="connsiteY10177" fmla="*/ 382536 h 6858000"/>
              <a:gd name="connsiteX10178" fmla="*/ 7467302 w 12203753"/>
              <a:gd name="connsiteY10178" fmla="*/ 320008 h 6858000"/>
              <a:gd name="connsiteX10179" fmla="*/ 7569286 w 12203753"/>
              <a:gd name="connsiteY10179" fmla="*/ 268379 h 6858000"/>
              <a:gd name="connsiteX10180" fmla="*/ 7789699 w 12203753"/>
              <a:gd name="connsiteY10180" fmla="*/ 268374 h 6858000"/>
              <a:gd name="connsiteX10181" fmla="*/ 7891747 w 12203753"/>
              <a:gd name="connsiteY10181" fmla="*/ 320003 h 6858000"/>
              <a:gd name="connsiteX10182" fmla="*/ 7987485 w 12203753"/>
              <a:gd name="connsiteY10182" fmla="*/ 382531 h 6858000"/>
              <a:gd name="connsiteX10183" fmla="*/ 7964857 w 12203753"/>
              <a:gd name="connsiteY10183" fmla="*/ 421732 h 6858000"/>
              <a:gd name="connsiteX10184" fmla="*/ 7862873 w 12203753"/>
              <a:gd name="connsiteY10184" fmla="*/ 370102 h 6858000"/>
              <a:gd name="connsiteX10185" fmla="*/ 7767072 w 12203753"/>
              <a:gd name="connsiteY10185" fmla="*/ 307574 h 6858000"/>
              <a:gd name="connsiteX10186" fmla="*/ 8360428 w 12203753"/>
              <a:gd name="connsiteY10186" fmla="*/ 268370 h 6858000"/>
              <a:gd name="connsiteX10187" fmla="*/ 8383056 w 12203753"/>
              <a:gd name="connsiteY10187" fmla="*/ 307569 h 6858000"/>
              <a:gd name="connsiteX10188" fmla="*/ 8287318 w 12203753"/>
              <a:gd name="connsiteY10188" fmla="*/ 370098 h 6858000"/>
              <a:gd name="connsiteX10189" fmla="*/ 8185270 w 12203753"/>
              <a:gd name="connsiteY10189" fmla="*/ 421728 h 6858000"/>
              <a:gd name="connsiteX10190" fmla="*/ 8162642 w 12203753"/>
              <a:gd name="connsiteY10190" fmla="*/ 382527 h 6858000"/>
              <a:gd name="connsiteX10191" fmla="*/ 8258380 w 12203753"/>
              <a:gd name="connsiteY10191" fmla="*/ 319998 h 6858000"/>
              <a:gd name="connsiteX10192" fmla="*/ 8360428 w 12203753"/>
              <a:gd name="connsiteY10192" fmla="*/ 268370 h 6858000"/>
              <a:gd name="connsiteX10193" fmla="*/ 8580840 w 12203753"/>
              <a:gd name="connsiteY10193" fmla="*/ 268365 h 6858000"/>
              <a:gd name="connsiteX10194" fmla="*/ 8682888 w 12203753"/>
              <a:gd name="connsiteY10194" fmla="*/ 319994 h 6858000"/>
              <a:gd name="connsiteX10195" fmla="*/ 8778626 w 12203753"/>
              <a:gd name="connsiteY10195" fmla="*/ 382522 h 6858000"/>
              <a:gd name="connsiteX10196" fmla="*/ 8755998 w 12203753"/>
              <a:gd name="connsiteY10196" fmla="*/ 421723 h 6858000"/>
              <a:gd name="connsiteX10197" fmla="*/ 8654014 w 12203753"/>
              <a:gd name="connsiteY10197" fmla="*/ 370093 h 6858000"/>
              <a:gd name="connsiteX10198" fmla="*/ 8558213 w 12203753"/>
              <a:gd name="connsiteY10198" fmla="*/ 307565 h 6858000"/>
              <a:gd name="connsiteX10199" fmla="*/ 9151570 w 12203753"/>
              <a:gd name="connsiteY10199" fmla="*/ 268361 h 6858000"/>
              <a:gd name="connsiteX10200" fmla="*/ 9174198 w 12203753"/>
              <a:gd name="connsiteY10200" fmla="*/ 307560 h 6858000"/>
              <a:gd name="connsiteX10201" fmla="*/ 9078460 w 12203753"/>
              <a:gd name="connsiteY10201" fmla="*/ 370089 h 6858000"/>
              <a:gd name="connsiteX10202" fmla="*/ 8976412 w 12203753"/>
              <a:gd name="connsiteY10202" fmla="*/ 421719 h 6858000"/>
              <a:gd name="connsiteX10203" fmla="*/ 8953784 w 12203753"/>
              <a:gd name="connsiteY10203" fmla="*/ 382518 h 6858000"/>
              <a:gd name="connsiteX10204" fmla="*/ 9049522 w 12203753"/>
              <a:gd name="connsiteY10204" fmla="*/ 319989 h 6858000"/>
              <a:gd name="connsiteX10205" fmla="*/ 9151570 w 12203753"/>
              <a:gd name="connsiteY10205" fmla="*/ 268361 h 6858000"/>
              <a:gd name="connsiteX10206" fmla="*/ 9371982 w 12203753"/>
              <a:gd name="connsiteY10206" fmla="*/ 268356 h 6858000"/>
              <a:gd name="connsiteX10207" fmla="*/ 9474030 w 12203753"/>
              <a:gd name="connsiteY10207" fmla="*/ 319985 h 6858000"/>
              <a:gd name="connsiteX10208" fmla="*/ 9569704 w 12203753"/>
              <a:gd name="connsiteY10208" fmla="*/ 382513 h 6858000"/>
              <a:gd name="connsiteX10209" fmla="*/ 9547140 w 12203753"/>
              <a:gd name="connsiteY10209" fmla="*/ 421714 h 6858000"/>
              <a:gd name="connsiteX10210" fmla="*/ 9445093 w 12203753"/>
              <a:gd name="connsiteY10210" fmla="*/ 370084 h 6858000"/>
              <a:gd name="connsiteX10211" fmla="*/ 9349355 w 12203753"/>
              <a:gd name="connsiteY10211" fmla="*/ 307556 h 6858000"/>
              <a:gd name="connsiteX10212" fmla="*/ 9942711 w 12203753"/>
              <a:gd name="connsiteY10212" fmla="*/ 268351 h 6858000"/>
              <a:gd name="connsiteX10213" fmla="*/ 9965275 w 12203753"/>
              <a:gd name="connsiteY10213" fmla="*/ 307551 h 6858000"/>
              <a:gd name="connsiteX10214" fmla="*/ 9869601 w 12203753"/>
              <a:gd name="connsiteY10214" fmla="*/ 370080 h 6858000"/>
              <a:gd name="connsiteX10215" fmla="*/ 9767553 w 12203753"/>
              <a:gd name="connsiteY10215" fmla="*/ 421710 h 6858000"/>
              <a:gd name="connsiteX10216" fmla="*/ 9744925 w 12203753"/>
              <a:gd name="connsiteY10216" fmla="*/ 382509 h 6858000"/>
              <a:gd name="connsiteX10217" fmla="*/ 9840663 w 12203753"/>
              <a:gd name="connsiteY10217" fmla="*/ 319980 h 6858000"/>
              <a:gd name="connsiteX10218" fmla="*/ 9942711 w 12203753"/>
              <a:gd name="connsiteY10218" fmla="*/ 268351 h 6858000"/>
              <a:gd name="connsiteX10219" fmla="*/ 10163059 w 12203753"/>
              <a:gd name="connsiteY10219" fmla="*/ 268347 h 6858000"/>
              <a:gd name="connsiteX10220" fmla="*/ 10265107 w 12203753"/>
              <a:gd name="connsiteY10220" fmla="*/ 319975 h 6858000"/>
              <a:gd name="connsiteX10221" fmla="*/ 10360845 w 12203753"/>
              <a:gd name="connsiteY10221" fmla="*/ 382504 h 6858000"/>
              <a:gd name="connsiteX10222" fmla="*/ 10338218 w 12203753"/>
              <a:gd name="connsiteY10222" fmla="*/ 421705 h 6858000"/>
              <a:gd name="connsiteX10223" fmla="*/ 10236234 w 12203753"/>
              <a:gd name="connsiteY10223" fmla="*/ 370075 h 6858000"/>
              <a:gd name="connsiteX10224" fmla="*/ 10140496 w 12203753"/>
              <a:gd name="connsiteY10224" fmla="*/ 307546 h 6858000"/>
              <a:gd name="connsiteX10225" fmla="*/ 10733788 w 12203753"/>
              <a:gd name="connsiteY10225" fmla="*/ 268342 h 6858000"/>
              <a:gd name="connsiteX10226" fmla="*/ 10756416 w 12203753"/>
              <a:gd name="connsiteY10226" fmla="*/ 307542 h 6858000"/>
              <a:gd name="connsiteX10227" fmla="*/ 10660678 w 12203753"/>
              <a:gd name="connsiteY10227" fmla="*/ 370071 h 6858000"/>
              <a:gd name="connsiteX10228" fmla="*/ 10558630 w 12203753"/>
              <a:gd name="connsiteY10228" fmla="*/ 421701 h 6858000"/>
              <a:gd name="connsiteX10229" fmla="*/ 10536066 w 12203753"/>
              <a:gd name="connsiteY10229" fmla="*/ 382500 h 6858000"/>
              <a:gd name="connsiteX10230" fmla="*/ 10631804 w 12203753"/>
              <a:gd name="connsiteY10230" fmla="*/ 319971 h 6858000"/>
              <a:gd name="connsiteX10231" fmla="*/ 10733788 w 12203753"/>
              <a:gd name="connsiteY10231" fmla="*/ 268342 h 6858000"/>
              <a:gd name="connsiteX10232" fmla="*/ 10954201 w 12203753"/>
              <a:gd name="connsiteY10232" fmla="*/ 268337 h 6858000"/>
              <a:gd name="connsiteX10233" fmla="*/ 11056249 w 12203753"/>
              <a:gd name="connsiteY10233" fmla="*/ 319966 h 6858000"/>
              <a:gd name="connsiteX10234" fmla="*/ 11151987 w 12203753"/>
              <a:gd name="connsiteY10234" fmla="*/ 382495 h 6858000"/>
              <a:gd name="connsiteX10235" fmla="*/ 11129360 w 12203753"/>
              <a:gd name="connsiteY10235" fmla="*/ 421696 h 6858000"/>
              <a:gd name="connsiteX10236" fmla="*/ 11027376 w 12203753"/>
              <a:gd name="connsiteY10236" fmla="*/ 370066 h 6858000"/>
              <a:gd name="connsiteX10237" fmla="*/ 10931638 w 12203753"/>
              <a:gd name="connsiteY10237" fmla="*/ 307537 h 6858000"/>
              <a:gd name="connsiteX10238" fmla="*/ 11524930 w 12203753"/>
              <a:gd name="connsiteY10238" fmla="*/ 268333 h 6858000"/>
              <a:gd name="connsiteX10239" fmla="*/ 11547558 w 12203753"/>
              <a:gd name="connsiteY10239" fmla="*/ 307533 h 6858000"/>
              <a:gd name="connsiteX10240" fmla="*/ 11451820 w 12203753"/>
              <a:gd name="connsiteY10240" fmla="*/ 370062 h 6858000"/>
              <a:gd name="connsiteX10241" fmla="*/ 11349772 w 12203753"/>
              <a:gd name="connsiteY10241" fmla="*/ 421691 h 6858000"/>
              <a:gd name="connsiteX10242" fmla="*/ 11327208 w 12203753"/>
              <a:gd name="connsiteY10242" fmla="*/ 382491 h 6858000"/>
              <a:gd name="connsiteX10243" fmla="*/ 11422946 w 12203753"/>
              <a:gd name="connsiteY10243" fmla="*/ 319962 h 6858000"/>
              <a:gd name="connsiteX10244" fmla="*/ 11524930 w 12203753"/>
              <a:gd name="connsiteY10244" fmla="*/ 268333 h 6858000"/>
              <a:gd name="connsiteX10245" fmla="*/ 11745343 w 12203753"/>
              <a:gd name="connsiteY10245" fmla="*/ 268328 h 6858000"/>
              <a:gd name="connsiteX10246" fmla="*/ 11847390 w 12203753"/>
              <a:gd name="connsiteY10246" fmla="*/ 319957 h 6858000"/>
              <a:gd name="connsiteX10247" fmla="*/ 11943128 w 12203753"/>
              <a:gd name="connsiteY10247" fmla="*/ 382486 h 6858000"/>
              <a:gd name="connsiteX10248" fmla="*/ 11920501 w 12203753"/>
              <a:gd name="connsiteY10248" fmla="*/ 421687 h 6858000"/>
              <a:gd name="connsiteX10249" fmla="*/ 11818516 w 12203753"/>
              <a:gd name="connsiteY10249" fmla="*/ 370057 h 6858000"/>
              <a:gd name="connsiteX10250" fmla="*/ 11722715 w 12203753"/>
              <a:gd name="connsiteY10250" fmla="*/ 307528 h 6858000"/>
              <a:gd name="connsiteX10251" fmla="*/ 141282 w 12203753"/>
              <a:gd name="connsiteY10251" fmla="*/ 116767 h 6858000"/>
              <a:gd name="connsiteX10252" fmla="*/ 186536 w 12203753"/>
              <a:gd name="connsiteY10252" fmla="*/ 116767 h 6858000"/>
              <a:gd name="connsiteX10253" fmla="*/ 192846 w 12203753"/>
              <a:gd name="connsiteY10253" fmla="*/ 230987 h 6858000"/>
              <a:gd name="connsiteX10254" fmla="*/ 186536 w 12203753"/>
              <a:gd name="connsiteY10254" fmla="*/ 345144 h 6858000"/>
              <a:gd name="connsiteX10255" fmla="*/ 141282 w 12203753"/>
              <a:gd name="connsiteY10255" fmla="*/ 345144 h 6858000"/>
              <a:gd name="connsiteX10256" fmla="*/ 135035 w 12203753"/>
              <a:gd name="connsiteY10256" fmla="*/ 230987 h 6858000"/>
              <a:gd name="connsiteX10257" fmla="*/ 141282 w 12203753"/>
              <a:gd name="connsiteY10257" fmla="*/ 116767 h 6858000"/>
              <a:gd name="connsiteX10258" fmla="*/ 932414 w 12203753"/>
              <a:gd name="connsiteY10258" fmla="*/ 116760 h 6858000"/>
              <a:gd name="connsiteX10259" fmla="*/ 977669 w 12203753"/>
              <a:gd name="connsiteY10259" fmla="*/ 116760 h 6858000"/>
              <a:gd name="connsiteX10260" fmla="*/ 983979 w 12203753"/>
              <a:gd name="connsiteY10260" fmla="*/ 230979 h 6858000"/>
              <a:gd name="connsiteX10261" fmla="*/ 977669 w 12203753"/>
              <a:gd name="connsiteY10261" fmla="*/ 345136 h 6858000"/>
              <a:gd name="connsiteX10262" fmla="*/ 932414 w 12203753"/>
              <a:gd name="connsiteY10262" fmla="*/ 345136 h 6858000"/>
              <a:gd name="connsiteX10263" fmla="*/ 926104 w 12203753"/>
              <a:gd name="connsiteY10263" fmla="*/ 230979 h 6858000"/>
              <a:gd name="connsiteX10264" fmla="*/ 932414 w 12203753"/>
              <a:gd name="connsiteY10264" fmla="*/ 116760 h 6858000"/>
              <a:gd name="connsiteX10265" fmla="*/ 1723556 w 12203753"/>
              <a:gd name="connsiteY10265" fmla="*/ 116750 h 6858000"/>
              <a:gd name="connsiteX10266" fmla="*/ 1768814 w 12203753"/>
              <a:gd name="connsiteY10266" fmla="*/ 116750 h 6858000"/>
              <a:gd name="connsiteX10267" fmla="*/ 1775125 w 12203753"/>
              <a:gd name="connsiteY10267" fmla="*/ 230970 h 6858000"/>
              <a:gd name="connsiteX10268" fmla="*/ 1768814 w 12203753"/>
              <a:gd name="connsiteY10268" fmla="*/ 345127 h 6858000"/>
              <a:gd name="connsiteX10269" fmla="*/ 1723556 w 12203753"/>
              <a:gd name="connsiteY10269" fmla="*/ 345127 h 6858000"/>
              <a:gd name="connsiteX10270" fmla="*/ 1717247 w 12203753"/>
              <a:gd name="connsiteY10270" fmla="*/ 230970 h 6858000"/>
              <a:gd name="connsiteX10271" fmla="*/ 1723556 w 12203753"/>
              <a:gd name="connsiteY10271" fmla="*/ 116750 h 6858000"/>
              <a:gd name="connsiteX10272" fmla="*/ 2514689 w 12203753"/>
              <a:gd name="connsiteY10272" fmla="*/ 116741 h 6858000"/>
              <a:gd name="connsiteX10273" fmla="*/ 2559944 w 12203753"/>
              <a:gd name="connsiteY10273" fmla="*/ 116741 h 6858000"/>
              <a:gd name="connsiteX10274" fmla="*/ 2566255 w 12203753"/>
              <a:gd name="connsiteY10274" fmla="*/ 230961 h 6858000"/>
              <a:gd name="connsiteX10275" fmla="*/ 2559944 w 12203753"/>
              <a:gd name="connsiteY10275" fmla="*/ 345118 h 6858000"/>
              <a:gd name="connsiteX10276" fmla="*/ 2514689 w 12203753"/>
              <a:gd name="connsiteY10276" fmla="*/ 345118 h 6858000"/>
              <a:gd name="connsiteX10277" fmla="*/ 2508444 w 12203753"/>
              <a:gd name="connsiteY10277" fmla="*/ 230961 h 6858000"/>
              <a:gd name="connsiteX10278" fmla="*/ 2514689 w 12203753"/>
              <a:gd name="connsiteY10278" fmla="*/ 116741 h 6858000"/>
              <a:gd name="connsiteX10279" fmla="*/ 3305754 w 12203753"/>
              <a:gd name="connsiteY10279" fmla="*/ 116731 h 6858000"/>
              <a:gd name="connsiteX10280" fmla="*/ 3351014 w 12203753"/>
              <a:gd name="connsiteY10280" fmla="*/ 116731 h 6858000"/>
              <a:gd name="connsiteX10281" fmla="*/ 3357323 w 12203753"/>
              <a:gd name="connsiteY10281" fmla="*/ 230952 h 6858000"/>
              <a:gd name="connsiteX10282" fmla="*/ 3351014 w 12203753"/>
              <a:gd name="connsiteY10282" fmla="*/ 345109 h 6858000"/>
              <a:gd name="connsiteX10283" fmla="*/ 3305754 w 12203753"/>
              <a:gd name="connsiteY10283" fmla="*/ 345109 h 6858000"/>
              <a:gd name="connsiteX10284" fmla="*/ 3299510 w 12203753"/>
              <a:gd name="connsiteY10284" fmla="*/ 230952 h 6858000"/>
              <a:gd name="connsiteX10285" fmla="*/ 3305754 w 12203753"/>
              <a:gd name="connsiteY10285" fmla="*/ 116731 h 6858000"/>
              <a:gd name="connsiteX10286" fmla="*/ 4096880 w 12203753"/>
              <a:gd name="connsiteY10286" fmla="*/ 116722 h 6858000"/>
              <a:gd name="connsiteX10287" fmla="*/ 4142136 w 12203753"/>
              <a:gd name="connsiteY10287" fmla="*/ 116722 h 6858000"/>
              <a:gd name="connsiteX10288" fmla="*/ 4148446 w 12203753"/>
              <a:gd name="connsiteY10288" fmla="*/ 230942 h 6858000"/>
              <a:gd name="connsiteX10289" fmla="*/ 4142136 w 12203753"/>
              <a:gd name="connsiteY10289" fmla="*/ 345099 h 6858000"/>
              <a:gd name="connsiteX10290" fmla="*/ 4096880 w 12203753"/>
              <a:gd name="connsiteY10290" fmla="*/ 345099 h 6858000"/>
              <a:gd name="connsiteX10291" fmla="*/ 4090633 w 12203753"/>
              <a:gd name="connsiteY10291" fmla="*/ 230942 h 6858000"/>
              <a:gd name="connsiteX10292" fmla="*/ 4096880 w 12203753"/>
              <a:gd name="connsiteY10292" fmla="*/ 116722 h 6858000"/>
              <a:gd name="connsiteX10293" fmla="*/ 4887944 w 12203753"/>
              <a:gd name="connsiteY10293" fmla="*/ 116712 h 6858000"/>
              <a:gd name="connsiteX10294" fmla="*/ 4933198 w 12203753"/>
              <a:gd name="connsiteY10294" fmla="*/ 116712 h 6858000"/>
              <a:gd name="connsiteX10295" fmla="*/ 4939507 w 12203753"/>
              <a:gd name="connsiteY10295" fmla="*/ 230933 h 6858000"/>
              <a:gd name="connsiteX10296" fmla="*/ 4933198 w 12203753"/>
              <a:gd name="connsiteY10296" fmla="*/ 345090 h 6858000"/>
              <a:gd name="connsiteX10297" fmla="*/ 4887944 w 12203753"/>
              <a:gd name="connsiteY10297" fmla="*/ 345090 h 6858000"/>
              <a:gd name="connsiteX10298" fmla="*/ 4881696 w 12203753"/>
              <a:gd name="connsiteY10298" fmla="*/ 230933 h 6858000"/>
              <a:gd name="connsiteX10299" fmla="*/ 4887944 w 12203753"/>
              <a:gd name="connsiteY10299" fmla="*/ 116712 h 6858000"/>
              <a:gd name="connsiteX10300" fmla="*/ 5679084 w 12203753"/>
              <a:gd name="connsiteY10300" fmla="*/ 116703 h 6858000"/>
              <a:gd name="connsiteX10301" fmla="*/ 5724338 w 12203753"/>
              <a:gd name="connsiteY10301" fmla="*/ 116703 h 6858000"/>
              <a:gd name="connsiteX10302" fmla="*/ 5730645 w 12203753"/>
              <a:gd name="connsiteY10302" fmla="*/ 230924 h 6858000"/>
              <a:gd name="connsiteX10303" fmla="*/ 5724338 w 12203753"/>
              <a:gd name="connsiteY10303" fmla="*/ 345081 h 6858000"/>
              <a:gd name="connsiteX10304" fmla="*/ 5679084 w 12203753"/>
              <a:gd name="connsiteY10304" fmla="*/ 345081 h 6858000"/>
              <a:gd name="connsiteX10305" fmla="*/ 5672835 w 12203753"/>
              <a:gd name="connsiteY10305" fmla="*/ 230924 h 6858000"/>
              <a:gd name="connsiteX10306" fmla="*/ 5679084 w 12203753"/>
              <a:gd name="connsiteY10306" fmla="*/ 116703 h 6858000"/>
              <a:gd name="connsiteX10307" fmla="*/ 6470217 w 12203753"/>
              <a:gd name="connsiteY10307" fmla="*/ 116694 h 6858000"/>
              <a:gd name="connsiteX10308" fmla="*/ 6515408 w 12203753"/>
              <a:gd name="connsiteY10308" fmla="*/ 116694 h 6858000"/>
              <a:gd name="connsiteX10309" fmla="*/ 6521719 w 12203753"/>
              <a:gd name="connsiteY10309" fmla="*/ 230914 h 6858000"/>
              <a:gd name="connsiteX10310" fmla="*/ 6515408 w 12203753"/>
              <a:gd name="connsiteY10310" fmla="*/ 345072 h 6858000"/>
              <a:gd name="connsiteX10311" fmla="*/ 6470217 w 12203753"/>
              <a:gd name="connsiteY10311" fmla="*/ 345072 h 6858000"/>
              <a:gd name="connsiteX10312" fmla="*/ 6463906 w 12203753"/>
              <a:gd name="connsiteY10312" fmla="*/ 230914 h 6858000"/>
              <a:gd name="connsiteX10313" fmla="*/ 6470217 w 12203753"/>
              <a:gd name="connsiteY10313" fmla="*/ 116694 h 6858000"/>
              <a:gd name="connsiteX10314" fmla="*/ 7261293 w 12203753"/>
              <a:gd name="connsiteY10314" fmla="*/ 116684 h 6858000"/>
              <a:gd name="connsiteX10315" fmla="*/ 7306549 w 12203753"/>
              <a:gd name="connsiteY10315" fmla="*/ 116684 h 6858000"/>
              <a:gd name="connsiteX10316" fmla="*/ 7312860 w 12203753"/>
              <a:gd name="connsiteY10316" fmla="*/ 230905 h 6858000"/>
              <a:gd name="connsiteX10317" fmla="*/ 7306549 w 12203753"/>
              <a:gd name="connsiteY10317" fmla="*/ 345063 h 6858000"/>
              <a:gd name="connsiteX10318" fmla="*/ 7261293 w 12203753"/>
              <a:gd name="connsiteY10318" fmla="*/ 345063 h 6858000"/>
              <a:gd name="connsiteX10319" fmla="*/ 7255047 w 12203753"/>
              <a:gd name="connsiteY10319" fmla="*/ 230905 h 6858000"/>
              <a:gd name="connsiteX10320" fmla="*/ 7261293 w 12203753"/>
              <a:gd name="connsiteY10320" fmla="*/ 116684 h 6858000"/>
              <a:gd name="connsiteX10321" fmla="*/ 8052435 w 12203753"/>
              <a:gd name="connsiteY10321" fmla="*/ 116675 h 6858000"/>
              <a:gd name="connsiteX10322" fmla="*/ 8097691 w 12203753"/>
              <a:gd name="connsiteY10322" fmla="*/ 116675 h 6858000"/>
              <a:gd name="connsiteX10323" fmla="*/ 8103938 w 12203753"/>
              <a:gd name="connsiteY10323" fmla="*/ 230896 h 6858000"/>
              <a:gd name="connsiteX10324" fmla="*/ 8097691 w 12203753"/>
              <a:gd name="connsiteY10324" fmla="*/ 345054 h 6858000"/>
              <a:gd name="connsiteX10325" fmla="*/ 8052435 w 12203753"/>
              <a:gd name="connsiteY10325" fmla="*/ 345054 h 6858000"/>
              <a:gd name="connsiteX10326" fmla="*/ 8046189 w 12203753"/>
              <a:gd name="connsiteY10326" fmla="*/ 230896 h 6858000"/>
              <a:gd name="connsiteX10327" fmla="*/ 8052435 w 12203753"/>
              <a:gd name="connsiteY10327" fmla="*/ 116675 h 6858000"/>
              <a:gd name="connsiteX10328" fmla="*/ 8843578 w 12203753"/>
              <a:gd name="connsiteY10328" fmla="*/ 116665 h 6858000"/>
              <a:gd name="connsiteX10329" fmla="*/ 8888833 w 12203753"/>
              <a:gd name="connsiteY10329" fmla="*/ 116665 h 6858000"/>
              <a:gd name="connsiteX10330" fmla="*/ 8895080 w 12203753"/>
              <a:gd name="connsiteY10330" fmla="*/ 230887 h 6858000"/>
              <a:gd name="connsiteX10331" fmla="*/ 8888833 w 12203753"/>
              <a:gd name="connsiteY10331" fmla="*/ 345045 h 6858000"/>
              <a:gd name="connsiteX10332" fmla="*/ 8843578 w 12203753"/>
              <a:gd name="connsiteY10332" fmla="*/ 345045 h 6858000"/>
              <a:gd name="connsiteX10333" fmla="*/ 8837267 w 12203753"/>
              <a:gd name="connsiteY10333" fmla="*/ 230887 h 6858000"/>
              <a:gd name="connsiteX10334" fmla="*/ 8843578 w 12203753"/>
              <a:gd name="connsiteY10334" fmla="*/ 116665 h 6858000"/>
              <a:gd name="connsiteX10335" fmla="*/ 9634719 w 12203753"/>
              <a:gd name="connsiteY10335" fmla="*/ 116656 h 6858000"/>
              <a:gd name="connsiteX10336" fmla="*/ 9679910 w 12203753"/>
              <a:gd name="connsiteY10336" fmla="*/ 116656 h 6858000"/>
              <a:gd name="connsiteX10337" fmla="*/ 9686221 w 12203753"/>
              <a:gd name="connsiteY10337" fmla="*/ 230877 h 6858000"/>
              <a:gd name="connsiteX10338" fmla="*/ 9679910 w 12203753"/>
              <a:gd name="connsiteY10338" fmla="*/ 345036 h 6858000"/>
              <a:gd name="connsiteX10339" fmla="*/ 9634719 w 12203753"/>
              <a:gd name="connsiteY10339" fmla="*/ 345036 h 6858000"/>
              <a:gd name="connsiteX10340" fmla="*/ 9628408 w 12203753"/>
              <a:gd name="connsiteY10340" fmla="*/ 230877 h 6858000"/>
              <a:gd name="connsiteX10341" fmla="*/ 9634719 w 12203753"/>
              <a:gd name="connsiteY10341" fmla="*/ 116656 h 6858000"/>
              <a:gd name="connsiteX10342" fmla="*/ 10425796 w 12203753"/>
              <a:gd name="connsiteY10342" fmla="*/ 116646 h 6858000"/>
              <a:gd name="connsiteX10343" fmla="*/ 10471052 w 12203753"/>
              <a:gd name="connsiteY10343" fmla="*/ 116646 h 6858000"/>
              <a:gd name="connsiteX10344" fmla="*/ 10477362 w 12203753"/>
              <a:gd name="connsiteY10344" fmla="*/ 230868 h 6858000"/>
              <a:gd name="connsiteX10345" fmla="*/ 10471052 w 12203753"/>
              <a:gd name="connsiteY10345" fmla="*/ 345026 h 6858000"/>
              <a:gd name="connsiteX10346" fmla="*/ 10425796 w 12203753"/>
              <a:gd name="connsiteY10346" fmla="*/ 345026 h 6858000"/>
              <a:gd name="connsiteX10347" fmla="*/ 10419550 w 12203753"/>
              <a:gd name="connsiteY10347" fmla="*/ 230868 h 6858000"/>
              <a:gd name="connsiteX10348" fmla="*/ 10425796 w 12203753"/>
              <a:gd name="connsiteY10348" fmla="*/ 116646 h 6858000"/>
              <a:gd name="connsiteX10349" fmla="*/ 11216938 w 12203753"/>
              <a:gd name="connsiteY10349" fmla="*/ 116637 h 6858000"/>
              <a:gd name="connsiteX10350" fmla="*/ 11262194 w 12203753"/>
              <a:gd name="connsiteY10350" fmla="*/ 116637 h 6858000"/>
              <a:gd name="connsiteX10351" fmla="*/ 11268504 w 12203753"/>
              <a:gd name="connsiteY10351" fmla="*/ 230859 h 6858000"/>
              <a:gd name="connsiteX10352" fmla="*/ 11262194 w 12203753"/>
              <a:gd name="connsiteY10352" fmla="*/ 345017 h 6858000"/>
              <a:gd name="connsiteX10353" fmla="*/ 11216938 w 12203753"/>
              <a:gd name="connsiteY10353" fmla="*/ 345017 h 6858000"/>
              <a:gd name="connsiteX10354" fmla="*/ 11210692 w 12203753"/>
              <a:gd name="connsiteY10354" fmla="*/ 230859 h 6858000"/>
              <a:gd name="connsiteX10355" fmla="*/ 11216938 w 12203753"/>
              <a:gd name="connsiteY10355" fmla="*/ 116637 h 6858000"/>
              <a:gd name="connsiteX10356" fmla="*/ 12008079 w 12203753"/>
              <a:gd name="connsiteY10356" fmla="*/ 116628 h 6858000"/>
              <a:gd name="connsiteX10357" fmla="*/ 12053335 w 12203753"/>
              <a:gd name="connsiteY10357" fmla="*/ 116628 h 6858000"/>
              <a:gd name="connsiteX10358" fmla="*/ 12059581 w 12203753"/>
              <a:gd name="connsiteY10358" fmla="*/ 230849 h 6858000"/>
              <a:gd name="connsiteX10359" fmla="*/ 12053335 w 12203753"/>
              <a:gd name="connsiteY10359" fmla="*/ 345008 h 6858000"/>
              <a:gd name="connsiteX10360" fmla="*/ 12008079 w 12203753"/>
              <a:gd name="connsiteY10360" fmla="*/ 345008 h 6858000"/>
              <a:gd name="connsiteX10361" fmla="*/ 12001833 w 12203753"/>
              <a:gd name="connsiteY10361" fmla="*/ 230849 h 6858000"/>
              <a:gd name="connsiteX10362" fmla="*/ 12008079 w 12203753"/>
              <a:gd name="connsiteY10362" fmla="*/ 116628 h 6858000"/>
              <a:gd name="connsiteX10363" fmla="*/ 274229 w 12203753"/>
              <a:gd name="connsiteY10363" fmla="*/ 40109 h 6858000"/>
              <a:gd name="connsiteX10364" fmla="*/ 282613 w 12203753"/>
              <a:gd name="connsiteY10364" fmla="*/ 43815 h 6858000"/>
              <a:gd name="connsiteX10365" fmla="*/ 376224 w 12203753"/>
              <a:gd name="connsiteY10365" fmla="*/ 91715 h 6858000"/>
              <a:gd name="connsiteX10366" fmla="*/ 471959 w 12203753"/>
              <a:gd name="connsiteY10366" fmla="*/ 154242 h 6858000"/>
              <a:gd name="connsiteX10367" fmla="*/ 449332 w 12203753"/>
              <a:gd name="connsiteY10367" fmla="*/ 193443 h 6858000"/>
              <a:gd name="connsiteX10368" fmla="*/ 347352 w 12203753"/>
              <a:gd name="connsiteY10368" fmla="*/ 141814 h 6858000"/>
              <a:gd name="connsiteX10369" fmla="*/ 251614 w 12203753"/>
              <a:gd name="connsiteY10369" fmla="*/ 79286 h 6858000"/>
              <a:gd name="connsiteX10370" fmla="*/ 1065303 w 12203753"/>
              <a:gd name="connsiteY10370" fmla="*/ 40099 h 6858000"/>
              <a:gd name="connsiteX10371" fmla="*/ 1073686 w 12203753"/>
              <a:gd name="connsiteY10371" fmla="*/ 43806 h 6858000"/>
              <a:gd name="connsiteX10372" fmla="*/ 1167301 w 12203753"/>
              <a:gd name="connsiteY10372" fmla="*/ 91706 h 6858000"/>
              <a:gd name="connsiteX10373" fmla="*/ 1263039 w 12203753"/>
              <a:gd name="connsiteY10373" fmla="*/ 154233 h 6858000"/>
              <a:gd name="connsiteX10374" fmla="*/ 1240412 w 12203753"/>
              <a:gd name="connsiteY10374" fmla="*/ 193433 h 6858000"/>
              <a:gd name="connsiteX10375" fmla="*/ 1138427 w 12203753"/>
              <a:gd name="connsiteY10375" fmla="*/ 141804 h 6858000"/>
              <a:gd name="connsiteX10376" fmla="*/ 1042681 w 12203753"/>
              <a:gd name="connsiteY10376" fmla="*/ 79277 h 6858000"/>
              <a:gd name="connsiteX10377" fmla="*/ 1856440 w 12203753"/>
              <a:gd name="connsiteY10377" fmla="*/ 40090 h 6858000"/>
              <a:gd name="connsiteX10378" fmla="*/ 1864826 w 12203753"/>
              <a:gd name="connsiteY10378" fmla="*/ 43796 h 6858000"/>
              <a:gd name="connsiteX10379" fmla="*/ 1958439 w 12203753"/>
              <a:gd name="connsiteY10379" fmla="*/ 91696 h 6858000"/>
              <a:gd name="connsiteX10380" fmla="*/ 2054174 w 12203753"/>
              <a:gd name="connsiteY10380" fmla="*/ 154224 h 6858000"/>
              <a:gd name="connsiteX10381" fmla="*/ 2031546 w 12203753"/>
              <a:gd name="connsiteY10381" fmla="*/ 193424 h 6858000"/>
              <a:gd name="connsiteX10382" fmla="*/ 1929564 w 12203753"/>
              <a:gd name="connsiteY10382" fmla="*/ 141795 h 6858000"/>
              <a:gd name="connsiteX10383" fmla="*/ 1833827 w 12203753"/>
              <a:gd name="connsiteY10383" fmla="*/ 79267 h 6858000"/>
              <a:gd name="connsiteX10384" fmla="*/ 53706 w 12203753"/>
              <a:gd name="connsiteY10384" fmla="*/ 40089 h 6858000"/>
              <a:gd name="connsiteX10385" fmla="*/ 76334 w 12203753"/>
              <a:gd name="connsiteY10385" fmla="*/ 79289 h 6858000"/>
              <a:gd name="connsiteX10386" fmla="*/ 48496 w 12203753"/>
              <a:gd name="connsiteY10386" fmla="*/ 98985 h 6858000"/>
              <a:gd name="connsiteX10387" fmla="*/ 0 w 12203753"/>
              <a:gd name="connsiteY10387" fmla="*/ 129578 h 6858000"/>
              <a:gd name="connsiteX10388" fmla="*/ 0 w 12203753"/>
              <a:gd name="connsiteY10388" fmla="*/ 66307 h 6858000"/>
              <a:gd name="connsiteX10389" fmla="*/ 22745 w 12203753"/>
              <a:gd name="connsiteY10389" fmla="*/ 54335 h 6858000"/>
              <a:gd name="connsiteX10390" fmla="*/ 53706 w 12203753"/>
              <a:gd name="connsiteY10390" fmla="*/ 40089 h 6858000"/>
              <a:gd name="connsiteX10391" fmla="*/ 274178 w 12203753"/>
              <a:gd name="connsiteY10391" fmla="*/ 40086 h 6858000"/>
              <a:gd name="connsiteX10392" fmla="*/ 274242 w 12203753"/>
              <a:gd name="connsiteY10392" fmla="*/ 40086 h 6858000"/>
              <a:gd name="connsiteX10393" fmla="*/ 274229 w 12203753"/>
              <a:gd name="connsiteY10393" fmla="*/ 40109 h 6858000"/>
              <a:gd name="connsiteX10394" fmla="*/ 844900 w 12203753"/>
              <a:gd name="connsiteY10394" fmla="*/ 40082 h 6858000"/>
              <a:gd name="connsiteX10395" fmla="*/ 867526 w 12203753"/>
              <a:gd name="connsiteY10395" fmla="*/ 79282 h 6858000"/>
              <a:gd name="connsiteX10396" fmla="*/ 771791 w 12203753"/>
              <a:gd name="connsiteY10396" fmla="*/ 141809 h 6858000"/>
              <a:gd name="connsiteX10397" fmla="*/ 669744 w 12203753"/>
              <a:gd name="connsiteY10397" fmla="*/ 193438 h 6858000"/>
              <a:gd name="connsiteX10398" fmla="*/ 647116 w 12203753"/>
              <a:gd name="connsiteY10398" fmla="*/ 154238 h 6858000"/>
              <a:gd name="connsiteX10399" fmla="*/ 742854 w 12203753"/>
              <a:gd name="connsiteY10399" fmla="*/ 91711 h 6858000"/>
              <a:gd name="connsiteX10400" fmla="*/ 844900 w 12203753"/>
              <a:gd name="connsiteY10400" fmla="*/ 40082 h 6858000"/>
              <a:gd name="connsiteX10401" fmla="*/ 2647573 w 12203753"/>
              <a:gd name="connsiteY10401" fmla="*/ 40080 h 6858000"/>
              <a:gd name="connsiteX10402" fmla="*/ 2655955 w 12203753"/>
              <a:gd name="connsiteY10402" fmla="*/ 43787 h 6858000"/>
              <a:gd name="connsiteX10403" fmla="*/ 2749571 w 12203753"/>
              <a:gd name="connsiteY10403" fmla="*/ 91687 h 6858000"/>
              <a:gd name="connsiteX10404" fmla="*/ 2845305 w 12203753"/>
              <a:gd name="connsiteY10404" fmla="*/ 154214 h 6858000"/>
              <a:gd name="connsiteX10405" fmla="*/ 2822677 w 12203753"/>
              <a:gd name="connsiteY10405" fmla="*/ 193415 h 6858000"/>
              <a:gd name="connsiteX10406" fmla="*/ 2720696 w 12203753"/>
              <a:gd name="connsiteY10406" fmla="*/ 141785 h 6858000"/>
              <a:gd name="connsiteX10407" fmla="*/ 2624959 w 12203753"/>
              <a:gd name="connsiteY10407" fmla="*/ 79258 h 6858000"/>
              <a:gd name="connsiteX10408" fmla="*/ 1065253 w 12203753"/>
              <a:gd name="connsiteY10408" fmla="*/ 40077 h 6858000"/>
              <a:gd name="connsiteX10409" fmla="*/ 1065317 w 12203753"/>
              <a:gd name="connsiteY10409" fmla="*/ 40077 h 6858000"/>
              <a:gd name="connsiteX10410" fmla="*/ 1065303 w 12203753"/>
              <a:gd name="connsiteY10410" fmla="*/ 40099 h 6858000"/>
              <a:gd name="connsiteX10411" fmla="*/ 1635980 w 12203753"/>
              <a:gd name="connsiteY10411" fmla="*/ 40072 h 6858000"/>
              <a:gd name="connsiteX10412" fmla="*/ 1658607 w 12203753"/>
              <a:gd name="connsiteY10412" fmla="*/ 79272 h 6858000"/>
              <a:gd name="connsiteX10413" fmla="*/ 1562870 w 12203753"/>
              <a:gd name="connsiteY10413" fmla="*/ 141800 h 6858000"/>
              <a:gd name="connsiteX10414" fmla="*/ 1460821 w 12203753"/>
              <a:gd name="connsiteY10414" fmla="*/ 193429 h 6858000"/>
              <a:gd name="connsiteX10415" fmla="*/ 1438196 w 12203753"/>
              <a:gd name="connsiteY10415" fmla="*/ 154229 h 6858000"/>
              <a:gd name="connsiteX10416" fmla="*/ 1533934 w 12203753"/>
              <a:gd name="connsiteY10416" fmla="*/ 91701 h 6858000"/>
              <a:gd name="connsiteX10417" fmla="*/ 1635980 w 12203753"/>
              <a:gd name="connsiteY10417" fmla="*/ 40072 h 6858000"/>
              <a:gd name="connsiteX10418" fmla="*/ 3438701 w 12203753"/>
              <a:gd name="connsiteY10418" fmla="*/ 40071 h 6858000"/>
              <a:gd name="connsiteX10419" fmla="*/ 3447084 w 12203753"/>
              <a:gd name="connsiteY10419" fmla="*/ 43777 h 6858000"/>
              <a:gd name="connsiteX10420" fmla="*/ 3540702 w 12203753"/>
              <a:gd name="connsiteY10420" fmla="*/ 91677 h 6858000"/>
              <a:gd name="connsiteX10421" fmla="*/ 3636436 w 12203753"/>
              <a:gd name="connsiteY10421" fmla="*/ 154205 h 6858000"/>
              <a:gd name="connsiteX10422" fmla="*/ 3613807 w 12203753"/>
              <a:gd name="connsiteY10422" fmla="*/ 193405 h 6858000"/>
              <a:gd name="connsiteX10423" fmla="*/ 3511829 w 12203753"/>
              <a:gd name="connsiteY10423" fmla="*/ 141776 h 6858000"/>
              <a:gd name="connsiteX10424" fmla="*/ 3416090 w 12203753"/>
              <a:gd name="connsiteY10424" fmla="*/ 79248 h 6858000"/>
              <a:gd name="connsiteX10425" fmla="*/ 1856390 w 12203753"/>
              <a:gd name="connsiteY10425" fmla="*/ 40067 h 6858000"/>
              <a:gd name="connsiteX10426" fmla="*/ 1856455 w 12203753"/>
              <a:gd name="connsiteY10426" fmla="*/ 40067 h 6858000"/>
              <a:gd name="connsiteX10427" fmla="*/ 1856440 w 12203753"/>
              <a:gd name="connsiteY10427" fmla="*/ 40090 h 6858000"/>
              <a:gd name="connsiteX10428" fmla="*/ 2427043 w 12203753"/>
              <a:gd name="connsiteY10428" fmla="*/ 40063 h 6858000"/>
              <a:gd name="connsiteX10429" fmla="*/ 2449673 w 12203753"/>
              <a:gd name="connsiteY10429" fmla="*/ 79263 h 6858000"/>
              <a:gd name="connsiteX10430" fmla="*/ 2353932 w 12203753"/>
              <a:gd name="connsiteY10430" fmla="*/ 141790 h 6858000"/>
              <a:gd name="connsiteX10431" fmla="*/ 2251888 w 12203753"/>
              <a:gd name="connsiteY10431" fmla="*/ 193420 h 6858000"/>
              <a:gd name="connsiteX10432" fmla="*/ 2229258 w 12203753"/>
              <a:gd name="connsiteY10432" fmla="*/ 154219 h 6858000"/>
              <a:gd name="connsiteX10433" fmla="*/ 2229324 w 12203753"/>
              <a:gd name="connsiteY10433" fmla="*/ 154219 h 6858000"/>
              <a:gd name="connsiteX10434" fmla="*/ 2325057 w 12203753"/>
              <a:gd name="connsiteY10434" fmla="*/ 91692 h 6858000"/>
              <a:gd name="connsiteX10435" fmla="*/ 2427043 w 12203753"/>
              <a:gd name="connsiteY10435" fmla="*/ 40063 h 6858000"/>
              <a:gd name="connsiteX10436" fmla="*/ 4229752 w 12203753"/>
              <a:gd name="connsiteY10436" fmla="*/ 40061 h 6858000"/>
              <a:gd name="connsiteX10437" fmla="*/ 4238133 w 12203753"/>
              <a:gd name="connsiteY10437" fmla="*/ 43768 h 6858000"/>
              <a:gd name="connsiteX10438" fmla="*/ 4331748 w 12203753"/>
              <a:gd name="connsiteY10438" fmla="*/ 91668 h 6858000"/>
              <a:gd name="connsiteX10439" fmla="*/ 4427491 w 12203753"/>
              <a:gd name="connsiteY10439" fmla="*/ 154196 h 6858000"/>
              <a:gd name="connsiteX10440" fmla="*/ 4404860 w 12203753"/>
              <a:gd name="connsiteY10440" fmla="*/ 193396 h 6858000"/>
              <a:gd name="connsiteX10441" fmla="*/ 4302877 w 12203753"/>
              <a:gd name="connsiteY10441" fmla="*/ 141767 h 6858000"/>
              <a:gd name="connsiteX10442" fmla="*/ 4207137 w 12203753"/>
              <a:gd name="connsiteY10442" fmla="*/ 79239 h 6858000"/>
              <a:gd name="connsiteX10443" fmla="*/ 2647521 w 12203753"/>
              <a:gd name="connsiteY10443" fmla="*/ 40058 h 6858000"/>
              <a:gd name="connsiteX10444" fmla="*/ 2647585 w 12203753"/>
              <a:gd name="connsiteY10444" fmla="*/ 40058 h 6858000"/>
              <a:gd name="connsiteX10445" fmla="*/ 2647573 w 12203753"/>
              <a:gd name="connsiteY10445" fmla="*/ 40080 h 6858000"/>
              <a:gd name="connsiteX10446" fmla="*/ 3218179 w 12203753"/>
              <a:gd name="connsiteY10446" fmla="*/ 40053 h 6858000"/>
              <a:gd name="connsiteX10447" fmla="*/ 3240807 w 12203753"/>
              <a:gd name="connsiteY10447" fmla="*/ 79253 h 6858000"/>
              <a:gd name="connsiteX10448" fmla="*/ 3145079 w 12203753"/>
              <a:gd name="connsiteY10448" fmla="*/ 141781 h 6858000"/>
              <a:gd name="connsiteX10449" fmla="*/ 3043026 w 12203753"/>
              <a:gd name="connsiteY10449" fmla="*/ 193411 h 6858000"/>
              <a:gd name="connsiteX10450" fmla="*/ 3020398 w 12203753"/>
              <a:gd name="connsiteY10450" fmla="*/ 154210 h 6858000"/>
              <a:gd name="connsiteX10451" fmla="*/ 3020464 w 12203753"/>
              <a:gd name="connsiteY10451" fmla="*/ 154210 h 6858000"/>
              <a:gd name="connsiteX10452" fmla="*/ 3116202 w 12203753"/>
              <a:gd name="connsiteY10452" fmla="*/ 91682 h 6858000"/>
              <a:gd name="connsiteX10453" fmla="*/ 3218179 w 12203753"/>
              <a:gd name="connsiteY10453" fmla="*/ 40053 h 6858000"/>
              <a:gd name="connsiteX10454" fmla="*/ 5020837 w 12203753"/>
              <a:gd name="connsiteY10454" fmla="*/ 40052 h 6858000"/>
              <a:gd name="connsiteX10455" fmla="*/ 5029217 w 12203753"/>
              <a:gd name="connsiteY10455" fmla="*/ 43758 h 6858000"/>
              <a:gd name="connsiteX10456" fmla="*/ 5122827 w 12203753"/>
              <a:gd name="connsiteY10456" fmla="*/ 91658 h 6858000"/>
              <a:gd name="connsiteX10457" fmla="*/ 5218566 w 12203753"/>
              <a:gd name="connsiteY10457" fmla="*/ 154186 h 6858000"/>
              <a:gd name="connsiteX10458" fmla="*/ 5195941 w 12203753"/>
              <a:gd name="connsiteY10458" fmla="*/ 193387 h 6858000"/>
              <a:gd name="connsiteX10459" fmla="*/ 5093953 w 12203753"/>
              <a:gd name="connsiteY10459" fmla="*/ 141757 h 6858000"/>
              <a:gd name="connsiteX10460" fmla="*/ 4998215 w 12203753"/>
              <a:gd name="connsiteY10460" fmla="*/ 79229 h 6858000"/>
              <a:gd name="connsiteX10461" fmla="*/ 3438650 w 12203753"/>
              <a:gd name="connsiteY10461" fmla="*/ 40048 h 6858000"/>
              <a:gd name="connsiteX10462" fmla="*/ 3438713 w 12203753"/>
              <a:gd name="connsiteY10462" fmla="*/ 40048 h 6858000"/>
              <a:gd name="connsiteX10463" fmla="*/ 3438701 w 12203753"/>
              <a:gd name="connsiteY10463" fmla="*/ 40071 h 6858000"/>
              <a:gd name="connsiteX10464" fmla="*/ 4009303 w 12203753"/>
              <a:gd name="connsiteY10464" fmla="*/ 40044 h 6858000"/>
              <a:gd name="connsiteX10465" fmla="*/ 4031930 w 12203753"/>
              <a:gd name="connsiteY10465" fmla="*/ 79244 h 6858000"/>
              <a:gd name="connsiteX10466" fmla="*/ 3936200 w 12203753"/>
              <a:gd name="connsiteY10466" fmla="*/ 141772 h 6858000"/>
              <a:gd name="connsiteX10467" fmla="*/ 3834153 w 12203753"/>
              <a:gd name="connsiteY10467" fmla="*/ 193401 h 6858000"/>
              <a:gd name="connsiteX10468" fmla="*/ 3811524 w 12203753"/>
              <a:gd name="connsiteY10468" fmla="*/ 154201 h 6858000"/>
              <a:gd name="connsiteX10469" fmla="*/ 3811587 w 12203753"/>
              <a:gd name="connsiteY10469" fmla="*/ 154201 h 6858000"/>
              <a:gd name="connsiteX10470" fmla="*/ 3907323 w 12203753"/>
              <a:gd name="connsiteY10470" fmla="*/ 91673 h 6858000"/>
              <a:gd name="connsiteX10471" fmla="*/ 4009303 w 12203753"/>
              <a:gd name="connsiteY10471" fmla="*/ 40044 h 6858000"/>
              <a:gd name="connsiteX10472" fmla="*/ 5811965 w 12203753"/>
              <a:gd name="connsiteY10472" fmla="*/ 40042 h 6858000"/>
              <a:gd name="connsiteX10473" fmla="*/ 5820348 w 12203753"/>
              <a:gd name="connsiteY10473" fmla="*/ 43748 h 6858000"/>
              <a:gd name="connsiteX10474" fmla="*/ 5913960 w 12203753"/>
              <a:gd name="connsiteY10474" fmla="*/ 91649 h 6858000"/>
              <a:gd name="connsiteX10475" fmla="*/ 6009695 w 12203753"/>
              <a:gd name="connsiteY10475" fmla="*/ 154177 h 6858000"/>
              <a:gd name="connsiteX10476" fmla="*/ 5987067 w 12203753"/>
              <a:gd name="connsiteY10476" fmla="*/ 193377 h 6858000"/>
              <a:gd name="connsiteX10477" fmla="*/ 5885086 w 12203753"/>
              <a:gd name="connsiteY10477" fmla="*/ 141748 h 6858000"/>
              <a:gd name="connsiteX10478" fmla="*/ 5789350 w 12203753"/>
              <a:gd name="connsiteY10478" fmla="*/ 79220 h 6858000"/>
              <a:gd name="connsiteX10479" fmla="*/ 4229702 w 12203753"/>
              <a:gd name="connsiteY10479" fmla="*/ 40039 h 6858000"/>
              <a:gd name="connsiteX10480" fmla="*/ 4229764 w 12203753"/>
              <a:gd name="connsiteY10480" fmla="*/ 40039 h 6858000"/>
              <a:gd name="connsiteX10481" fmla="*/ 4229752 w 12203753"/>
              <a:gd name="connsiteY10481" fmla="*/ 40061 h 6858000"/>
              <a:gd name="connsiteX10482" fmla="*/ 4800366 w 12203753"/>
              <a:gd name="connsiteY10482" fmla="*/ 40034 h 6858000"/>
              <a:gd name="connsiteX10483" fmla="*/ 4822988 w 12203753"/>
              <a:gd name="connsiteY10483" fmla="*/ 79234 h 6858000"/>
              <a:gd name="connsiteX10484" fmla="*/ 4727254 w 12203753"/>
              <a:gd name="connsiteY10484" fmla="*/ 141762 h 6858000"/>
              <a:gd name="connsiteX10485" fmla="*/ 4625211 w 12203753"/>
              <a:gd name="connsiteY10485" fmla="*/ 193392 h 6858000"/>
              <a:gd name="connsiteX10486" fmla="*/ 4602581 w 12203753"/>
              <a:gd name="connsiteY10486" fmla="*/ 154191 h 6858000"/>
              <a:gd name="connsiteX10487" fmla="*/ 4602649 w 12203753"/>
              <a:gd name="connsiteY10487" fmla="*/ 154191 h 6858000"/>
              <a:gd name="connsiteX10488" fmla="*/ 4698380 w 12203753"/>
              <a:gd name="connsiteY10488" fmla="*/ 91663 h 6858000"/>
              <a:gd name="connsiteX10489" fmla="*/ 4800366 w 12203753"/>
              <a:gd name="connsiteY10489" fmla="*/ 40034 h 6858000"/>
              <a:gd name="connsiteX10490" fmla="*/ 5020783 w 12203753"/>
              <a:gd name="connsiteY10490" fmla="*/ 40029 h 6858000"/>
              <a:gd name="connsiteX10491" fmla="*/ 5020848 w 12203753"/>
              <a:gd name="connsiteY10491" fmla="*/ 40029 h 6858000"/>
              <a:gd name="connsiteX10492" fmla="*/ 5020837 w 12203753"/>
              <a:gd name="connsiteY10492" fmla="*/ 40052 h 6858000"/>
              <a:gd name="connsiteX10493" fmla="*/ 5591444 w 12203753"/>
              <a:gd name="connsiteY10493" fmla="*/ 40025 h 6858000"/>
              <a:gd name="connsiteX10494" fmla="*/ 5614067 w 12203753"/>
              <a:gd name="connsiteY10494" fmla="*/ 79225 h 6858000"/>
              <a:gd name="connsiteX10495" fmla="*/ 5518332 w 12203753"/>
              <a:gd name="connsiteY10495" fmla="*/ 141753 h 6858000"/>
              <a:gd name="connsiteX10496" fmla="*/ 5416289 w 12203753"/>
              <a:gd name="connsiteY10496" fmla="*/ 193382 h 6858000"/>
              <a:gd name="connsiteX10497" fmla="*/ 5393662 w 12203753"/>
              <a:gd name="connsiteY10497" fmla="*/ 154182 h 6858000"/>
              <a:gd name="connsiteX10498" fmla="*/ 5393724 w 12203753"/>
              <a:gd name="connsiteY10498" fmla="*/ 154182 h 6858000"/>
              <a:gd name="connsiteX10499" fmla="*/ 5489459 w 12203753"/>
              <a:gd name="connsiteY10499" fmla="*/ 91654 h 6858000"/>
              <a:gd name="connsiteX10500" fmla="*/ 5591444 w 12203753"/>
              <a:gd name="connsiteY10500" fmla="*/ 40025 h 6858000"/>
              <a:gd name="connsiteX10501" fmla="*/ 5811914 w 12203753"/>
              <a:gd name="connsiteY10501" fmla="*/ 40020 h 6858000"/>
              <a:gd name="connsiteX10502" fmla="*/ 5811979 w 12203753"/>
              <a:gd name="connsiteY10502" fmla="*/ 40020 h 6858000"/>
              <a:gd name="connsiteX10503" fmla="*/ 5811965 w 12203753"/>
              <a:gd name="connsiteY10503" fmla="*/ 40042 h 6858000"/>
              <a:gd name="connsiteX10504" fmla="*/ 6382638 w 12203753"/>
              <a:gd name="connsiteY10504" fmla="*/ 40015 h 6858000"/>
              <a:gd name="connsiteX10505" fmla="*/ 6405201 w 12203753"/>
              <a:gd name="connsiteY10505" fmla="*/ 79215 h 6858000"/>
              <a:gd name="connsiteX10506" fmla="*/ 6309464 w 12203753"/>
              <a:gd name="connsiteY10506" fmla="*/ 141743 h 6858000"/>
              <a:gd name="connsiteX10507" fmla="*/ 6207416 w 12203753"/>
              <a:gd name="connsiteY10507" fmla="*/ 193373 h 6858000"/>
              <a:gd name="connsiteX10508" fmla="*/ 6184788 w 12203753"/>
              <a:gd name="connsiteY10508" fmla="*/ 154172 h 6858000"/>
              <a:gd name="connsiteX10509" fmla="*/ 6184852 w 12203753"/>
              <a:gd name="connsiteY10509" fmla="*/ 154172 h 6858000"/>
              <a:gd name="connsiteX10510" fmla="*/ 6280589 w 12203753"/>
              <a:gd name="connsiteY10510" fmla="*/ 91644 h 6858000"/>
              <a:gd name="connsiteX10511" fmla="*/ 6382638 w 12203753"/>
              <a:gd name="connsiteY10511" fmla="*/ 40015 h 6858000"/>
              <a:gd name="connsiteX10512" fmla="*/ 6603052 w 12203753"/>
              <a:gd name="connsiteY10512" fmla="*/ 40010 h 6858000"/>
              <a:gd name="connsiteX10513" fmla="*/ 6705100 w 12203753"/>
              <a:gd name="connsiteY10513" fmla="*/ 91639 h 6858000"/>
              <a:gd name="connsiteX10514" fmla="*/ 6800772 w 12203753"/>
              <a:gd name="connsiteY10514" fmla="*/ 154167 h 6858000"/>
              <a:gd name="connsiteX10515" fmla="*/ 6778210 w 12203753"/>
              <a:gd name="connsiteY10515" fmla="*/ 193368 h 6858000"/>
              <a:gd name="connsiteX10516" fmla="*/ 6676161 w 12203753"/>
              <a:gd name="connsiteY10516" fmla="*/ 141738 h 6858000"/>
              <a:gd name="connsiteX10517" fmla="*/ 6580424 w 12203753"/>
              <a:gd name="connsiteY10517" fmla="*/ 79210 h 6858000"/>
              <a:gd name="connsiteX10518" fmla="*/ 7173716 w 12203753"/>
              <a:gd name="connsiteY10518" fmla="*/ 40006 h 6858000"/>
              <a:gd name="connsiteX10519" fmla="*/ 7196344 w 12203753"/>
              <a:gd name="connsiteY10519" fmla="*/ 79206 h 6858000"/>
              <a:gd name="connsiteX10520" fmla="*/ 7100606 w 12203753"/>
              <a:gd name="connsiteY10520" fmla="*/ 141734 h 6858000"/>
              <a:gd name="connsiteX10521" fmla="*/ 6998558 w 12203753"/>
              <a:gd name="connsiteY10521" fmla="*/ 193364 h 6858000"/>
              <a:gd name="connsiteX10522" fmla="*/ 6975995 w 12203753"/>
              <a:gd name="connsiteY10522" fmla="*/ 154163 h 6858000"/>
              <a:gd name="connsiteX10523" fmla="*/ 7071731 w 12203753"/>
              <a:gd name="connsiteY10523" fmla="*/ 91635 h 6858000"/>
              <a:gd name="connsiteX10524" fmla="*/ 7173716 w 12203753"/>
              <a:gd name="connsiteY10524" fmla="*/ 40006 h 6858000"/>
              <a:gd name="connsiteX10525" fmla="*/ 7394128 w 12203753"/>
              <a:gd name="connsiteY10525" fmla="*/ 40001 h 6858000"/>
              <a:gd name="connsiteX10526" fmla="*/ 7496176 w 12203753"/>
              <a:gd name="connsiteY10526" fmla="*/ 91630 h 6858000"/>
              <a:gd name="connsiteX10527" fmla="*/ 7591913 w 12203753"/>
              <a:gd name="connsiteY10527" fmla="*/ 154158 h 6858000"/>
              <a:gd name="connsiteX10528" fmla="*/ 7569286 w 12203753"/>
              <a:gd name="connsiteY10528" fmla="*/ 193359 h 6858000"/>
              <a:gd name="connsiteX10529" fmla="*/ 7467302 w 12203753"/>
              <a:gd name="connsiteY10529" fmla="*/ 141729 h 6858000"/>
              <a:gd name="connsiteX10530" fmla="*/ 7371564 w 12203753"/>
              <a:gd name="connsiteY10530" fmla="*/ 79201 h 6858000"/>
              <a:gd name="connsiteX10531" fmla="*/ 7964857 w 12203753"/>
              <a:gd name="connsiteY10531" fmla="*/ 39996 h 6858000"/>
              <a:gd name="connsiteX10532" fmla="*/ 7987485 w 12203753"/>
              <a:gd name="connsiteY10532" fmla="*/ 79196 h 6858000"/>
              <a:gd name="connsiteX10533" fmla="*/ 7891747 w 12203753"/>
              <a:gd name="connsiteY10533" fmla="*/ 141725 h 6858000"/>
              <a:gd name="connsiteX10534" fmla="*/ 7789699 w 12203753"/>
              <a:gd name="connsiteY10534" fmla="*/ 193354 h 6858000"/>
              <a:gd name="connsiteX10535" fmla="*/ 7767072 w 12203753"/>
              <a:gd name="connsiteY10535" fmla="*/ 154154 h 6858000"/>
              <a:gd name="connsiteX10536" fmla="*/ 7862809 w 12203753"/>
              <a:gd name="connsiteY10536" fmla="*/ 91625 h 6858000"/>
              <a:gd name="connsiteX10537" fmla="*/ 7964857 w 12203753"/>
              <a:gd name="connsiteY10537" fmla="*/ 39996 h 6858000"/>
              <a:gd name="connsiteX10538" fmla="*/ 8185270 w 12203753"/>
              <a:gd name="connsiteY10538" fmla="*/ 39991 h 6858000"/>
              <a:gd name="connsiteX10539" fmla="*/ 8287318 w 12203753"/>
              <a:gd name="connsiteY10539" fmla="*/ 91620 h 6858000"/>
              <a:gd name="connsiteX10540" fmla="*/ 8383056 w 12203753"/>
              <a:gd name="connsiteY10540" fmla="*/ 154149 h 6858000"/>
              <a:gd name="connsiteX10541" fmla="*/ 8360428 w 12203753"/>
              <a:gd name="connsiteY10541" fmla="*/ 193349 h 6858000"/>
              <a:gd name="connsiteX10542" fmla="*/ 8258443 w 12203753"/>
              <a:gd name="connsiteY10542" fmla="*/ 141720 h 6858000"/>
              <a:gd name="connsiteX10543" fmla="*/ 8162642 w 12203753"/>
              <a:gd name="connsiteY10543" fmla="*/ 79191 h 6858000"/>
              <a:gd name="connsiteX10544" fmla="*/ 8755998 w 12203753"/>
              <a:gd name="connsiteY10544" fmla="*/ 39987 h 6858000"/>
              <a:gd name="connsiteX10545" fmla="*/ 8778626 w 12203753"/>
              <a:gd name="connsiteY10545" fmla="*/ 79187 h 6858000"/>
              <a:gd name="connsiteX10546" fmla="*/ 8682888 w 12203753"/>
              <a:gd name="connsiteY10546" fmla="*/ 141715 h 6858000"/>
              <a:gd name="connsiteX10547" fmla="*/ 8580840 w 12203753"/>
              <a:gd name="connsiteY10547" fmla="*/ 193345 h 6858000"/>
              <a:gd name="connsiteX10548" fmla="*/ 8558213 w 12203753"/>
              <a:gd name="connsiteY10548" fmla="*/ 154144 h 6858000"/>
              <a:gd name="connsiteX10549" fmla="*/ 8653951 w 12203753"/>
              <a:gd name="connsiteY10549" fmla="*/ 91616 h 6858000"/>
              <a:gd name="connsiteX10550" fmla="*/ 8755998 w 12203753"/>
              <a:gd name="connsiteY10550" fmla="*/ 39987 h 6858000"/>
              <a:gd name="connsiteX10551" fmla="*/ 8976412 w 12203753"/>
              <a:gd name="connsiteY10551" fmla="*/ 39982 h 6858000"/>
              <a:gd name="connsiteX10552" fmla="*/ 9078460 w 12203753"/>
              <a:gd name="connsiteY10552" fmla="*/ 91611 h 6858000"/>
              <a:gd name="connsiteX10553" fmla="*/ 9174198 w 12203753"/>
              <a:gd name="connsiteY10553" fmla="*/ 154139 h 6858000"/>
              <a:gd name="connsiteX10554" fmla="*/ 9151570 w 12203753"/>
              <a:gd name="connsiteY10554" fmla="*/ 193340 h 6858000"/>
              <a:gd name="connsiteX10555" fmla="*/ 9049585 w 12203753"/>
              <a:gd name="connsiteY10555" fmla="*/ 141710 h 6858000"/>
              <a:gd name="connsiteX10556" fmla="*/ 8953784 w 12203753"/>
              <a:gd name="connsiteY10556" fmla="*/ 79182 h 6858000"/>
              <a:gd name="connsiteX10557" fmla="*/ 9547140 w 12203753"/>
              <a:gd name="connsiteY10557" fmla="*/ 39977 h 6858000"/>
              <a:gd name="connsiteX10558" fmla="*/ 9569704 w 12203753"/>
              <a:gd name="connsiteY10558" fmla="*/ 79177 h 6858000"/>
              <a:gd name="connsiteX10559" fmla="*/ 9474030 w 12203753"/>
              <a:gd name="connsiteY10559" fmla="*/ 141706 h 6858000"/>
              <a:gd name="connsiteX10560" fmla="*/ 9371982 w 12203753"/>
              <a:gd name="connsiteY10560" fmla="*/ 193336 h 6858000"/>
              <a:gd name="connsiteX10561" fmla="*/ 9349355 w 12203753"/>
              <a:gd name="connsiteY10561" fmla="*/ 154135 h 6858000"/>
              <a:gd name="connsiteX10562" fmla="*/ 9445093 w 12203753"/>
              <a:gd name="connsiteY10562" fmla="*/ 91606 h 6858000"/>
              <a:gd name="connsiteX10563" fmla="*/ 9547140 w 12203753"/>
              <a:gd name="connsiteY10563" fmla="*/ 39977 h 6858000"/>
              <a:gd name="connsiteX10564" fmla="*/ 9767553 w 12203753"/>
              <a:gd name="connsiteY10564" fmla="*/ 39972 h 6858000"/>
              <a:gd name="connsiteX10565" fmla="*/ 9869601 w 12203753"/>
              <a:gd name="connsiteY10565" fmla="*/ 91601 h 6858000"/>
              <a:gd name="connsiteX10566" fmla="*/ 9965275 w 12203753"/>
              <a:gd name="connsiteY10566" fmla="*/ 154130 h 6858000"/>
              <a:gd name="connsiteX10567" fmla="*/ 9942711 w 12203753"/>
              <a:gd name="connsiteY10567" fmla="*/ 193331 h 6858000"/>
              <a:gd name="connsiteX10568" fmla="*/ 9840663 w 12203753"/>
              <a:gd name="connsiteY10568" fmla="*/ 141701 h 6858000"/>
              <a:gd name="connsiteX10569" fmla="*/ 9744925 w 12203753"/>
              <a:gd name="connsiteY10569" fmla="*/ 79172 h 6858000"/>
              <a:gd name="connsiteX10570" fmla="*/ 10338218 w 12203753"/>
              <a:gd name="connsiteY10570" fmla="*/ 39968 h 6858000"/>
              <a:gd name="connsiteX10571" fmla="*/ 10360845 w 12203753"/>
              <a:gd name="connsiteY10571" fmla="*/ 79168 h 6858000"/>
              <a:gd name="connsiteX10572" fmla="*/ 10265107 w 12203753"/>
              <a:gd name="connsiteY10572" fmla="*/ 141697 h 6858000"/>
              <a:gd name="connsiteX10573" fmla="*/ 10163059 w 12203753"/>
              <a:gd name="connsiteY10573" fmla="*/ 193326 h 6858000"/>
              <a:gd name="connsiteX10574" fmla="*/ 10140496 w 12203753"/>
              <a:gd name="connsiteY10574" fmla="*/ 154126 h 6858000"/>
              <a:gd name="connsiteX10575" fmla="*/ 10236234 w 12203753"/>
              <a:gd name="connsiteY10575" fmla="*/ 91597 h 6858000"/>
              <a:gd name="connsiteX10576" fmla="*/ 10338218 w 12203753"/>
              <a:gd name="connsiteY10576" fmla="*/ 39968 h 6858000"/>
              <a:gd name="connsiteX10577" fmla="*/ 10558630 w 12203753"/>
              <a:gd name="connsiteY10577" fmla="*/ 39963 h 6858000"/>
              <a:gd name="connsiteX10578" fmla="*/ 10660678 w 12203753"/>
              <a:gd name="connsiteY10578" fmla="*/ 91592 h 6858000"/>
              <a:gd name="connsiteX10579" fmla="*/ 10756416 w 12203753"/>
              <a:gd name="connsiteY10579" fmla="*/ 154120 h 6858000"/>
              <a:gd name="connsiteX10580" fmla="*/ 10733788 w 12203753"/>
              <a:gd name="connsiteY10580" fmla="*/ 193321 h 6858000"/>
              <a:gd name="connsiteX10581" fmla="*/ 10631804 w 12203753"/>
              <a:gd name="connsiteY10581" fmla="*/ 141691 h 6858000"/>
              <a:gd name="connsiteX10582" fmla="*/ 10536066 w 12203753"/>
              <a:gd name="connsiteY10582" fmla="*/ 79163 h 6858000"/>
              <a:gd name="connsiteX10583" fmla="*/ 11129360 w 12203753"/>
              <a:gd name="connsiteY10583" fmla="*/ 39958 h 6858000"/>
              <a:gd name="connsiteX10584" fmla="*/ 11151987 w 12203753"/>
              <a:gd name="connsiteY10584" fmla="*/ 79158 h 6858000"/>
              <a:gd name="connsiteX10585" fmla="*/ 11056249 w 12203753"/>
              <a:gd name="connsiteY10585" fmla="*/ 141687 h 6858000"/>
              <a:gd name="connsiteX10586" fmla="*/ 10954201 w 12203753"/>
              <a:gd name="connsiteY10586" fmla="*/ 193317 h 6858000"/>
              <a:gd name="connsiteX10587" fmla="*/ 10931638 w 12203753"/>
              <a:gd name="connsiteY10587" fmla="*/ 154116 h 6858000"/>
              <a:gd name="connsiteX10588" fmla="*/ 11027376 w 12203753"/>
              <a:gd name="connsiteY10588" fmla="*/ 91587 h 6858000"/>
              <a:gd name="connsiteX10589" fmla="*/ 11129360 w 12203753"/>
              <a:gd name="connsiteY10589" fmla="*/ 39958 h 6858000"/>
              <a:gd name="connsiteX10590" fmla="*/ 11349772 w 12203753"/>
              <a:gd name="connsiteY10590" fmla="*/ 39953 h 6858000"/>
              <a:gd name="connsiteX10591" fmla="*/ 11451820 w 12203753"/>
              <a:gd name="connsiteY10591" fmla="*/ 91582 h 6858000"/>
              <a:gd name="connsiteX10592" fmla="*/ 11547558 w 12203753"/>
              <a:gd name="connsiteY10592" fmla="*/ 154111 h 6858000"/>
              <a:gd name="connsiteX10593" fmla="*/ 11524930 w 12203753"/>
              <a:gd name="connsiteY10593" fmla="*/ 193312 h 6858000"/>
              <a:gd name="connsiteX10594" fmla="*/ 11422946 w 12203753"/>
              <a:gd name="connsiteY10594" fmla="*/ 141682 h 6858000"/>
              <a:gd name="connsiteX10595" fmla="*/ 11327208 w 12203753"/>
              <a:gd name="connsiteY10595" fmla="*/ 79153 h 6858000"/>
              <a:gd name="connsiteX10596" fmla="*/ 11920501 w 12203753"/>
              <a:gd name="connsiteY10596" fmla="*/ 39949 h 6858000"/>
              <a:gd name="connsiteX10597" fmla="*/ 11943128 w 12203753"/>
              <a:gd name="connsiteY10597" fmla="*/ 79149 h 6858000"/>
              <a:gd name="connsiteX10598" fmla="*/ 11847390 w 12203753"/>
              <a:gd name="connsiteY10598" fmla="*/ 141678 h 6858000"/>
              <a:gd name="connsiteX10599" fmla="*/ 11745343 w 12203753"/>
              <a:gd name="connsiteY10599" fmla="*/ 193308 h 6858000"/>
              <a:gd name="connsiteX10600" fmla="*/ 11722715 w 12203753"/>
              <a:gd name="connsiteY10600" fmla="*/ 154107 h 6858000"/>
              <a:gd name="connsiteX10601" fmla="*/ 11818516 w 12203753"/>
              <a:gd name="connsiteY10601" fmla="*/ 91578 h 6858000"/>
              <a:gd name="connsiteX10602" fmla="*/ 11920501 w 12203753"/>
              <a:gd name="connsiteY10602" fmla="*/ 39949 h 6858000"/>
              <a:gd name="connsiteX10603" fmla="*/ 12140914 w 12203753"/>
              <a:gd name="connsiteY10603" fmla="*/ 39944 h 6858000"/>
              <a:gd name="connsiteX10604" fmla="*/ 12171908 w 12203753"/>
              <a:gd name="connsiteY10604" fmla="*/ 54190 h 6858000"/>
              <a:gd name="connsiteX10605" fmla="*/ 12203753 w 12203753"/>
              <a:gd name="connsiteY10605" fmla="*/ 70944 h 6858000"/>
              <a:gd name="connsiteX10606" fmla="*/ 12203753 w 12203753"/>
              <a:gd name="connsiteY10606" fmla="*/ 135159 h 6858000"/>
              <a:gd name="connsiteX10607" fmla="*/ 12146132 w 12203753"/>
              <a:gd name="connsiteY10607" fmla="*/ 98840 h 6858000"/>
              <a:gd name="connsiteX10608" fmla="*/ 12118286 w 12203753"/>
              <a:gd name="connsiteY10608" fmla="*/ 79144 h 6858000"/>
              <a:gd name="connsiteX10609" fmla="*/ 11606317 w 12203753"/>
              <a:gd name="connsiteY10609" fmla="*/ 0 h 6858000"/>
              <a:gd name="connsiteX10610" fmla="*/ 11664019 w 12203753"/>
              <a:gd name="connsiteY10610" fmla="*/ 0 h 6858000"/>
              <a:gd name="connsiteX10611" fmla="*/ 11664075 w 12203753"/>
              <a:gd name="connsiteY10611" fmla="*/ 2475 h 6858000"/>
              <a:gd name="connsiteX10612" fmla="*/ 11657764 w 12203753"/>
              <a:gd name="connsiteY10612" fmla="*/ 116633 h 6858000"/>
              <a:gd name="connsiteX10613" fmla="*/ 11612508 w 12203753"/>
              <a:gd name="connsiteY10613" fmla="*/ 116633 h 6858000"/>
              <a:gd name="connsiteX10614" fmla="*/ 11606262 w 12203753"/>
              <a:gd name="connsiteY10614" fmla="*/ 2475 h 6858000"/>
              <a:gd name="connsiteX10615" fmla="*/ 10815176 w 12203753"/>
              <a:gd name="connsiteY10615" fmla="*/ 0 h 6858000"/>
              <a:gd name="connsiteX10616" fmla="*/ 10872877 w 12203753"/>
              <a:gd name="connsiteY10616" fmla="*/ 0 h 6858000"/>
              <a:gd name="connsiteX10617" fmla="*/ 10872933 w 12203753"/>
              <a:gd name="connsiteY10617" fmla="*/ 2484 h 6858000"/>
              <a:gd name="connsiteX10618" fmla="*/ 10866623 w 12203753"/>
              <a:gd name="connsiteY10618" fmla="*/ 116643 h 6858000"/>
              <a:gd name="connsiteX10619" fmla="*/ 10821367 w 12203753"/>
              <a:gd name="connsiteY10619" fmla="*/ 116643 h 6858000"/>
              <a:gd name="connsiteX10620" fmla="*/ 10815121 w 12203753"/>
              <a:gd name="connsiteY10620" fmla="*/ 2484 h 6858000"/>
              <a:gd name="connsiteX10621" fmla="*/ 10024035 w 12203753"/>
              <a:gd name="connsiteY10621" fmla="*/ 0 h 6858000"/>
              <a:gd name="connsiteX10622" fmla="*/ 10081735 w 12203753"/>
              <a:gd name="connsiteY10622" fmla="*/ 0 h 6858000"/>
              <a:gd name="connsiteX10623" fmla="*/ 10081791 w 12203753"/>
              <a:gd name="connsiteY10623" fmla="*/ 2494 h 6858000"/>
              <a:gd name="connsiteX10624" fmla="*/ 10075481 w 12203753"/>
              <a:gd name="connsiteY10624" fmla="*/ 116652 h 6858000"/>
              <a:gd name="connsiteX10625" fmla="*/ 10030289 w 12203753"/>
              <a:gd name="connsiteY10625" fmla="*/ 116652 h 6858000"/>
              <a:gd name="connsiteX10626" fmla="*/ 10023979 w 12203753"/>
              <a:gd name="connsiteY10626" fmla="*/ 2494 h 6858000"/>
              <a:gd name="connsiteX10627" fmla="*/ 9232894 w 12203753"/>
              <a:gd name="connsiteY10627" fmla="*/ 0 h 6858000"/>
              <a:gd name="connsiteX10628" fmla="*/ 9290594 w 12203753"/>
              <a:gd name="connsiteY10628" fmla="*/ 0 h 6858000"/>
              <a:gd name="connsiteX10629" fmla="*/ 9290650 w 12203753"/>
              <a:gd name="connsiteY10629" fmla="*/ 2503 h 6858000"/>
              <a:gd name="connsiteX10630" fmla="*/ 9284403 w 12203753"/>
              <a:gd name="connsiteY10630" fmla="*/ 116662 h 6858000"/>
              <a:gd name="connsiteX10631" fmla="*/ 9239148 w 12203753"/>
              <a:gd name="connsiteY10631" fmla="*/ 116662 h 6858000"/>
              <a:gd name="connsiteX10632" fmla="*/ 9232838 w 12203753"/>
              <a:gd name="connsiteY10632" fmla="*/ 2503 h 6858000"/>
              <a:gd name="connsiteX10633" fmla="*/ 8441752 w 12203753"/>
              <a:gd name="connsiteY10633" fmla="*/ 0 h 6858000"/>
              <a:gd name="connsiteX10634" fmla="*/ 8499452 w 12203753"/>
              <a:gd name="connsiteY10634" fmla="*/ 0 h 6858000"/>
              <a:gd name="connsiteX10635" fmla="*/ 8499508 w 12203753"/>
              <a:gd name="connsiteY10635" fmla="*/ 2513 h 6858000"/>
              <a:gd name="connsiteX10636" fmla="*/ 8493261 w 12203753"/>
              <a:gd name="connsiteY10636" fmla="*/ 116671 h 6858000"/>
              <a:gd name="connsiteX10637" fmla="*/ 8448006 w 12203753"/>
              <a:gd name="connsiteY10637" fmla="*/ 116671 h 6858000"/>
              <a:gd name="connsiteX10638" fmla="*/ 8441696 w 12203753"/>
              <a:gd name="connsiteY10638" fmla="*/ 2513 h 6858000"/>
              <a:gd name="connsiteX10639" fmla="*/ 7650675 w 12203753"/>
              <a:gd name="connsiteY10639" fmla="*/ 0 h 6858000"/>
              <a:gd name="connsiteX10640" fmla="*/ 7708375 w 12203753"/>
              <a:gd name="connsiteY10640" fmla="*/ 0 h 6858000"/>
              <a:gd name="connsiteX10641" fmla="*/ 7708431 w 12203753"/>
              <a:gd name="connsiteY10641" fmla="*/ 2523 h 6858000"/>
              <a:gd name="connsiteX10642" fmla="*/ 7702121 w 12203753"/>
              <a:gd name="connsiteY10642" fmla="*/ 116681 h 6858000"/>
              <a:gd name="connsiteX10643" fmla="*/ 7656865 w 12203753"/>
              <a:gd name="connsiteY10643" fmla="*/ 116681 h 6858000"/>
              <a:gd name="connsiteX10644" fmla="*/ 7650619 w 12203753"/>
              <a:gd name="connsiteY10644" fmla="*/ 2523 h 6858000"/>
              <a:gd name="connsiteX10645" fmla="*/ 6859534 w 12203753"/>
              <a:gd name="connsiteY10645" fmla="*/ 0 h 6858000"/>
              <a:gd name="connsiteX10646" fmla="*/ 6917232 w 12203753"/>
              <a:gd name="connsiteY10646" fmla="*/ 0 h 6858000"/>
              <a:gd name="connsiteX10647" fmla="*/ 6917290 w 12203753"/>
              <a:gd name="connsiteY10647" fmla="*/ 2532 h 6858000"/>
              <a:gd name="connsiteX10648" fmla="*/ 6910979 w 12203753"/>
              <a:gd name="connsiteY10648" fmla="*/ 116690 h 6858000"/>
              <a:gd name="connsiteX10649" fmla="*/ 6865787 w 12203753"/>
              <a:gd name="connsiteY10649" fmla="*/ 116690 h 6858000"/>
              <a:gd name="connsiteX10650" fmla="*/ 6859477 w 12203753"/>
              <a:gd name="connsiteY10650" fmla="*/ 2532 h 6858000"/>
              <a:gd name="connsiteX10651" fmla="*/ 6068457 w 12203753"/>
              <a:gd name="connsiteY10651" fmla="*/ 0 h 6858000"/>
              <a:gd name="connsiteX10652" fmla="*/ 6126154 w 12203753"/>
              <a:gd name="connsiteY10652" fmla="*/ 0 h 6858000"/>
              <a:gd name="connsiteX10653" fmla="*/ 6126212 w 12203753"/>
              <a:gd name="connsiteY10653" fmla="*/ 2542 h 6858000"/>
              <a:gd name="connsiteX10654" fmla="*/ 6119901 w 12203753"/>
              <a:gd name="connsiteY10654" fmla="*/ 116699 h 6858000"/>
              <a:gd name="connsiteX10655" fmla="*/ 6074648 w 12203753"/>
              <a:gd name="connsiteY10655" fmla="*/ 116699 h 6858000"/>
              <a:gd name="connsiteX10656" fmla="*/ 6068400 w 12203753"/>
              <a:gd name="connsiteY10656" fmla="*/ 2542 h 6858000"/>
              <a:gd name="connsiteX10657" fmla="*/ 5277265 w 12203753"/>
              <a:gd name="connsiteY10657" fmla="*/ 0 h 6858000"/>
              <a:gd name="connsiteX10658" fmla="*/ 5335028 w 12203753"/>
              <a:gd name="connsiteY10658" fmla="*/ 0 h 6858000"/>
              <a:gd name="connsiteX10659" fmla="*/ 5335085 w 12203753"/>
              <a:gd name="connsiteY10659" fmla="*/ 2548 h 6858000"/>
              <a:gd name="connsiteX10660" fmla="*/ 5328774 w 12203753"/>
              <a:gd name="connsiteY10660" fmla="*/ 116706 h 6858000"/>
              <a:gd name="connsiteX10661" fmla="*/ 5283517 w 12203753"/>
              <a:gd name="connsiteY10661" fmla="*/ 116706 h 6858000"/>
              <a:gd name="connsiteX10662" fmla="*/ 5277207 w 12203753"/>
              <a:gd name="connsiteY10662" fmla="*/ 2548 h 6858000"/>
              <a:gd name="connsiteX10663" fmla="*/ 4486122 w 12203753"/>
              <a:gd name="connsiteY10663" fmla="*/ 0 h 6858000"/>
              <a:gd name="connsiteX10664" fmla="*/ 4543887 w 12203753"/>
              <a:gd name="connsiteY10664" fmla="*/ 0 h 6858000"/>
              <a:gd name="connsiteX10665" fmla="*/ 4543944 w 12203753"/>
              <a:gd name="connsiteY10665" fmla="*/ 2561 h 6858000"/>
              <a:gd name="connsiteX10666" fmla="*/ 4537632 w 12203753"/>
              <a:gd name="connsiteY10666" fmla="*/ 116718 h 6858000"/>
              <a:gd name="connsiteX10667" fmla="*/ 4492377 w 12203753"/>
              <a:gd name="connsiteY10667" fmla="*/ 116718 h 6858000"/>
              <a:gd name="connsiteX10668" fmla="*/ 4486066 w 12203753"/>
              <a:gd name="connsiteY10668" fmla="*/ 2561 h 6858000"/>
              <a:gd name="connsiteX10669" fmla="*/ 3695133 w 12203753"/>
              <a:gd name="connsiteY10669" fmla="*/ 0 h 6858000"/>
              <a:gd name="connsiteX10670" fmla="*/ 3752896 w 12203753"/>
              <a:gd name="connsiteY10670" fmla="*/ 0 h 6858000"/>
              <a:gd name="connsiteX10671" fmla="*/ 3752953 w 12203753"/>
              <a:gd name="connsiteY10671" fmla="*/ 2571 h 6858000"/>
              <a:gd name="connsiteX10672" fmla="*/ 3746642 w 12203753"/>
              <a:gd name="connsiteY10672" fmla="*/ 116728 h 6858000"/>
              <a:gd name="connsiteX10673" fmla="*/ 3701387 w 12203753"/>
              <a:gd name="connsiteY10673" fmla="*/ 116728 h 6858000"/>
              <a:gd name="connsiteX10674" fmla="*/ 3695075 w 12203753"/>
              <a:gd name="connsiteY10674" fmla="*/ 2571 h 6858000"/>
              <a:gd name="connsiteX10675" fmla="*/ 2904071 w 12203753"/>
              <a:gd name="connsiteY10675" fmla="*/ 0 h 6858000"/>
              <a:gd name="connsiteX10676" fmla="*/ 2961764 w 12203753"/>
              <a:gd name="connsiteY10676" fmla="*/ 0 h 6858000"/>
              <a:gd name="connsiteX10677" fmla="*/ 2961822 w 12203753"/>
              <a:gd name="connsiteY10677" fmla="*/ 2580 h 6858000"/>
              <a:gd name="connsiteX10678" fmla="*/ 2955512 w 12203753"/>
              <a:gd name="connsiteY10678" fmla="*/ 116737 h 6858000"/>
              <a:gd name="connsiteX10679" fmla="*/ 2910259 w 12203753"/>
              <a:gd name="connsiteY10679" fmla="*/ 116737 h 6858000"/>
              <a:gd name="connsiteX10680" fmla="*/ 2904013 w 12203753"/>
              <a:gd name="connsiteY10680" fmla="*/ 2580 h 6858000"/>
              <a:gd name="connsiteX10681" fmla="*/ 2112926 w 12203753"/>
              <a:gd name="connsiteY10681" fmla="*/ 0 h 6858000"/>
              <a:gd name="connsiteX10682" fmla="*/ 2170621 w 12203753"/>
              <a:gd name="connsiteY10682" fmla="*/ 0 h 6858000"/>
              <a:gd name="connsiteX10683" fmla="*/ 2170679 w 12203753"/>
              <a:gd name="connsiteY10683" fmla="*/ 2590 h 6858000"/>
              <a:gd name="connsiteX10684" fmla="*/ 2164366 w 12203753"/>
              <a:gd name="connsiteY10684" fmla="*/ 116747 h 6858000"/>
              <a:gd name="connsiteX10685" fmla="*/ 2119119 w 12203753"/>
              <a:gd name="connsiteY10685" fmla="*/ 116747 h 6858000"/>
              <a:gd name="connsiteX10686" fmla="*/ 2112868 w 12203753"/>
              <a:gd name="connsiteY10686" fmla="*/ 2590 h 6858000"/>
              <a:gd name="connsiteX10687" fmla="*/ 1321802 w 12203753"/>
              <a:gd name="connsiteY10687" fmla="*/ 0 h 6858000"/>
              <a:gd name="connsiteX10688" fmla="*/ 1379498 w 12203753"/>
              <a:gd name="connsiteY10688" fmla="*/ 0 h 6858000"/>
              <a:gd name="connsiteX10689" fmla="*/ 1379556 w 12203753"/>
              <a:gd name="connsiteY10689" fmla="*/ 2599 h 6858000"/>
              <a:gd name="connsiteX10690" fmla="*/ 1373245 w 12203753"/>
              <a:gd name="connsiteY10690" fmla="*/ 116756 h 6858000"/>
              <a:gd name="connsiteX10691" fmla="*/ 1327990 w 12203753"/>
              <a:gd name="connsiteY10691" fmla="*/ 116756 h 6858000"/>
              <a:gd name="connsiteX10692" fmla="*/ 1321744 w 12203753"/>
              <a:gd name="connsiteY10692" fmla="*/ 2599 h 6858000"/>
              <a:gd name="connsiteX10693" fmla="*/ 530660 w 12203753"/>
              <a:gd name="connsiteY10693" fmla="*/ 0 h 6858000"/>
              <a:gd name="connsiteX10694" fmla="*/ 588355 w 12203753"/>
              <a:gd name="connsiteY10694" fmla="*/ 0 h 6858000"/>
              <a:gd name="connsiteX10695" fmla="*/ 588413 w 12203753"/>
              <a:gd name="connsiteY10695" fmla="*/ 2609 h 6858000"/>
              <a:gd name="connsiteX10696" fmla="*/ 582102 w 12203753"/>
              <a:gd name="connsiteY10696" fmla="*/ 116765 h 6858000"/>
              <a:gd name="connsiteX10697" fmla="*/ 536848 w 12203753"/>
              <a:gd name="connsiteY10697" fmla="*/ 116765 h 6858000"/>
              <a:gd name="connsiteX10698" fmla="*/ 530602 w 12203753"/>
              <a:gd name="connsiteY10698" fmla="*/ 260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</a:cxnLst>
            <a:rect l="l" t="t" r="r" b="b"/>
            <a:pathLst>
              <a:path w="12203753" h="6858000">
                <a:moveTo>
                  <a:pt x="11612572" y="6739403"/>
                </a:moveTo>
                <a:lnTo>
                  <a:pt x="11657764" y="6739403"/>
                </a:lnTo>
                <a:cubicBezTo>
                  <a:pt x="11657764" y="6739403"/>
                  <a:pt x="11664075" y="6791861"/>
                  <a:pt x="11664075" y="6853562"/>
                </a:cubicBezTo>
                <a:lnTo>
                  <a:pt x="11663975" y="6858000"/>
                </a:lnTo>
                <a:lnTo>
                  <a:pt x="11606362" y="6858000"/>
                </a:lnTo>
                <a:lnTo>
                  <a:pt x="11606262" y="6853562"/>
                </a:lnTo>
                <a:cubicBezTo>
                  <a:pt x="11606262" y="6791861"/>
                  <a:pt x="11612572" y="6739403"/>
                  <a:pt x="11612572" y="6739403"/>
                </a:cubicBezTo>
                <a:close/>
                <a:moveTo>
                  <a:pt x="10821431" y="6739403"/>
                </a:moveTo>
                <a:lnTo>
                  <a:pt x="10866623" y="6739403"/>
                </a:lnTo>
                <a:cubicBezTo>
                  <a:pt x="10866623" y="6739403"/>
                  <a:pt x="10872933" y="6791861"/>
                  <a:pt x="10872933" y="6853562"/>
                </a:cubicBezTo>
                <a:lnTo>
                  <a:pt x="10872833" y="6858000"/>
                </a:lnTo>
                <a:lnTo>
                  <a:pt x="10815221" y="6858000"/>
                </a:lnTo>
                <a:lnTo>
                  <a:pt x="10815121" y="6853562"/>
                </a:lnTo>
                <a:cubicBezTo>
                  <a:pt x="10815121" y="6791861"/>
                  <a:pt x="10821431" y="6739403"/>
                  <a:pt x="10821431" y="6739403"/>
                </a:cubicBezTo>
                <a:close/>
                <a:moveTo>
                  <a:pt x="10030289" y="6739403"/>
                </a:moveTo>
                <a:lnTo>
                  <a:pt x="10075544" y="6739403"/>
                </a:lnTo>
                <a:cubicBezTo>
                  <a:pt x="10075544" y="6739403"/>
                  <a:pt x="10081791" y="6791861"/>
                  <a:pt x="10081791" y="6853562"/>
                </a:cubicBezTo>
                <a:lnTo>
                  <a:pt x="10081692" y="6858000"/>
                </a:lnTo>
                <a:lnTo>
                  <a:pt x="10024079" y="6858000"/>
                </a:lnTo>
                <a:lnTo>
                  <a:pt x="10023979" y="6853562"/>
                </a:lnTo>
                <a:cubicBezTo>
                  <a:pt x="10023979" y="6791861"/>
                  <a:pt x="10030289" y="6739403"/>
                  <a:pt x="10030289" y="6739403"/>
                </a:cubicBezTo>
                <a:close/>
                <a:moveTo>
                  <a:pt x="9239147" y="6739403"/>
                </a:moveTo>
                <a:lnTo>
                  <a:pt x="9284403" y="6739403"/>
                </a:lnTo>
                <a:cubicBezTo>
                  <a:pt x="9284403" y="6739403"/>
                  <a:pt x="9290649" y="6791861"/>
                  <a:pt x="9290649" y="6853562"/>
                </a:cubicBezTo>
                <a:lnTo>
                  <a:pt x="9290550" y="6858000"/>
                </a:lnTo>
                <a:lnTo>
                  <a:pt x="9233000" y="6858000"/>
                </a:lnTo>
                <a:lnTo>
                  <a:pt x="9232901" y="6853562"/>
                </a:lnTo>
                <a:cubicBezTo>
                  <a:pt x="9232901" y="6791861"/>
                  <a:pt x="9239147" y="6739403"/>
                  <a:pt x="9239147" y="6739403"/>
                </a:cubicBezTo>
                <a:close/>
                <a:moveTo>
                  <a:pt x="8448006" y="6739403"/>
                </a:moveTo>
                <a:lnTo>
                  <a:pt x="8493262" y="6739403"/>
                </a:lnTo>
                <a:cubicBezTo>
                  <a:pt x="8493262" y="6739403"/>
                  <a:pt x="8499508" y="6791861"/>
                  <a:pt x="8499508" y="6853562"/>
                </a:cubicBezTo>
                <a:lnTo>
                  <a:pt x="8499409" y="6858000"/>
                </a:lnTo>
                <a:lnTo>
                  <a:pt x="8441859" y="6858000"/>
                </a:lnTo>
                <a:lnTo>
                  <a:pt x="8441760" y="6853562"/>
                </a:lnTo>
                <a:cubicBezTo>
                  <a:pt x="8441760" y="6791861"/>
                  <a:pt x="8448006" y="6739403"/>
                  <a:pt x="8448006" y="6739403"/>
                </a:cubicBezTo>
                <a:close/>
                <a:moveTo>
                  <a:pt x="7656865" y="6739403"/>
                </a:moveTo>
                <a:lnTo>
                  <a:pt x="7702121" y="6739403"/>
                </a:lnTo>
                <a:cubicBezTo>
                  <a:pt x="7702121" y="6739403"/>
                  <a:pt x="7708431" y="6791861"/>
                  <a:pt x="7708431" y="6853562"/>
                </a:cubicBezTo>
                <a:lnTo>
                  <a:pt x="7708332" y="6858000"/>
                </a:lnTo>
                <a:lnTo>
                  <a:pt x="7650718" y="6858000"/>
                </a:lnTo>
                <a:lnTo>
                  <a:pt x="7650619" y="6853562"/>
                </a:lnTo>
                <a:cubicBezTo>
                  <a:pt x="7650619" y="6791861"/>
                  <a:pt x="7656865" y="6739403"/>
                  <a:pt x="7656865" y="6739403"/>
                </a:cubicBezTo>
                <a:close/>
                <a:moveTo>
                  <a:pt x="6865787" y="6739403"/>
                </a:moveTo>
                <a:lnTo>
                  <a:pt x="6910979" y="6739403"/>
                </a:lnTo>
                <a:cubicBezTo>
                  <a:pt x="6910979" y="6739403"/>
                  <a:pt x="6917290" y="6791861"/>
                  <a:pt x="6917290" y="6853562"/>
                </a:cubicBezTo>
                <a:lnTo>
                  <a:pt x="6917189" y="6858000"/>
                </a:lnTo>
                <a:lnTo>
                  <a:pt x="6859578" y="6858000"/>
                </a:lnTo>
                <a:lnTo>
                  <a:pt x="6859477" y="6853562"/>
                </a:lnTo>
                <a:cubicBezTo>
                  <a:pt x="6859477" y="6791861"/>
                  <a:pt x="6865787" y="6739403"/>
                  <a:pt x="6865787" y="6739403"/>
                </a:cubicBezTo>
                <a:close/>
                <a:moveTo>
                  <a:pt x="6074648" y="6739403"/>
                </a:moveTo>
                <a:lnTo>
                  <a:pt x="6119901" y="6739403"/>
                </a:lnTo>
                <a:cubicBezTo>
                  <a:pt x="6119901" y="6739403"/>
                  <a:pt x="6126212" y="6791861"/>
                  <a:pt x="6126212" y="6853562"/>
                </a:cubicBezTo>
                <a:lnTo>
                  <a:pt x="6126111" y="6858000"/>
                </a:lnTo>
                <a:lnTo>
                  <a:pt x="6068438" y="6858000"/>
                </a:lnTo>
                <a:lnTo>
                  <a:pt x="6068337" y="6853562"/>
                </a:lnTo>
                <a:cubicBezTo>
                  <a:pt x="6068337" y="6791861"/>
                  <a:pt x="6074648" y="6739403"/>
                  <a:pt x="6074648" y="6739403"/>
                </a:cubicBezTo>
                <a:close/>
                <a:moveTo>
                  <a:pt x="5283517" y="6739403"/>
                </a:moveTo>
                <a:lnTo>
                  <a:pt x="5328774" y="6739403"/>
                </a:lnTo>
                <a:cubicBezTo>
                  <a:pt x="5328774" y="6739403"/>
                  <a:pt x="5335084" y="6791861"/>
                  <a:pt x="5335084" y="6853562"/>
                </a:cubicBezTo>
                <a:lnTo>
                  <a:pt x="5334984" y="6858000"/>
                </a:lnTo>
                <a:lnTo>
                  <a:pt x="5277369" y="6858000"/>
                </a:lnTo>
                <a:lnTo>
                  <a:pt x="5277271" y="6853562"/>
                </a:lnTo>
                <a:cubicBezTo>
                  <a:pt x="5277271" y="6791861"/>
                  <a:pt x="5283517" y="6739403"/>
                  <a:pt x="5283517" y="6739403"/>
                </a:cubicBezTo>
                <a:close/>
                <a:moveTo>
                  <a:pt x="4492377" y="6739403"/>
                </a:moveTo>
                <a:lnTo>
                  <a:pt x="4537632" y="6739403"/>
                </a:lnTo>
                <a:cubicBezTo>
                  <a:pt x="4537632" y="6739403"/>
                  <a:pt x="4543944" y="6791861"/>
                  <a:pt x="4543944" y="6853562"/>
                </a:cubicBezTo>
                <a:lnTo>
                  <a:pt x="4543846" y="6858000"/>
                </a:lnTo>
                <a:lnTo>
                  <a:pt x="4486164" y="6858000"/>
                </a:lnTo>
                <a:lnTo>
                  <a:pt x="4486066" y="6853562"/>
                </a:lnTo>
                <a:cubicBezTo>
                  <a:pt x="4486066" y="6791861"/>
                  <a:pt x="4492377" y="6739403"/>
                  <a:pt x="4492377" y="6739403"/>
                </a:cubicBezTo>
                <a:close/>
                <a:moveTo>
                  <a:pt x="3701387" y="6739403"/>
                </a:moveTo>
                <a:lnTo>
                  <a:pt x="3746640" y="6739403"/>
                </a:lnTo>
                <a:cubicBezTo>
                  <a:pt x="3746640" y="6739403"/>
                  <a:pt x="3752950" y="6791861"/>
                  <a:pt x="3752950" y="6853562"/>
                </a:cubicBezTo>
                <a:lnTo>
                  <a:pt x="3752851" y="6858000"/>
                </a:lnTo>
                <a:lnTo>
                  <a:pt x="3695239" y="6858000"/>
                </a:lnTo>
                <a:lnTo>
                  <a:pt x="3695140" y="6853562"/>
                </a:lnTo>
                <a:cubicBezTo>
                  <a:pt x="3695140" y="6791861"/>
                  <a:pt x="3701387" y="6739403"/>
                  <a:pt x="3701387" y="6739403"/>
                </a:cubicBezTo>
                <a:close/>
                <a:moveTo>
                  <a:pt x="2910259" y="6739403"/>
                </a:moveTo>
                <a:lnTo>
                  <a:pt x="2955512" y="6739403"/>
                </a:lnTo>
                <a:cubicBezTo>
                  <a:pt x="2955512" y="6739403"/>
                  <a:pt x="2961822" y="6791861"/>
                  <a:pt x="2961822" y="6853562"/>
                </a:cubicBezTo>
                <a:lnTo>
                  <a:pt x="2961723" y="6858000"/>
                </a:lnTo>
                <a:lnTo>
                  <a:pt x="2904112" y="6858000"/>
                </a:lnTo>
                <a:lnTo>
                  <a:pt x="2904013" y="6853562"/>
                </a:lnTo>
                <a:cubicBezTo>
                  <a:pt x="2904013" y="6791861"/>
                  <a:pt x="2910259" y="6739403"/>
                  <a:pt x="2910259" y="6739403"/>
                </a:cubicBezTo>
                <a:close/>
                <a:moveTo>
                  <a:pt x="2119119" y="6739403"/>
                </a:moveTo>
                <a:lnTo>
                  <a:pt x="2164366" y="6739403"/>
                </a:lnTo>
                <a:cubicBezTo>
                  <a:pt x="2164366" y="6739403"/>
                  <a:pt x="2170679" y="6791861"/>
                  <a:pt x="2170679" y="6853562"/>
                </a:cubicBezTo>
                <a:lnTo>
                  <a:pt x="2170579" y="6858000"/>
                </a:lnTo>
                <a:lnTo>
                  <a:pt x="2112967" y="6858000"/>
                </a:lnTo>
                <a:lnTo>
                  <a:pt x="2112868" y="6853562"/>
                </a:lnTo>
                <a:cubicBezTo>
                  <a:pt x="2112868" y="6791861"/>
                  <a:pt x="2119119" y="6739403"/>
                  <a:pt x="2119119" y="6739403"/>
                </a:cubicBezTo>
                <a:close/>
                <a:moveTo>
                  <a:pt x="1327990" y="6739403"/>
                </a:moveTo>
                <a:lnTo>
                  <a:pt x="1373245" y="6739403"/>
                </a:lnTo>
                <a:cubicBezTo>
                  <a:pt x="1373245" y="6739403"/>
                  <a:pt x="1379556" y="6791861"/>
                  <a:pt x="1379556" y="6853562"/>
                </a:cubicBezTo>
                <a:lnTo>
                  <a:pt x="1379457" y="6858000"/>
                </a:lnTo>
                <a:lnTo>
                  <a:pt x="1321781" y="6858000"/>
                </a:lnTo>
                <a:lnTo>
                  <a:pt x="1321681" y="6853562"/>
                </a:lnTo>
                <a:cubicBezTo>
                  <a:pt x="1321681" y="6791861"/>
                  <a:pt x="1327990" y="6739403"/>
                  <a:pt x="1327990" y="6739403"/>
                </a:cubicBezTo>
                <a:close/>
                <a:moveTo>
                  <a:pt x="536912" y="6739403"/>
                </a:moveTo>
                <a:lnTo>
                  <a:pt x="582167" y="6739403"/>
                </a:lnTo>
                <a:cubicBezTo>
                  <a:pt x="582167" y="6739403"/>
                  <a:pt x="588477" y="6791861"/>
                  <a:pt x="588477" y="6853562"/>
                </a:cubicBezTo>
                <a:lnTo>
                  <a:pt x="588378" y="6858000"/>
                </a:lnTo>
                <a:lnTo>
                  <a:pt x="530764" y="6858000"/>
                </a:lnTo>
                <a:lnTo>
                  <a:pt x="530665" y="6853562"/>
                </a:lnTo>
                <a:cubicBezTo>
                  <a:pt x="530665" y="6791861"/>
                  <a:pt x="536912" y="6739403"/>
                  <a:pt x="536912" y="6739403"/>
                </a:cubicBezTo>
                <a:close/>
                <a:moveTo>
                  <a:pt x="0" y="6726553"/>
                </a:moveTo>
                <a:lnTo>
                  <a:pt x="48559" y="6757186"/>
                </a:lnTo>
                <a:cubicBezTo>
                  <a:pt x="65816" y="6768963"/>
                  <a:pt x="76396" y="6776882"/>
                  <a:pt x="76396" y="6776882"/>
                </a:cubicBezTo>
                <a:lnTo>
                  <a:pt x="53769" y="6816082"/>
                </a:lnTo>
                <a:cubicBezTo>
                  <a:pt x="53769" y="6816082"/>
                  <a:pt x="41611" y="6810872"/>
                  <a:pt x="22784" y="6801804"/>
                </a:cubicBezTo>
                <a:lnTo>
                  <a:pt x="0" y="6789797"/>
                </a:lnTo>
                <a:close/>
                <a:moveTo>
                  <a:pt x="12203753" y="6720867"/>
                </a:moveTo>
                <a:lnTo>
                  <a:pt x="12203753" y="6785036"/>
                </a:lnTo>
                <a:lnTo>
                  <a:pt x="12171908" y="6801804"/>
                </a:lnTo>
                <a:cubicBezTo>
                  <a:pt x="12153072" y="6810871"/>
                  <a:pt x="12140914" y="6816082"/>
                  <a:pt x="12140914" y="6816082"/>
                </a:cubicBezTo>
                <a:lnTo>
                  <a:pt x="12118286" y="6776882"/>
                </a:lnTo>
                <a:cubicBezTo>
                  <a:pt x="12118286" y="6776882"/>
                  <a:pt x="12128867" y="6768963"/>
                  <a:pt x="12146132" y="6757187"/>
                </a:cubicBezTo>
                <a:close/>
                <a:moveTo>
                  <a:pt x="5416402" y="6662746"/>
                </a:moveTo>
                <a:lnTo>
                  <a:pt x="5424781" y="6666452"/>
                </a:lnTo>
                <a:cubicBezTo>
                  <a:pt x="5440965" y="6673742"/>
                  <a:pt x="5478335" y="6691215"/>
                  <a:pt x="5518395" y="6714353"/>
                </a:cubicBezTo>
                <a:cubicBezTo>
                  <a:pt x="5571809" y="6745203"/>
                  <a:pt x="5614131" y="6776882"/>
                  <a:pt x="5614131" y="6776882"/>
                </a:cubicBezTo>
                <a:lnTo>
                  <a:pt x="5591504" y="6816082"/>
                </a:lnTo>
                <a:cubicBezTo>
                  <a:pt x="5591504" y="6816082"/>
                  <a:pt x="5542870" y="6795239"/>
                  <a:pt x="5489521" y="6764389"/>
                </a:cubicBezTo>
                <a:cubicBezTo>
                  <a:pt x="5436110" y="6733538"/>
                  <a:pt x="5393787" y="6701859"/>
                  <a:pt x="5393787" y="6701859"/>
                </a:cubicBezTo>
                <a:close/>
                <a:moveTo>
                  <a:pt x="4625259" y="6662746"/>
                </a:moveTo>
                <a:lnTo>
                  <a:pt x="4633642" y="6666452"/>
                </a:lnTo>
                <a:cubicBezTo>
                  <a:pt x="4649825" y="6673742"/>
                  <a:pt x="4687193" y="6691215"/>
                  <a:pt x="4727254" y="6714353"/>
                </a:cubicBezTo>
                <a:cubicBezTo>
                  <a:pt x="4780668" y="6745203"/>
                  <a:pt x="4822988" y="6776882"/>
                  <a:pt x="4822988" y="6776882"/>
                </a:cubicBezTo>
                <a:lnTo>
                  <a:pt x="4800366" y="6816082"/>
                </a:lnTo>
                <a:cubicBezTo>
                  <a:pt x="4800366" y="6816082"/>
                  <a:pt x="4751732" y="6795239"/>
                  <a:pt x="4698380" y="6764389"/>
                </a:cubicBezTo>
                <a:cubicBezTo>
                  <a:pt x="4644967" y="6733538"/>
                  <a:pt x="4602649" y="6701859"/>
                  <a:pt x="4602649" y="6701859"/>
                </a:cubicBezTo>
                <a:close/>
                <a:moveTo>
                  <a:pt x="3834266" y="6662746"/>
                </a:moveTo>
                <a:lnTo>
                  <a:pt x="3842651" y="6666452"/>
                </a:lnTo>
                <a:cubicBezTo>
                  <a:pt x="3858829" y="6673742"/>
                  <a:pt x="3896202" y="6691215"/>
                  <a:pt x="3936263" y="6714353"/>
                </a:cubicBezTo>
                <a:cubicBezTo>
                  <a:pt x="3989670" y="6745203"/>
                  <a:pt x="4031992" y="6776882"/>
                  <a:pt x="4031992" y="6776882"/>
                </a:cubicBezTo>
                <a:lnTo>
                  <a:pt x="4009366" y="6816082"/>
                </a:lnTo>
                <a:cubicBezTo>
                  <a:pt x="4009366" y="6816082"/>
                  <a:pt x="3960740" y="6795239"/>
                  <a:pt x="3907391" y="6764389"/>
                </a:cubicBezTo>
                <a:cubicBezTo>
                  <a:pt x="3853972" y="6733538"/>
                  <a:pt x="3811651" y="6701859"/>
                  <a:pt x="3811651" y="6701859"/>
                </a:cubicBezTo>
                <a:close/>
                <a:moveTo>
                  <a:pt x="3043144" y="6662746"/>
                </a:moveTo>
                <a:lnTo>
                  <a:pt x="3051523" y="6666452"/>
                </a:lnTo>
                <a:cubicBezTo>
                  <a:pt x="3067710" y="6673742"/>
                  <a:pt x="3105083" y="6691215"/>
                  <a:pt x="3145144" y="6714353"/>
                </a:cubicBezTo>
                <a:cubicBezTo>
                  <a:pt x="3198544" y="6745203"/>
                  <a:pt x="3240871" y="6776882"/>
                  <a:pt x="3240871" y="6776882"/>
                </a:cubicBezTo>
                <a:lnTo>
                  <a:pt x="3218243" y="6816082"/>
                </a:lnTo>
                <a:cubicBezTo>
                  <a:pt x="3218243" y="6816082"/>
                  <a:pt x="3169679" y="6795239"/>
                  <a:pt x="3116268" y="6764389"/>
                </a:cubicBezTo>
                <a:cubicBezTo>
                  <a:pt x="3062852" y="6733538"/>
                  <a:pt x="3020525" y="6701859"/>
                  <a:pt x="3020525" y="6701859"/>
                </a:cubicBezTo>
                <a:close/>
                <a:moveTo>
                  <a:pt x="2252000" y="6662746"/>
                </a:moveTo>
                <a:lnTo>
                  <a:pt x="2260383" y="6666452"/>
                </a:lnTo>
                <a:cubicBezTo>
                  <a:pt x="2276564" y="6673742"/>
                  <a:pt x="2313933" y="6691215"/>
                  <a:pt x="2353993" y="6714353"/>
                </a:cubicBezTo>
                <a:cubicBezTo>
                  <a:pt x="2407411" y="6745203"/>
                  <a:pt x="2449735" y="6776882"/>
                  <a:pt x="2449735" y="6776882"/>
                </a:cubicBezTo>
                <a:lnTo>
                  <a:pt x="2427108" y="6816082"/>
                </a:lnTo>
                <a:cubicBezTo>
                  <a:pt x="2427108" y="6816082"/>
                  <a:pt x="2378532" y="6795239"/>
                  <a:pt x="2325122" y="6764389"/>
                </a:cubicBezTo>
                <a:cubicBezTo>
                  <a:pt x="2271708" y="6733538"/>
                  <a:pt x="2229387" y="6701859"/>
                  <a:pt x="2229387" y="6701859"/>
                </a:cubicBezTo>
                <a:close/>
                <a:moveTo>
                  <a:pt x="1460873" y="6662746"/>
                </a:moveTo>
                <a:lnTo>
                  <a:pt x="1469257" y="6666452"/>
                </a:lnTo>
                <a:cubicBezTo>
                  <a:pt x="1485439" y="6673742"/>
                  <a:pt x="1522810" y="6691215"/>
                  <a:pt x="1562870" y="6714353"/>
                </a:cubicBezTo>
                <a:cubicBezTo>
                  <a:pt x="1616284" y="6745203"/>
                  <a:pt x="1658607" y="6776882"/>
                  <a:pt x="1658607" y="6776882"/>
                </a:cubicBezTo>
                <a:lnTo>
                  <a:pt x="1635980" y="6816082"/>
                </a:lnTo>
                <a:cubicBezTo>
                  <a:pt x="1635980" y="6816082"/>
                  <a:pt x="1587348" y="6795239"/>
                  <a:pt x="1533999" y="6764389"/>
                </a:cubicBezTo>
                <a:cubicBezTo>
                  <a:pt x="1480583" y="6733538"/>
                  <a:pt x="1438259" y="6701859"/>
                  <a:pt x="1438259" y="6701859"/>
                </a:cubicBezTo>
                <a:close/>
                <a:moveTo>
                  <a:pt x="669795" y="6662746"/>
                </a:moveTo>
                <a:lnTo>
                  <a:pt x="678178" y="6666452"/>
                </a:lnTo>
                <a:cubicBezTo>
                  <a:pt x="694360" y="6673742"/>
                  <a:pt x="731732" y="6691215"/>
                  <a:pt x="771792" y="6714353"/>
                </a:cubicBezTo>
                <a:cubicBezTo>
                  <a:pt x="825204" y="6745203"/>
                  <a:pt x="867526" y="6776882"/>
                  <a:pt x="867526" y="6776882"/>
                </a:cubicBezTo>
                <a:lnTo>
                  <a:pt x="844900" y="6816082"/>
                </a:lnTo>
                <a:cubicBezTo>
                  <a:pt x="844900" y="6816082"/>
                  <a:pt x="796268" y="6795239"/>
                  <a:pt x="742918" y="6764389"/>
                </a:cubicBezTo>
                <a:cubicBezTo>
                  <a:pt x="689504" y="6733538"/>
                  <a:pt x="647181" y="6701859"/>
                  <a:pt x="647181" y="6701859"/>
                </a:cubicBezTo>
                <a:close/>
                <a:moveTo>
                  <a:pt x="11745343" y="6662723"/>
                </a:moveTo>
                <a:cubicBezTo>
                  <a:pt x="11745343" y="6662723"/>
                  <a:pt x="11793976" y="6683502"/>
                  <a:pt x="11847390" y="6714353"/>
                </a:cubicBezTo>
                <a:cubicBezTo>
                  <a:pt x="11900804" y="6745203"/>
                  <a:pt x="11943128" y="6776882"/>
                  <a:pt x="11943128" y="6776882"/>
                </a:cubicBezTo>
                <a:lnTo>
                  <a:pt x="11920501" y="6816082"/>
                </a:lnTo>
                <a:cubicBezTo>
                  <a:pt x="11920501" y="6816082"/>
                  <a:pt x="11871931" y="6795239"/>
                  <a:pt x="11818516" y="6764389"/>
                </a:cubicBezTo>
                <a:cubicBezTo>
                  <a:pt x="11765102" y="6733538"/>
                  <a:pt x="11722715" y="6701859"/>
                  <a:pt x="11722715" y="6701859"/>
                </a:cubicBezTo>
                <a:close/>
                <a:moveTo>
                  <a:pt x="11524930" y="6662723"/>
                </a:moveTo>
                <a:lnTo>
                  <a:pt x="11547558" y="6701859"/>
                </a:lnTo>
                <a:cubicBezTo>
                  <a:pt x="11547558" y="6701859"/>
                  <a:pt x="11505234" y="6733538"/>
                  <a:pt x="11451820" y="6764389"/>
                </a:cubicBezTo>
                <a:cubicBezTo>
                  <a:pt x="11398406" y="6795239"/>
                  <a:pt x="11349836" y="6816082"/>
                  <a:pt x="11349836" y="6816082"/>
                </a:cubicBezTo>
                <a:lnTo>
                  <a:pt x="11327208" y="6776882"/>
                </a:lnTo>
                <a:cubicBezTo>
                  <a:pt x="11327208" y="6776882"/>
                  <a:pt x="11369531" y="6745203"/>
                  <a:pt x="11422946" y="6714353"/>
                </a:cubicBezTo>
                <a:cubicBezTo>
                  <a:pt x="11476360" y="6683502"/>
                  <a:pt x="11524930" y="6662723"/>
                  <a:pt x="11524930" y="6662723"/>
                </a:cubicBezTo>
                <a:close/>
                <a:moveTo>
                  <a:pt x="10954265" y="6662723"/>
                </a:moveTo>
                <a:cubicBezTo>
                  <a:pt x="10954265" y="6662723"/>
                  <a:pt x="11002835" y="6683502"/>
                  <a:pt x="11056249" y="6714353"/>
                </a:cubicBezTo>
                <a:cubicBezTo>
                  <a:pt x="11109664" y="6745203"/>
                  <a:pt x="11151987" y="6776882"/>
                  <a:pt x="11151987" y="6776882"/>
                </a:cubicBezTo>
                <a:lnTo>
                  <a:pt x="11129360" y="6816082"/>
                </a:lnTo>
                <a:cubicBezTo>
                  <a:pt x="11129360" y="6816082"/>
                  <a:pt x="11080790" y="6795239"/>
                  <a:pt x="11027376" y="6764389"/>
                </a:cubicBezTo>
                <a:cubicBezTo>
                  <a:pt x="10973961" y="6733538"/>
                  <a:pt x="10931638" y="6701859"/>
                  <a:pt x="10931638" y="6701859"/>
                </a:cubicBezTo>
                <a:close/>
                <a:moveTo>
                  <a:pt x="10733788" y="6662723"/>
                </a:moveTo>
                <a:lnTo>
                  <a:pt x="10756416" y="6701859"/>
                </a:lnTo>
                <a:cubicBezTo>
                  <a:pt x="10756416" y="6701859"/>
                  <a:pt x="10714092" y="6733538"/>
                  <a:pt x="10660678" y="6764389"/>
                </a:cubicBezTo>
                <a:cubicBezTo>
                  <a:pt x="10607264" y="6795239"/>
                  <a:pt x="10558694" y="6816082"/>
                  <a:pt x="10558694" y="6816082"/>
                </a:cubicBezTo>
                <a:lnTo>
                  <a:pt x="10536066" y="6776882"/>
                </a:lnTo>
                <a:cubicBezTo>
                  <a:pt x="10536066" y="6776882"/>
                  <a:pt x="10578389" y="6745203"/>
                  <a:pt x="10631804" y="6714353"/>
                </a:cubicBezTo>
                <a:cubicBezTo>
                  <a:pt x="10685218" y="6683502"/>
                  <a:pt x="10733788" y="6662723"/>
                  <a:pt x="10733788" y="6662723"/>
                </a:cubicBezTo>
                <a:close/>
                <a:moveTo>
                  <a:pt x="10163123" y="6662723"/>
                </a:moveTo>
                <a:cubicBezTo>
                  <a:pt x="10163123" y="6662723"/>
                  <a:pt x="10211693" y="6683502"/>
                  <a:pt x="10265107" y="6714353"/>
                </a:cubicBezTo>
                <a:cubicBezTo>
                  <a:pt x="10318522" y="6745203"/>
                  <a:pt x="10360845" y="6776882"/>
                  <a:pt x="10360845" y="6776882"/>
                </a:cubicBezTo>
                <a:lnTo>
                  <a:pt x="10338218" y="6816082"/>
                </a:lnTo>
                <a:cubicBezTo>
                  <a:pt x="10338218" y="6816082"/>
                  <a:pt x="10289648" y="6795239"/>
                  <a:pt x="10236234" y="6764389"/>
                </a:cubicBezTo>
                <a:cubicBezTo>
                  <a:pt x="10182819" y="6733538"/>
                  <a:pt x="10140496" y="6701859"/>
                  <a:pt x="10140496" y="6701859"/>
                </a:cubicBezTo>
                <a:close/>
                <a:moveTo>
                  <a:pt x="9942711" y="6662723"/>
                </a:moveTo>
                <a:lnTo>
                  <a:pt x="9965339" y="6701859"/>
                </a:lnTo>
                <a:cubicBezTo>
                  <a:pt x="9965339" y="6701859"/>
                  <a:pt x="9923015" y="6733538"/>
                  <a:pt x="9869601" y="6764389"/>
                </a:cubicBezTo>
                <a:cubicBezTo>
                  <a:pt x="9816123" y="6795239"/>
                  <a:pt x="9767553" y="6816082"/>
                  <a:pt x="9767553" y="6816082"/>
                </a:cubicBezTo>
                <a:lnTo>
                  <a:pt x="9744925" y="6776882"/>
                </a:lnTo>
                <a:cubicBezTo>
                  <a:pt x="9744925" y="6776882"/>
                  <a:pt x="9787248" y="6745203"/>
                  <a:pt x="9840663" y="6714353"/>
                </a:cubicBezTo>
                <a:cubicBezTo>
                  <a:pt x="9894077" y="6683502"/>
                  <a:pt x="9942711" y="6662723"/>
                  <a:pt x="9942711" y="6662723"/>
                </a:cubicBezTo>
                <a:close/>
                <a:moveTo>
                  <a:pt x="9371982" y="6662723"/>
                </a:moveTo>
                <a:cubicBezTo>
                  <a:pt x="9371982" y="6662723"/>
                  <a:pt x="9420616" y="6683502"/>
                  <a:pt x="9474030" y="6714353"/>
                </a:cubicBezTo>
                <a:cubicBezTo>
                  <a:pt x="9527444" y="6745203"/>
                  <a:pt x="9569768" y="6776882"/>
                  <a:pt x="9569768" y="6776882"/>
                </a:cubicBezTo>
                <a:lnTo>
                  <a:pt x="9547140" y="6816082"/>
                </a:lnTo>
                <a:cubicBezTo>
                  <a:pt x="9547140" y="6816082"/>
                  <a:pt x="9498507" y="6795239"/>
                  <a:pt x="9445093" y="6764389"/>
                </a:cubicBezTo>
                <a:cubicBezTo>
                  <a:pt x="9391678" y="6733538"/>
                  <a:pt x="9349355" y="6701859"/>
                  <a:pt x="9349355" y="6701859"/>
                </a:cubicBezTo>
                <a:close/>
                <a:moveTo>
                  <a:pt x="9151570" y="6662723"/>
                </a:moveTo>
                <a:lnTo>
                  <a:pt x="9174198" y="6701859"/>
                </a:lnTo>
                <a:cubicBezTo>
                  <a:pt x="9174198" y="6701859"/>
                  <a:pt x="9131874" y="6733538"/>
                  <a:pt x="9078460" y="6764389"/>
                </a:cubicBezTo>
                <a:cubicBezTo>
                  <a:pt x="9025046" y="6795239"/>
                  <a:pt x="8976412" y="6816082"/>
                  <a:pt x="8976412" y="6816082"/>
                </a:cubicBezTo>
                <a:lnTo>
                  <a:pt x="8953784" y="6776882"/>
                </a:lnTo>
                <a:cubicBezTo>
                  <a:pt x="8953784" y="6776882"/>
                  <a:pt x="8996107" y="6745203"/>
                  <a:pt x="9049585" y="6714353"/>
                </a:cubicBezTo>
                <a:cubicBezTo>
                  <a:pt x="9102936" y="6683502"/>
                  <a:pt x="9151570" y="6662723"/>
                  <a:pt x="9151570" y="6662723"/>
                </a:cubicBezTo>
                <a:close/>
                <a:moveTo>
                  <a:pt x="8580840" y="6662723"/>
                </a:moveTo>
                <a:cubicBezTo>
                  <a:pt x="8580840" y="6662723"/>
                  <a:pt x="8629474" y="6683502"/>
                  <a:pt x="8682888" y="6714353"/>
                </a:cubicBezTo>
                <a:cubicBezTo>
                  <a:pt x="8736302" y="6745203"/>
                  <a:pt x="8778626" y="6776882"/>
                  <a:pt x="8778626" y="6776882"/>
                </a:cubicBezTo>
                <a:lnTo>
                  <a:pt x="8755998" y="6816082"/>
                </a:lnTo>
                <a:cubicBezTo>
                  <a:pt x="8755998" y="6816082"/>
                  <a:pt x="8707364" y="6795239"/>
                  <a:pt x="8654014" y="6764389"/>
                </a:cubicBezTo>
                <a:cubicBezTo>
                  <a:pt x="8600536" y="6733538"/>
                  <a:pt x="8558213" y="6701859"/>
                  <a:pt x="8558213" y="6701859"/>
                </a:cubicBezTo>
                <a:close/>
                <a:moveTo>
                  <a:pt x="8360428" y="6662723"/>
                </a:moveTo>
                <a:lnTo>
                  <a:pt x="8383056" y="6701859"/>
                </a:lnTo>
                <a:cubicBezTo>
                  <a:pt x="8383056" y="6701859"/>
                  <a:pt x="8340732" y="6733538"/>
                  <a:pt x="8287318" y="6764389"/>
                </a:cubicBezTo>
                <a:cubicBezTo>
                  <a:pt x="8233904" y="6795239"/>
                  <a:pt x="8185270" y="6816082"/>
                  <a:pt x="8185270" y="6816082"/>
                </a:cubicBezTo>
                <a:lnTo>
                  <a:pt x="8162642" y="6776882"/>
                </a:lnTo>
                <a:cubicBezTo>
                  <a:pt x="8162642" y="6776882"/>
                  <a:pt x="8204965" y="6745203"/>
                  <a:pt x="8258443" y="6714353"/>
                </a:cubicBezTo>
                <a:cubicBezTo>
                  <a:pt x="8311794" y="6683502"/>
                  <a:pt x="8360428" y="6662723"/>
                  <a:pt x="8360428" y="6662723"/>
                </a:cubicBezTo>
                <a:close/>
                <a:moveTo>
                  <a:pt x="7789699" y="6662723"/>
                </a:moveTo>
                <a:cubicBezTo>
                  <a:pt x="7789699" y="6662723"/>
                  <a:pt x="7838333" y="6683502"/>
                  <a:pt x="7891747" y="6714353"/>
                </a:cubicBezTo>
                <a:cubicBezTo>
                  <a:pt x="7945161" y="6745203"/>
                  <a:pt x="7987485" y="6776882"/>
                  <a:pt x="7987485" y="6776882"/>
                </a:cubicBezTo>
                <a:lnTo>
                  <a:pt x="7964857" y="6816082"/>
                </a:lnTo>
                <a:cubicBezTo>
                  <a:pt x="7964857" y="6816082"/>
                  <a:pt x="7916287" y="6795239"/>
                  <a:pt x="7862873" y="6764389"/>
                </a:cubicBezTo>
                <a:cubicBezTo>
                  <a:pt x="7809395" y="6733538"/>
                  <a:pt x="7767072" y="6701859"/>
                  <a:pt x="7767072" y="6701859"/>
                </a:cubicBezTo>
                <a:close/>
                <a:moveTo>
                  <a:pt x="7569286" y="6662723"/>
                </a:moveTo>
                <a:lnTo>
                  <a:pt x="7591913" y="6701859"/>
                </a:lnTo>
                <a:cubicBezTo>
                  <a:pt x="7591913" y="6701859"/>
                  <a:pt x="7549590" y="6733538"/>
                  <a:pt x="7496176" y="6764389"/>
                </a:cubicBezTo>
                <a:cubicBezTo>
                  <a:pt x="7442762" y="6795239"/>
                  <a:pt x="7394192" y="6816082"/>
                  <a:pt x="7394192" y="6816082"/>
                </a:cubicBezTo>
                <a:lnTo>
                  <a:pt x="7371564" y="6776882"/>
                </a:lnTo>
                <a:cubicBezTo>
                  <a:pt x="7371564" y="6776882"/>
                  <a:pt x="7413887" y="6745203"/>
                  <a:pt x="7467302" y="6714353"/>
                </a:cubicBezTo>
                <a:cubicBezTo>
                  <a:pt x="7520716" y="6683502"/>
                  <a:pt x="7569286" y="6662723"/>
                  <a:pt x="7569286" y="6662723"/>
                </a:cubicBezTo>
                <a:close/>
                <a:moveTo>
                  <a:pt x="6998621" y="6662723"/>
                </a:moveTo>
                <a:cubicBezTo>
                  <a:pt x="6998621" y="6662723"/>
                  <a:pt x="7047191" y="6683502"/>
                  <a:pt x="7100606" y="6714353"/>
                </a:cubicBezTo>
                <a:cubicBezTo>
                  <a:pt x="7154020" y="6745203"/>
                  <a:pt x="7196344" y="6776882"/>
                  <a:pt x="7196344" y="6776882"/>
                </a:cubicBezTo>
                <a:lnTo>
                  <a:pt x="7173716" y="6816082"/>
                </a:lnTo>
                <a:cubicBezTo>
                  <a:pt x="7173716" y="6816082"/>
                  <a:pt x="7125146" y="6795239"/>
                  <a:pt x="7071731" y="6764389"/>
                </a:cubicBezTo>
                <a:cubicBezTo>
                  <a:pt x="7018317" y="6733538"/>
                  <a:pt x="6975995" y="6701859"/>
                  <a:pt x="6975995" y="6701859"/>
                </a:cubicBezTo>
                <a:close/>
                <a:moveTo>
                  <a:pt x="6778210" y="6662723"/>
                </a:moveTo>
                <a:lnTo>
                  <a:pt x="6800837" y="6701859"/>
                </a:lnTo>
                <a:cubicBezTo>
                  <a:pt x="6800837" y="6701859"/>
                  <a:pt x="6758449" y="6733538"/>
                  <a:pt x="6705100" y="6764389"/>
                </a:cubicBezTo>
                <a:cubicBezTo>
                  <a:pt x="6651621" y="6795239"/>
                  <a:pt x="6603052" y="6816082"/>
                  <a:pt x="6603052" y="6816082"/>
                </a:cubicBezTo>
                <a:lnTo>
                  <a:pt x="6580424" y="6776882"/>
                </a:lnTo>
                <a:cubicBezTo>
                  <a:pt x="6580424" y="6776882"/>
                  <a:pt x="6622747" y="6745203"/>
                  <a:pt x="6676161" y="6714353"/>
                </a:cubicBezTo>
                <a:cubicBezTo>
                  <a:pt x="6729575" y="6683502"/>
                  <a:pt x="6778210" y="6662723"/>
                  <a:pt x="6778210" y="6662723"/>
                </a:cubicBezTo>
                <a:close/>
                <a:moveTo>
                  <a:pt x="6207480" y="6662723"/>
                </a:moveTo>
                <a:cubicBezTo>
                  <a:pt x="6207480" y="6662723"/>
                  <a:pt x="6256113" y="6683502"/>
                  <a:pt x="6309528" y="6714353"/>
                </a:cubicBezTo>
                <a:cubicBezTo>
                  <a:pt x="6362942" y="6745203"/>
                  <a:pt x="6405266" y="6776882"/>
                  <a:pt x="6405266" y="6776882"/>
                </a:cubicBezTo>
                <a:lnTo>
                  <a:pt x="6382638" y="6816082"/>
                </a:lnTo>
                <a:cubicBezTo>
                  <a:pt x="6382638" y="6816082"/>
                  <a:pt x="6334004" y="6795239"/>
                  <a:pt x="6280590" y="6764389"/>
                </a:cubicBezTo>
                <a:cubicBezTo>
                  <a:pt x="6227176" y="6733538"/>
                  <a:pt x="6184852" y="6701859"/>
                  <a:pt x="6184852" y="6701859"/>
                </a:cubicBezTo>
                <a:close/>
                <a:moveTo>
                  <a:pt x="5987007" y="6662723"/>
                </a:moveTo>
                <a:lnTo>
                  <a:pt x="6009633" y="6701859"/>
                </a:lnTo>
                <a:cubicBezTo>
                  <a:pt x="6009633" y="6701859"/>
                  <a:pt x="5967311" y="6733538"/>
                  <a:pt x="5913898" y="6764389"/>
                </a:cubicBezTo>
                <a:cubicBezTo>
                  <a:pt x="5860482" y="6795239"/>
                  <a:pt x="5811850" y="6816082"/>
                  <a:pt x="5811850" y="6816082"/>
                </a:cubicBezTo>
                <a:lnTo>
                  <a:pt x="5789224" y="6776882"/>
                </a:lnTo>
                <a:lnTo>
                  <a:pt x="5789287" y="6776882"/>
                </a:lnTo>
                <a:cubicBezTo>
                  <a:pt x="5789287" y="6776882"/>
                  <a:pt x="5831610" y="6745203"/>
                  <a:pt x="5885024" y="6714353"/>
                </a:cubicBezTo>
                <a:cubicBezTo>
                  <a:pt x="5938437" y="6683502"/>
                  <a:pt x="5987007" y="6662723"/>
                  <a:pt x="5987007" y="6662723"/>
                </a:cubicBezTo>
                <a:close/>
                <a:moveTo>
                  <a:pt x="5416352" y="6662723"/>
                </a:moveTo>
                <a:lnTo>
                  <a:pt x="5416414" y="6662723"/>
                </a:lnTo>
                <a:lnTo>
                  <a:pt x="5416402" y="6662746"/>
                </a:lnTo>
                <a:close/>
                <a:moveTo>
                  <a:pt x="5195941" y="6662723"/>
                </a:moveTo>
                <a:lnTo>
                  <a:pt x="5218566" y="6701859"/>
                </a:lnTo>
                <a:cubicBezTo>
                  <a:pt x="5218566" y="6701859"/>
                  <a:pt x="5176242" y="6733538"/>
                  <a:pt x="5122827" y="6764389"/>
                </a:cubicBezTo>
                <a:cubicBezTo>
                  <a:pt x="5069416" y="6795239"/>
                  <a:pt x="5020783" y="6816082"/>
                  <a:pt x="5020783" y="6816082"/>
                </a:cubicBezTo>
                <a:lnTo>
                  <a:pt x="4998155" y="6776882"/>
                </a:lnTo>
                <a:lnTo>
                  <a:pt x="4998215" y="6776882"/>
                </a:lnTo>
                <a:cubicBezTo>
                  <a:pt x="4998215" y="6776882"/>
                  <a:pt x="5040542" y="6745203"/>
                  <a:pt x="5093953" y="6714353"/>
                </a:cubicBezTo>
                <a:cubicBezTo>
                  <a:pt x="5147369" y="6683502"/>
                  <a:pt x="5195941" y="6662723"/>
                  <a:pt x="5195941" y="6662723"/>
                </a:cubicBezTo>
                <a:close/>
                <a:moveTo>
                  <a:pt x="4625211" y="6662723"/>
                </a:moveTo>
                <a:lnTo>
                  <a:pt x="4625271" y="6662723"/>
                </a:lnTo>
                <a:lnTo>
                  <a:pt x="4625259" y="6662746"/>
                </a:lnTo>
                <a:close/>
                <a:moveTo>
                  <a:pt x="4404792" y="6662723"/>
                </a:moveTo>
                <a:lnTo>
                  <a:pt x="4427424" y="6701859"/>
                </a:lnTo>
                <a:cubicBezTo>
                  <a:pt x="4427424" y="6701859"/>
                  <a:pt x="4385099" y="6733538"/>
                  <a:pt x="4331686" y="6764389"/>
                </a:cubicBezTo>
                <a:cubicBezTo>
                  <a:pt x="4278272" y="6795239"/>
                  <a:pt x="4229635" y="6816082"/>
                  <a:pt x="4229635" y="6816082"/>
                </a:cubicBezTo>
                <a:lnTo>
                  <a:pt x="4207009" y="6776882"/>
                </a:lnTo>
                <a:lnTo>
                  <a:pt x="4207074" y="6776882"/>
                </a:lnTo>
                <a:cubicBezTo>
                  <a:pt x="4207074" y="6776882"/>
                  <a:pt x="4249395" y="6745203"/>
                  <a:pt x="4302809" y="6714353"/>
                </a:cubicBezTo>
                <a:cubicBezTo>
                  <a:pt x="4356222" y="6683502"/>
                  <a:pt x="4404792" y="6662723"/>
                  <a:pt x="4404792" y="6662723"/>
                </a:cubicBezTo>
                <a:close/>
                <a:moveTo>
                  <a:pt x="3834218" y="6662723"/>
                </a:moveTo>
                <a:lnTo>
                  <a:pt x="3834279" y="6662723"/>
                </a:lnTo>
                <a:lnTo>
                  <a:pt x="3834266" y="6662746"/>
                </a:lnTo>
                <a:close/>
                <a:moveTo>
                  <a:pt x="3613742" y="6662723"/>
                </a:moveTo>
                <a:lnTo>
                  <a:pt x="3636372" y="6701859"/>
                </a:lnTo>
                <a:cubicBezTo>
                  <a:pt x="3636372" y="6701859"/>
                  <a:pt x="3594049" y="6733538"/>
                  <a:pt x="3540639" y="6764389"/>
                </a:cubicBezTo>
                <a:cubicBezTo>
                  <a:pt x="3487224" y="6795239"/>
                  <a:pt x="3438588" y="6816082"/>
                  <a:pt x="3438588" y="6816082"/>
                </a:cubicBezTo>
                <a:lnTo>
                  <a:pt x="3415959" y="6776882"/>
                </a:lnTo>
                <a:lnTo>
                  <a:pt x="3416027" y="6776882"/>
                </a:lnTo>
                <a:cubicBezTo>
                  <a:pt x="3416027" y="6776882"/>
                  <a:pt x="3458348" y="6745203"/>
                  <a:pt x="3511767" y="6714353"/>
                </a:cubicBezTo>
                <a:cubicBezTo>
                  <a:pt x="3565177" y="6683502"/>
                  <a:pt x="3613742" y="6662723"/>
                  <a:pt x="3613742" y="6662723"/>
                </a:cubicBezTo>
                <a:close/>
                <a:moveTo>
                  <a:pt x="3043094" y="6662723"/>
                </a:moveTo>
                <a:lnTo>
                  <a:pt x="3043156" y="6662723"/>
                </a:lnTo>
                <a:lnTo>
                  <a:pt x="3043144" y="6662746"/>
                </a:lnTo>
                <a:close/>
                <a:moveTo>
                  <a:pt x="2822677" y="6662723"/>
                </a:moveTo>
                <a:lnTo>
                  <a:pt x="2845305" y="6701859"/>
                </a:lnTo>
                <a:cubicBezTo>
                  <a:pt x="2845305" y="6701859"/>
                  <a:pt x="2802981" y="6733538"/>
                  <a:pt x="2749571" y="6764389"/>
                </a:cubicBezTo>
                <a:cubicBezTo>
                  <a:pt x="2696153" y="6795239"/>
                  <a:pt x="2647521" y="6816082"/>
                  <a:pt x="2647521" y="6816082"/>
                </a:cubicBezTo>
                <a:lnTo>
                  <a:pt x="2624892" y="6776882"/>
                </a:lnTo>
                <a:lnTo>
                  <a:pt x="2624959" y="6776882"/>
                </a:lnTo>
                <a:cubicBezTo>
                  <a:pt x="2624959" y="6776882"/>
                  <a:pt x="2667283" y="6745203"/>
                  <a:pt x="2720696" y="6714353"/>
                </a:cubicBezTo>
                <a:cubicBezTo>
                  <a:pt x="2774110" y="6683502"/>
                  <a:pt x="2822677" y="6662723"/>
                  <a:pt x="2822677" y="6662723"/>
                </a:cubicBezTo>
                <a:close/>
                <a:moveTo>
                  <a:pt x="2251951" y="6662723"/>
                </a:moveTo>
                <a:lnTo>
                  <a:pt x="2252012" y="6662723"/>
                </a:lnTo>
                <a:lnTo>
                  <a:pt x="2252000" y="6662746"/>
                </a:lnTo>
                <a:close/>
                <a:moveTo>
                  <a:pt x="2031546" y="6662723"/>
                </a:moveTo>
                <a:lnTo>
                  <a:pt x="2054176" y="6701859"/>
                </a:lnTo>
                <a:cubicBezTo>
                  <a:pt x="2054176" y="6701859"/>
                  <a:pt x="2011851" y="6733538"/>
                  <a:pt x="1958440" y="6764389"/>
                </a:cubicBezTo>
                <a:cubicBezTo>
                  <a:pt x="1905024" y="6795239"/>
                  <a:pt x="1856390" y="6816082"/>
                  <a:pt x="1856390" y="6816082"/>
                </a:cubicBezTo>
                <a:lnTo>
                  <a:pt x="1833765" y="6776882"/>
                </a:lnTo>
                <a:lnTo>
                  <a:pt x="1833827" y="6776882"/>
                </a:lnTo>
                <a:cubicBezTo>
                  <a:pt x="1833827" y="6776882"/>
                  <a:pt x="1876151" y="6745203"/>
                  <a:pt x="1929564" y="6714353"/>
                </a:cubicBezTo>
                <a:cubicBezTo>
                  <a:pt x="1982981" y="6683502"/>
                  <a:pt x="2031546" y="6662723"/>
                  <a:pt x="2031546" y="6662723"/>
                </a:cubicBezTo>
                <a:close/>
                <a:moveTo>
                  <a:pt x="1460821" y="6662723"/>
                </a:moveTo>
                <a:lnTo>
                  <a:pt x="1460890" y="6662723"/>
                </a:lnTo>
                <a:lnTo>
                  <a:pt x="1460873" y="6662746"/>
                </a:lnTo>
                <a:close/>
                <a:moveTo>
                  <a:pt x="1240411" y="6662723"/>
                </a:moveTo>
                <a:lnTo>
                  <a:pt x="1263039" y="6701859"/>
                </a:lnTo>
                <a:cubicBezTo>
                  <a:pt x="1263039" y="6701859"/>
                  <a:pt x="1220715" y="6733538"/>
                  <a:pt x="1167301" y="6764389"/>
                </a:cubicBezTo>
                <a:cubicBezTo>
                  <a:pt x="1113887" y="6795239"/>
                  <a:pt x="1065253" y="6816082"/>
                  <a:pt x="1065253" y="6816082"/>
                </a:cubicBezTo>
                <a:lnTo>
                  <a:pt x="1042617" y="6776882"/>
                </a:lnTo>
                <a:lnTo>
                  <a:pt x="1042681" y="6776882"/>
                </a:lnTo>
                <a:cubicBezTo>
                  <a:pt x="1042681" y="6776882"/>
                  <a:pt x="1085014" y="6745203"/>
                  <a:pt x="1138424" y="6714353"/>
                </a:cubicBezTo>
                <a:cubicBezTo>
                  <a:pt x="1191840" y="6683502"/>
                  <a:pt x="1240411" y="6662723"/>
                  <a:pt x="1240411" y="6662723"/>
                </a:cubicBezTo>
                <a:close/>
                <a:moveTo>
                  <a:pt x="669744" y="6662723"/>
                </a:moveTo>
                <a:lnTo>
                  <a:pt x="669808" y="6662723"/>
                </a:lnTo>
                <a:lnTo>
                  <a:pt x="669795" y="6662746"/>
                </a:lnTo>
                <a:close/>
                <a:moveTo>
                  <a:pt x="449268" y="6662723"/>
                </a:moveTo>
                <a:lnTo>
                  <a:pt x="471896" y="6701859"/>
                </a:lnTo>
                <a:cubicBezTo>
                  <a:pt x="471896" y="6701859"/>
                  <a:pt x="429574" y="6733538"/>
                  <a:pt x="376162" y="6764389"/>
                </a:cubicBezTo>
                <a:cubicBezTo>
                  <a:pt x="322748" y="6795239"/>
                  <a:pt x="274116" y="6816082"/>
                  <a:pt x="274116" y="6816082"/>
                </a:cubicBezTo>
                <a:lnTo>
                  <a:pt x="251487" y="6776882"/>
                </a:lnTo>
                <a:lnTo>
                  <a:pt x="251551" y="6776882"/>
                </a:lnTo>
                <a:cubicBezTo>
                  <a:pt x="251551" y="6776882"/>
                  <a:pt x="293874" y="6745203"/>
                  <a:pt x="347288" y="6714353"/>
                </a:cubicBezTo>
                <a:cubicBezTo>
                  <a:pt x="400701" y="6683502"/>
                  <a:pt x="449268" y="6662723"/>
                  <a:pt x="449268" y="6662723"/>
                </a:cubicBezTo>
                <a:close/>
                <a:moveTo>
                  <a:pt x="12008079" y="6511023"/>
                </a:moveTo>
                <a:lnTo>
                  <a:pt x="12053335" y="6511023"/>
                </a:lnTo>
                <a:cubicBezTo>
                  <a:pt x="12053335" y="6511023"/>
                  <a:pt x="12059645" y="6563545"/>
                  <a:pt x="12059645" y="6625181"/>
                </a:cubicBezTo>
                <a:cubicBezTo>
                  <a:pt x="12059645" y="6686818"/>
                  <a:pt x="12053335" y="6739403"/>
                  <a:pt x="12053335" y="6739403"/>
                </a:cubicBezTo>
                <a:lnTo>
                  <a:pt x="12008079" y="6739403"/>
                </a:lnTo>
                <a:cubicBezTo>
                  <a:pt x="12008079" y="6739403"/>
                  <a:pt x="12001833" y="6686882"/>
                  <a:pt x="12001833" y="6625181"/>
                </a:cubicBezTo>
                <a:cubicBezTo>
                  <a:pt x="12001833" y="6563481"/>
                  <a:pt x="12008079" y="6511023"/>
                  <a:pt x="12008079" y="6511023"/>
                </a:cubicBezTo>
                <a:close/>
                <a:moveTo>
                  <a:pt x="11217002" y="6511023"/>
                </a:moveTo>
                <a:lnTo>
                  <a:pt x="11262194" y="6511023"/>
                </a:lnTo>
                <a:cubicBezTo>
                  <a:pt x="11262194" y="6511023"/>
                  <a:pt x="11268504" y="6563545"/>
                  <a:pt x="11268504" y="6625181"/>
                </a:cubicBezTo>
                <a:cubicBezTo>
                  <a:pt x="11268504" y="6686818"/>
                  <a:pt x="11262194" y="6739403"/>
                  <a:pt x="11262194" y="6739403"/>
                </a:cubicBezTo>
                <a:lnTo>
                  <a:pt x="11217002" y="6739403"/>
                </a:lnTo>
                <a:cubicBezTo>
                  <a:pt x="11217002" y="6739403"/>
                  <a:pt x="11210692" y="6686882"/>
                  <a:pt x="11210692" y="6625181"/>
                </a:cubicBezTo>
                <a:cubicBezTo>
                  <a:pt x="11210692" y="6563481"/>
                  <a:pt x="11217002" y="6511023"/>
                  <a:pt x="11217002" y="6511023"/>
                </a:cubicBezTo>
                <a:close/>
                <a:moveTo>
                  <a:pt x="10425860" y="6511023"/>
                </a:moveTo>
                <a:lnTo>
                  <a:pt x="10471052" y="6511023"/>
                </a:lnTo>
                <a:cubicBezTo>
                  <a:pt x="10471052" y="6511023"/>
                  <a:pt x="10477362" y="6563545"/>
                  <a:pt x="10477362" y="6625181"/>
                </a:cubicBezTo>
                <a:cubicBezTo>
                  <a:pt x="10477362" y="6686818"/>
                  <a:pt x="10471052" y="6739403"/>
                  <a:pt x="10471052" y="6739403"/>
                </a:cubicBezTo>
                <a:lnTo>
                  <a:pt x="10425860" y="6739403"/>
                </a:lnTo>
                <a:cubicBezTo>
                  <a:pt x="10425860" y="6739403"/>
                  <a:pt x="10419550" y="6686882"/>
                  <a:pt x="10419550" y="6625181"/>
                </a:cubicBezTo>
                <a:cubicBezTo>
                  <a:pt x="10419550" y="6563481"/>
                  <a:pt x="10425860" y="6511023"/>
                  <a:pt x="10425860" y="6511023"/>
                </a:cubicBezTo>
                <a:close/>
                <a:moveTo>
                  <a:pt x="9634719" y="6511023"/>
                </a:moveTo>
                <a:lnTo>
                  <a:pt x="9679974" y="6511023"/>
                </a:lnTo>
                <a:cubicBezTo>
                  <a:pt x="9679974" y="6511023"/>
                  <a:pt x="9686221" y="6563545"/>
                  <a:pt x="9686221" y="6625181"/>
                </a:cubicBezTo>
                <a:cubicBezTo>
                  <a:pt x="9686221" y="6686818"/>
                  <a:pt x="9679974" y="6739403"/>
                  <a:pt x="9679974" y="6739403"/>
                </a:cubicBezTo>
                <a:lnTo>
                  <a:pt x="9634719" y="6739403"/>
                </a:lnTo>
                <a:cubicBezTo>
                  <a:pt x="9634719" y="6739403"/>
                  <a:pt x="9628408" y="6686882"/>
                  <a:pt x="9628408" y="6625181"/>
                </a:cubicBezTo>
                <a:cubicBezTo>
                  <a:pt x="9628408" y="6563481"/>
                  <a:pt x="9634719" y="6511023"/>
                  <a:pt x="9634719" y="6511023"/>
                </a:cubicBezTo>
                <a:close/>
                <a:moveTo>
                  <a:pt x="8843577" y="6511023"/>
                </a:moveTo>
                <a:lnTo>
                  <a:pt x="8888832" y="6511023"/>
                </a:lnTo>
                <a:cubicBezTo>
                  <a:pt x="8888832" y="6511023"/>
                  <a:pt x="8895079" y="6563545"/>
                  <a:pt x="8895079" y="6625181"/>
                </a:cubicBezTo>
                <a:cubicBezTo>
                  <a:pt x="8895079" y="6686818"/>
                  <a:pt x="8888832" y="6739403"/>
                  <a:pt x="8888832" y="6739403"/>
                </a:cubicBezTo>
                <a:lnTo>
                  <a:pt x="8843577" y="6739403"/>
                </a:lnTo>
                <a:cubicBezTo>
                  <a:pt x="8843577" y="6739403"/>
                  <a:pt x="8837330" y="6686882"/>
                  <a:pt x="8837330" y="6625181"/>
                </a:cubicBezTo>
                <a:cubicBezTo>
                  <a:pt x="8837330" y="6563481"/>
                  <a:pt x="8843577" y="6511023"/>
                  <a:pt x="8843577" y="6511023"/>
                </a:cubicBezTo>
                <a:close/>
                <a:moveTo>
                  <a:pt x="8052435" y="6511023"/>
                </a:moveTo>
                <a:lnTo>
                  <a:pt x="8097691" y="6511023"/>
                </a:lnTo>
                <a:cubicBezTo>
                  <a:pt x="8097691" y="6511023"/>
                  <a:pt x="8103938" y="6563545"/>
                  <a:pt x="8103938" y="6625181"/>
                </a:cubicBezTo>
                <a:cubicBezTo>
                  <a:pt x="8103938" y="6686818"/>
                  <a:pt x="8097691" y="6739403"/>
                  <a:pt x="8097691" y="6739403"/>
                </a:cubicBezTo>
                <a:lnTo>
                  <a:pt x="8052435" y="6739403"/>
                </a:lnTo>
                <a:cubicBezTo>
                  <a:pt x="8052435" y="6739403"/>
                  <a:pt x="8046189" y="6686882"/>
                  <a:pt x="8046189" y="6625181"/>
                </a:cubicBezTo>
                <a:cubicBezTo>
                  <a:pt x="8046189" y="6563481"/>
                  <a:pt x="8052435" y="6511023"/>
                  <a:pt x="8052435" y="6511023"/>
                </a:cubicBezTo>
                <a:close/>
                <a:moveTo>
                  <a:pt x="7261293" y="6511023"/>
                </a:moveTo>
                <a:lnTo>
                  <a:pt x="7306549" y="6511023"/>
                </a:lnTo>
                <a:cubicBezTo>
                  <a:pt x="7306549" y="6511023"/>
                  <a:pt x="7312860" y="6563545"/>
                  <a:pt x="7312860" y="6625181"/>
                </a:cubicBezTo>
                <a:cubicBezTo>
                  <a:pt x="7312860" y="6686818"/>
                  <a:pt x="7306549" y="6739403"/>
                  <a:pt x="7306549" y="6739403"/>
                </a:cubicBezTo>
                <a:lnTo>
                  <a:pt x="7261293" y="6739403"/>
                </a:lnTo>
                <a:cubicBezTo>
                  <a:pt x="7261293" y="6739403"/>
                  <a:pt x="7255047" y="6686882"/>
                  <a:pt x="7255047" y="6625181"/>
                </a:cubicBezTo>
                <a:cubicBezTo>
                  <a:pt x="7255047" y="6563481"/>
                  <a:pt x="7261293" y="6511023"/>
                  <a:pt x="7261293" y="6511023"/>
                </a:cubicBezTo>
                <a:close/>
                <a:moveTo>
                  <a:pt x="6470217" y="6511023"/>
                </a:moveTo>
                <a:lnTo>
                  <a:pt x="6515408" y="6511023"/>
                </a:lnTo>
                <a:cubicBezTo>
                  <a:pt x="6515408" y="6511023"/>
                  <a:pt x="6521719" y="6563545"/>
                  <a:pt x="6521719" y="6625181"/>
                </a:cubicBezTo>
                <a:cubicBezTo>
                  <a:pt x="6521719" y="6686818"/>
                  <a:pt x="6515408" y="6739403"/>
                  <a:pt x="6515408" y="6739403"/>
                </a:cubicBezTo>
                <a:lnTo>
                  <a:pt x="6470217" y="6739403"/>
                </a:lnTo>
                <a:cubicBezTo>
                  <a:pt x="6470217" y="6739403"/>
                  <a:pt x="6463906" y="6686882"/>
                  <a:pt x="6463906" y="6625181"/>
                </a:cubicBezTo>
                <a:cubicBezTo>
                  <a:pt x="6463906" y="6563481"/>
                  <a:pt x="6470217" y="6511023"/>
                  <a:pt x="6470217" y="6511023"/>
                </a:cubicBezTo>
                <a:close/>
                <a:moveTo>
                  <a:pt x="5679084" y="6511023"/>
                </a:moveTo>
                <a:lnTo>
                  <a:pt x="5724338" y="6511023"/>
                </a:lnTo>
                <a:cubicBezTo>
                  <a:pt x="5724338" y="6511023"/>
                  <a:pt x="5730645" y="6563545"/>
                  <a:pt x="5730645" y="6625181"/>
                </a:cubicBezTo>
                <a:cubicBezTo>
                  <a:pt x="5730645" y="6686818"/>
                  <a:pt x="5724338" y="6739403"/>
                  <a:pt x="5724338" y="6739403"/>
                </a:cubicBezTo>
                <a:lnTo>
                  <a:pt x="5679084" y="6739403"/>
                </a:lnTo>
                <a:cubicBezTo>
                  <a:pt x="5679084" y="6739403"/>
                  <a:pt x="5672835" y="6686882"/>
                  <a:pt x="5672835" y="6625181"/>
                </a:cubicBezTo>
                <a:cubicBezTo>
                  <a:pt x="5672835" y="6563481"/>
                  <a:pt x="5679084" y="6511023"/>
                  <a:pt x="5679084" y="6511023"/>
                </a:cubicBezTo>
                <a:close/>
                <a:moveTo>
                  <a:pt x="4887944" y="6511023"/>
                </a:moveTo>
                <a:lnTo>
                  <a:pt x="4933198" y="6511023"/>
                </a:lnTo>
                <a:cubicBezTo>
                  <a:pt x="4933198" y="6511023"/>
                  <a:pt x="4939507" y="6563545"/>
                  <a:pt x="4939507" y="6625181"/>
                </a:cubicBezTo>
                <a:cubicBezTo>
                  <a:pt x="4939507" y="6686818"/>
                  <a:pt x="4933198" y="6739403"/>
                  <a:pt x="4933198" y="6739403"/>
                </a:cubicBezTo>
                <a:lnTo>
                  <a:pt x="4887944" y="6739403"/>
                </a:lnTo>
                <a:cubicBezTo>
                  <a:pt x="4887944" y="6739403"/>
                  <a:pt x="4881632" y="6686882"/>
                  <a:pt x="4881632" y="6625181"/>
                </a:cubicBezTo>
                <a:cubicBezTo>
                  <a:pt x="4881632" y="6563481"/>
                  <a:pt x="4887944" y="6511023"/>
                  <a:pt x="4887944" y="6511023"/>
                </a:cubicBezTo>
                <a:close/>
                <a:moveTo>
                  <a:pt x="4096880" y="6511023"/>
                </a:moveTo>
                <a:lnTo>
                  <a:pt x="4142136" y="6511023"/>
                </a:lnTo>
                <a:cubicBezTo>
                  <a:pt x="4142136" y="6511023"/>
                  <a:pt x="4148446" y="6563545"/>
                  <a:pt x="4148446" y="6625181"/>
                </a:cubicBezTo>
                <a:cubicBezTo>
                  <a:pt x="4148446" y="6686818"/>
                  <a:pt x="4142136" y="6739403"/>
                  <a:pt x="4142136" y="6739403"/>
                </a:cubicBezTo>
                <a:lnTo>
                  <a:pt x="4096880" y="6739403"/>
                </a:lnTo>
                <a:cubicBezTo>
                  <a:pt x="4096880" y="6739403"/>
                  <a:pt x="4090633" y="6686882"/>
                  <a:pt x="4090633" y="6625181"/>
                </a:cubicBezTo>
                <a:cubicBezTo>
                  <a:pt x="4090633" y="6563481"/>
                  <a:pt x="4096880" y="6511023"/>
                  <a:pt x="4096880" y="6511023"/>
                </a:cubicBezTo>
                <a:close/>
                <a:moveTo>
                  <a:pt x="3305820" y="6511023"/>
                </a:moveTo>
                <a:lnTo>
                  <a:pt x="3351078" y="6511023"/>
                </a:lnTo>
                <a:cubicBezTo>
                  <a:pt x="3351078" y="6511023"/>
                  <a:pt x="3357385" y="6563545"/>
                  <a:pt x="3357385" y="6625181"/>
                </a:cubicBezTo>
                <a:cubicBezTo>
                  <a:pt x="3357385" y="6686818"/>
                  <a:pt x="3351078" y="6739403"/>
                  <a:pt x="3351078" y="6739403"/>
                </a:cubicBezTo>
                <a:lnTo>
                  <a:pt x="3305820" y="6739403"/>
                </a:lnTo>
                <a:cubicBezTo>
                  <a:pt x="3305820" y="6739403"/>
                  <a:pt x="3299575" y="6686882"/>
                  <a:pt x="3299575" y="6625181"/>
                </a:cubicBezTo>
                <a:cubicBezTo>
                  <a:pt x="3299575" y="6563481"/>
                  <a:pt x="3305820" y="6511023"/>
                  <a:pt x="3305820" y="6511023"/>
                </a:cubicBezTo>
                <a:close/>
                <a:moveTo>
                  <a:pt x="2514689" y="6511023"/>
                </a:moveTo>
                <a:lnTo>
                  <a:pt x="2559944" y="6511023"/>
                </a:lnTo>
                <a:cubicBezTo>
                  <a:pt x="2559944" y="6511023"/>
                  <a:pt x="2566255" y="6563545"/>
                  <a:pt x="2566255" y="6625181"/>
                </a:cubicBezTo>
                <a:cubicBezTo>
                  <a:pt x="2566255" y="6686818"/>
                  <a:pt x="2559944" y="6739403"/>
                  <a:pt x="2559944" y="6739403"/>
                </a:cubicBezTo>
                <a:lnTo>
                  <a:pt x="2514689" y="6739403"/>
                </a:lnTo>
                <a:cubicBezTo>
                  <a:pt x="2514689" y="6739403"/>
                  <a:pt x="2508380" y="6686882"/>
                  <a:pt x="2508380" y="6625181"/>
                </a:cubicBezTo>
                <a:cubicBezTo>
                  <a:pt x="2508380" y="6563481"/>
                  <a:pt x="2514689" y="6511023"/>
                  <a:pt x="2514689" y="6511023"/>
                </a:cubicBezTo>
                <a:close/>
                <a:moveTo>
                  <a:pt x="1723556" y="6511023"/>
                </a:moveTo>
                <a:lnTo>
                  <a:pt x="1768814" y="6511023"/>
                </a:lnTo>
                <a:cubicBezTo>
                  <a:pt x="1768814" y="6511023"/>
                  <a:pt x="1775124" y="6563545"/>
                  <a:pt x="1775124" y="6625181"/>
                </a:cubicBezTo>
                <a:cubicBezTo>
                  <a:pt x="1775124" y="6686818"/>
                  <a:pt x="1768814" y="6739403"/>
                  <a:pt x="1768814" y="6739403"/>
                </a:cubicBezTo>
                <a:lnTo>
                  <a:pt x="1723556" y="6739403"/>
                </a:lnTo>
                <a:cubicBezTo>
                  <a:pt x="1723556" y="6739403"/>
                  <a:pt x="1717310" y="6686882"/>
                  <a:pt x="1717310" y="6625181"/>
                </a:cubicBezTo>
                <a:cubicBezTo>
                  <a:pt x="1717310" y="6563481"/>
                  <a:pt x="1723556" y="6511023"/>
                  <a:pt x="1723556" y="6511023"/>
                </a:cubicBezTo>
                <a:close/>
                <a:moveTo>
                  <a:pt x="932414" y="6511023"/>
                </a:moveTo>
                <a:lnTo>
                  <a:pt x="977669" y="6511023"/>
                </a:lnTo>
                <a:cubicBezTo>
                  <a:pt x="977669" y="6511023"/>
                  <a:pt x="983979" y="6563545"/>
                  <a:pt x="983979" y="6625181"/>
                </a:cubicBezTo>
                <a:cubicBezTo>
                  <a:pt x="983979" y="6686818"/>
                  <a:pt x="977669" y="6739403"/>
                  <a:pt x="977669" y="6739403"/>
                </a:cubicBezTo>
                <a:lnTo>
                  <a:pt x="932414" y="6739403"/>
                </a:lnTo>
                <a:cubicBezTo>
                  <a:pt x="932414" y="6739403"/>
                  <a:pt x="926104" y="6686882"/>
                  <a:pt x="926104" y="6625181"/>
                </a:cubicBezTo>
                <a:cubicBezTo>
                  <a:pt x="926104" y="6563481"/>
                  <a:pt x="932414" y="6511023"/>
                  <a:pt x="932414" y="6511023"/>
                </a:cubicBezTo>
                <a:close/>
                <a:moveTo>
                  <a:pt x="141346" y="6511023"/>
                </a:moveTo>
                <a:lnTo>
                  <a:pt x="186600" y="6511023"/>
                </a:lnTo>
                <a:cubicBezTo>
                  <a:pt x="186600" y="6511023"/>
                  <a:pt x="192910" y="6563545"/>
                  <a:pt x="192910" y="6625181"/>
                </a:cubicBezTo>
                <a:cubicBezTo>
                  <a:pt x="192910" y="6686818"/>
                  <a:pt x="186600" y="6739403"/>
                  <a:pt x="186600" y="6739403"/>
                </a:cubicBezTo>
                <a:lnTo>
                  <a:pt x="141346" y="6739403"/>
                </a:lnTo>
                <a:cubicBezTo>
                  <a:pt x="141346" y="6739403"/>
                  <a:pt x="135099" y="6686882"/>
                  <a:pt x="135099" y="6625181"/>
                </a:cubicBezTo>
                <a:cubicBezTo>
                  <a:pt x="135099" y="6563481"/>
                  <a:pt x="141346" y="6511023"/>
                  <a:pt x="141346" y="6511023"/>
                </a:cubicBezTo>
                <a:close/>
                <a:moveTo>
                  <a:pt x="5811965" y="6434366"/>
                </a:moveTo>
                <a:lnTo>
                  <a:pt x="5820348" y="6438072"/>
                </a:lnTo>
                <a:cubicBezTo>
                  <a:pt x="5836528" y="6445362"/>
                  <a:pt x="5873901" y="6462835"/>
                  <a:pt x="5913960" y="6485972"/>
                </a:cubicBezTo>
                <a:cubicBezTo>
                  <a:pt x="5967374" y="6516822"/>
                  <a:pt x="6009695" y="6548502"/>
                  <a:pt x="6009695" y="6548502"/>
                </a:cubicBezTo>
                <a:lnTo>
                  <a:pt x="5987067" y="6587702"/>
                </a:lnTo>
                <a:cubicBezTo>
                  <a:pt x="5987067" y="6587702"/>
                  <a:pt x="5938437" y="6566859"/>
                  <a:pt x="5885086" y="6536072"/>
                </a:cubicBezTo>
                <a:cubicBezTo>
                  <a:pt x="5831672" y="6505222"/>
                  <a:pt x="5789350" y="6473479"/>
                  <a:pt x="5789350" y="6473479"/>
                </a:cubicBezTo>
                <a:close/>
                <a:moveTo>
                  <a:pt x="5020837" y="6434366"/>
                </a:moveTo>
                <a:lnTo>
                  <a:pt x="5029217" y="6438072"/>
                </a:lnTo>
                <a:cubicBezTo>
                  <a:pt x="5045401" y="6445362"/>
                  <a:pt x="5082770" y="6462835"/>
                  <a:pt x="5122827" y="6485972"/>
                </a:cubicBezTo>
                <a:cubicBezTo>
                  <a:pt x="5176242" y="6516822"/>
                  <a:pt x="5218566" y="6548502"/>
                  <a:pt x="5218566" y="6548502"/>
                </a:cubicBezTo>
                <a:lnTo>
                  <a:pt x="5195941" y="6587702"/>
                </a:lnTo>
                <a:cubicBezTo>
                  <a:pt x="5195941" y="6587702"/>
                  <a:pt x="5147307" y="6566859"/>
                  <a:pt x="5093953" y="6536072"/>
                </a:cubicBezTo>
                <a:cubicBezTo>
                  <a:pt x="5040542" y="6505222"/>
                  <a:pt x="4998215" y="6473479"/>
                  <a:pt x="4998215" y="6473479"/>
                </a:cubicBezTo>
                <a:close/>
                <a:moveTo>
                  <a:pt x="4229752" y="6434366"/>
                </a:moveTo>
                <a:lnTo>
                  <a:pt x="4238133" y="6438072"/>
                </a:lnTo>
                <a:cubicBezTo>
                  <a:pt x="4254316" y="6445362"/>
                  <a:pt x="4291687" y="6462835"/>
                  <a:pt x="4331748" y="6485972"/>
                </a:cubicBezTo>
                <a:cubicBezTo>
                  <a:pt x="4385164" y="6516822"/>
                  <a:pt x="4427491" y="6548502"/>
                  <a:pt x="4427491" y="6548502"/>
                </a:cubicBezTo>
                <a:lnTo>
                  <a:pt x="4404860" y="6587702"/>
                </a:lnTo>
                <a:cubicBezTo>
                  <a:pt x="4404860" y="6587702"/>
                  <a:pt x="4356228" y="6566859"/>
                  <a:pt x="4302877" y="6536072"/>
                </a:cubicBezTo>
                <a:cubicBezTo>
                  <a:pt x="4249460" y="6505222"/>
                  <a:pt x="4207137" y="6473479"/>
                  <a:pt x="4207137" y="6473479"/>
                </a:cubicBezTo>
                <a:close/>
                <a:moveTo>
                  <a:pt x="3438701" y="6434366"/>
                </a:moveTo>
                <a:lnTo>
                  <a:pt x="3447084" y="6438072"/>
                </a:lnTo>
                <a:cubicBezTo>
                  <a:pt x="3463267" y="6445362"/>
                  <a:pt x="3500641" y="6462835"/>
                  <a:pt x="3540702" y="6485972"/>
                </a:cubicBezTo>
                <a:cubicBezTo>
                  <a:pt x="3594111" y="6516822"/>
                  <a:pt x="3636436" y="6548502"/>
                  <a:pt x="3636436" y="6548502"/>
                </a:cubicBezTo>
                <a:lnTo>
                  <a:pt x="3613807" y="6587702"/>
                </a:lnTo>
                <a:cubicBezTo>
                  <a:pt x="3613807" y="6587702"/>
                  <a:pt x="3565177" y="6566859"/>
                  <a:pt x="3511829" y="6536072"/>
                </a:cubicBezTo>
                <a:cubicBezTo>
                  <a:pt x="3458412" y="6505222"/>
                  <a:pt x="3416090" y="6473479"/>
                  <a:pt x="3416090" y="6473479"/>
                </a:cubicBezTo>
                <a:close/>
                <a:moveTo>
                  <a:pt x="2647573" y="6434366"/>
                </a:moveTo>
                <a:lnTo>
                  <a:pt x="2655955" y="6438072"/>
                </a:lnTo>
                <a:cubicBezTo>
                  <a:pt x="2672137" y="6445362"/>
                  <a:pt x="2709510" y="6462835"/>
                  <a:pt x="2749571" y="6485972"/>
                </a:cubicBezTo>
                <a:cubicBezTo>
                  <a:pt x="2802981" y="6516822"/>
                  <a:pt x="2845305" y="6548502"/>
                  <a:pt x="2845305" y="6548502"/>
                </a:cubicBezTo>
                <a:lnTo>
                  <a:pt x="2822677" y="6587702"/>
                </a:lnTo>
                <a:cubicBezTo>
                  <a:pt x="2822677" y="6587702"/>
                  <a:pt x="2774046" y="6566859"/>
                  <a:pt x="2720696" y="6536072"/>
                </a:cubicBezTo>
                <a:cubicBezTo>
                  <a:pt x="2667283" y="6505222"/>
                  <a:pt x="2624959" y="6473479"/>
                  <a:pt x="2624959" y="6473479"/>
                </a:cubicBezTo>
                <a:close/>
                <a:moveTo>
                  <a:pt x="1856440" y="6434366"/>
                </a:moveTo>
                <a:lnTo>
                  <a:pt x="1864826" y="6438072"/>
                </a:lnTo>
                <a:cubicBezTo>
                  <a:pt x="1881007" y="6445362"/>
                  <a:pt x="1918378" y="6462835"/>
                  <a:pt x="1958439" y="6485972"/>
                </a:cubicBezTo>
                <a:cubicBezTo>
                  <a:pt x="2011851" y="6516822"/>
                  <a:pt x="2054174" y="6548502"/>
                  <a:pt x="2054174" y="6548502"/>
                </a:cubicBezTo>
                <a:lnTo>
                  <a:pt x="2031546" y="6587702"/>
                </a:lnTo>
                <a:cubicBezTo>
                  <a:pt x="2031546" y="6587702"/>
                  <a:pt x="1982981" y="6566859"/>
                  <a:pt x="1929564" y="6536072"/>
                </a:cubicBezTo>
                <a:cubicBezTo>
                  <a:pt x="1876149" y="6505222"/>
                  <a:pt x="1833827" y="6473479"/>
                  <a:pt x="1833827" y="6473479"/>
                </a:cubicBezTo>
                <a:close/>
                <a:moveTo>
                  <a:pt x="1065369" y="6434366"/>
                </a:moveTo>
                <a:lnTo>
                  <a:pt x="1073750" y="6438072"/>
                </a:lnTo>
                <a:cubicBezTo>
                  <a:pt x="1089933" y="6445362"/>
                  <a:pt x="1127304" y="6462835"/>
                  <a:pt x="1167366" y="6485972"/>
                </a:cubicBezTo>
                <a:cubicBezTo>
                  <a:pt x="1220781" y="6516822"/>
                  <a:pt x="1263103" y="6548502"/>
                  <a:pt x="1263103" y="6548502"/>
                </a:cubicBezTo>
                <a:lnTo>
                  <a:pt x="1240476" y="6587702"/>
                </a:lnTo>
                <a:cubicBezTo>
                  <a:pt x="1240476" y="6587702"/>
                  <a:pt x="1191907" y="6566859"/>
                  <a:pt x="1138491" y="6536072"/>
                </a:cubicBezTo>
                <a:cubicBezTo>
                  <a:pt x="1085076" y="6505222"/>
                  <a:pt x="1042746" y="6473479"/>
                  <a:pt x="1042746" y="6473479"/>
                </a:cubicBezTo>
                <a:close/>
                <a:moveTo>
                  <a:pt x="274229" y="6434366"/>
                </a:moveTo>
                <a:lnTo>
                  <a:pt x="282613" y="6438072"/>
                </a:lnTo>
                <a:cubicBezTo>
                  <a:pt x="298794" y="6445362"/>
                  <a:pt x="336166" y="6462835"/>
                  <a:pt x="376224" y="6485972"/>
                </a:cubicBezTo>
                <a:cubicBezTo>
                  <a:pt x="429637" y="6516822"/>
                  <a:pt x="471959" y="6548502"/>
                  <a:pt x="471959" y="6548502"/>
                </a:cubicBezTo>
                <a:lnTo>
                  <a:pt x="449332" y="6587702"/>
                </a:lnTo>
                <a:cubicBezTo>
                  <a:pt x="449332" y="6587702"/>
                  <a:pt x="400701" y="6566859"/>
                  <a:pt x="347352" y="6536072"/>
                </a:cubicBezTo>
                <a:cubicBezTo>
                  <a:pt x="293937" y="6505222"/>
                  <a:pt x="251614" y="6473479"/>
                  <a:pt x="251614" y="6473479"/>
                </a:cubicBezTo>
                <a:close/>
                <a:moveTo>
                  <a:pt x="12140914" y="6434343"/>
                </a:moveTo>
                <a:cubicBezTo>
                  <a:pt x="12140914" y="6434343"/>
                  <a:pt x="12153072" y="6439538"/>
                  <a:pt x="12171908" y="6448589"/>
                </a:cubicBezTo>
                <a:lnTo>
                  <a:pt x="12203753" y="6465343"/>
                </a:lnTo>
                <a:lnTo>
                  <a:pt x="12203753" y="6529551"/>
                </a:lnTo>
                <a:lnTo>
                  <a:pt x="12146156" y="6493207"/>
                </a:lnTo>
                <a:cubicBezTo>
                  <a:pt x="12128883" y="6481415"/>
                  <a:pt x="12118286" y="6473479"/>
                  <a:pt x="12118286" y="6473479"/>
                </a:cubicBezTo>
                <a:close/>
                <a:moveTo>
                  <a:pt x="11920501" y="6434343"/>
                </a:moveTo>
                <a:lnTo>
                  <a:pt x="11943128" y="6473479"/>
                </a:lnTo>
                <a:cubicBezTo>
                  <a:pt x="11943128" y="6473479"/>
                  <a:pt x="11900804" y="6505222"/>
                  <a:pt x="11847390" y="6536008"/>
                </a:cubicBezTo>
                <a:cubicBezTo>
                  <a:pt x="11793976" y="6566859"/>
                  <a:pt x="11745343" y="6587702"/>
                  <a:pt x="11745343" y="6587702"/>
                </a:cubicBezTo>
                <a:lnTo>
                  <a:pt x="11722715" y="6548502"/>
                </a:lnTo>
                <a:cubicBezTo>
                  <a:pt x="11722715" y="6548502"/>
                  <a:pt x="11765038" y="6516822"/>
                  <a:pt x="11818516" y="6485972"/>
                </a:cubicBezTo>
                <a:cubicBezTo>
                  <a:pt x="11871867" y="6455122"/>
                  <a:pt x="11920501" y="6434343"/>
                  <a:pt x="11920501" y="6434343"/>
                </a:cubicBezTo>
                <a:close/>
                <a:moveTo>
                  <a:pt x="11349836" y="6434343"/>
                </a:moveTo>
                <a:cubicBezTo>
                  <a:pt x="11349836" y="6434343"/>
                  <a:pt x="11398406" y="6455122"/>
                  <a:pt x="11451820" y="6485972"/>
                </a:cubicBezTo>
                <a:cubicBezTo>
                  <a:pt x="11505234" y="6516822"/>
                  <a:pt x="11547558" y="6548502"/>
                  <a:pt x="11547558" y="6548502"/>
                </a:cubicBezTo>
                <a:lnTo>
                  <a:pt x="11524930" y="6587702"/>
                </a:lnTo>
                <a:cubicBezTo>
                  <a:pt x="11524930" y="6587702"/>
                  <a:pt x="11476360" y="6566859"/>
                  <a:pt x="11422946" y="6536072"/>
                </a:cubicBezTo>
                <a:cubicBezTo>
                  <a:pt x="11369531" y="6505222"/>
                  <a:pt x="11327208" y="6473479"/>
                  <a:pt x="11327208" y="6473479"/>
                </a:cubicBezTo>
                <a:close/>
                <a:moveTo>
                  <a:pt x="11129360" y="6434343"/>
                </a:moveTo>
                <a:lnTo>
                  <a:pt x="11151987" y="6473479"/>
                </a:lnTo>
                <a:cubicBezTo>
                  <a:pt x="11151987" y="6473479"/>
                  <a:pt x="11109664" y="6505222"/>
                  <a:pt x="11056249" y="6536008"/>
                </a:cubicBezTo>
                <a:cubicBezTo>
                  <a:pt x="11002835" y="6566859"/>
                  <a:pt x="10954265" y="6587702"/>
                  <a:pt x="10954265" y="6587702"/>
                </a:cubicBezTo>
                <a:lnTo>
                  <a:pt x="10931638" y="6548502"/>
                </a:lnTo>
                <a:cubicBezTo>
                  <a:pt x="10931638" y="6548502"/>
                  <a:pt x="10973961" y="6516822"/>
                  <a:pt x="11027376" y="6485972"/>
                </a:cubicBezTo>
                <a:cubicBezTo>
                  <a:pt x="11080790" y="6455122"/>
                  <a:pt x="11129360" y="6434343"/>
                  <a:pt x="11129360" y="6434343"/>
                </a:cubicBezTo>
                <a:close/>
                <a:moveTo>
                  <a:pt x="10558694" y="6434343"/>
                </a:moveTo>
                <a:cubicBezTo>
                  <a:pt x="10558694" y="6434343"/>
                  <a:pt x="10607264" y="6455122"/>
                  <a:pt x="10660678" y="6485972"/>
                </a:cubicBezTo>
                <a:cubicBezTo>
                  <a:pt x="10714092" y="6516822"/>
                  <a:pt x="10756416" y="6548502"/>
                  <a:pt x="10756416" y="6548502"/>
                </a:cubicBezTo>
                <a:lnTo>
                  <a:pt x="10733788" y="6587702"/>
                </a:lnTo>
                <a:cubicBezTo>
                  <a:pt x="10733788" y="6587702"/>
                  <a:pt x="10685218" y="6566859"/>
                  <a:pt x="10631804" y="6536072"/>
                </a:cubicBezTo>
                <a:cubicBezTo>
                  <a:pt x="10578389" y="6505222"/>
                  <a:pt x="10536066" y="6473479"/>
                  <a:pt x="10536066" y="6473479"/>
                </a:cubicBezTo>
                <a:close/>
                <a:moveTo>
                  <a:pt x="10338218" y="6434343"/>
                </a:moveTo>
                <a:lnTo>
                  <a:pt x="10360845" y="6473479"/>
                </a:lnTo>
                <a:cubicBezTo>
                  <a:pt x="10360845" y="6473479"/>
                  <a:pt x="10318522" y="6505222"/>
                  <a:pt x="10265107" y="6536008"/>
                </a:cubicBezTo>
                <a:cubicBezTo>
                  <a:pt x="10211693" y="6566859"/>
                  <a:pt x="10163123" y="6587702"/>
                  <a:pt x="10163123" y="6587702"/>
                </a:cubicBezTo>
                <a:lnTo>
                  <a:pt x="10140496" y="6548502"/>
                </a:lnTo>
                <a:cubicBezTo>
                  <a:pt x="10140496" y="6548502"/>
                  <a:pt x="10182819" y="6516822"/>
                  <a:pt x="10236234" y="6485972"/>
                </a:cubicBezTo>
                <a:cubicBezTo>
                  <a:pt x="10289648" y="6455122"/>
                  <a:pt x="10338218" y="6434343"/>
                  <a:pt x="10338218" y="6434343"/>
                </a:cubicBezTo>
                <a:close/>
                <a:moveTo>
                  <a:pt x="9767553" y="6434343"/>
                </a:moveTo>
                <a:cubicBezTo>
                  <a:pt x="9767553" y="6434343"/>
                  <a:pt x="9816187" y="6455122"/>
                  <a:pt x="9869601" y="6485972"/>
                </a:cubicBezTo>
                <a:cubicBezTo>
                  <a:pt x="9923015" y="6516822"/>
                  <a:pt x="9965339" y="6548502"/>
                  <a:pt x="9965339" y="6548502"/>
                </a:cubicBezTo>
                <a:lnTo>
                  <a:pt x="9942711" y="6587702"/>
                </a:lnTo>
                <a:cubicBezTo>
                  <a:pt x="9942711" y="6587702"/>
                  <a:pt x="9894077" y="6566859"/>
                  <a:pt x="9840663" y="6536072"/>
                </a:cubicBezTo>
                <a:cubicBezTo>
                  <a:pt x="9787248" y="6505222"/>
                  <a:pt x="9744925" y="6473479"/>
                  <a:pt x="9744925" y="6473479"/>
                </a:cubicBezTo>
                <a:close/>
                <a:moveTo>
                  <a:pt x="9547140" y="6434343"/>
                </a:moveTo>
                <a:lnTo>
                  <a:pt x="9569768" y="6473479"/>
                </a:lnTo>
                <a:cubicBezTo>
                  <a:pt x="9569768" y="6473479"/>
                  <a:pt x="9527444" y="6505222"/>
                  <a:pt x="9474030" y="6536008"/>
                </a:cubicBezTo>
                <a:cubicBezTo>
                  <a:pt x="9420616" y="6566859"/>
                  <a:pt x="9371982" y="6587702"/>
                  <a:pt x="9371982" y="6587702"/>
                </a:cubicBezTo>
                <a:lnTo>
                  <a:pt x="9349355" y="6548502"/>
                </a:lnTo>
                <a:cubicBezTo>
                  <a:pt x="9349355" y="6548502"/>
                  <a:pt x="9391678" y="6516822"/>
                  <a:pt x="9445093" y="6485972"/>
                </a:cubicBezTo>
                <a:cubicBezTo>
                  <a:pt x="9498507" y="6455122"/>
                  <a:pt x="9547140" y="6434343"/>
                  <a:pt x="9547140" y="6434343"/>
                </a:cubicBezTo>
                <a:close/>
                <a:moveTo>
                  <a:pt x="8976412" y="6434343"/>
                </a:moveTo>
                <a:cubicBezTo>
                  <a:pt x="8976412" y="6434343"/>
                  <a:pt x="9025046" y="6455122"/>
                  <a:pt x="9078460" y="6485972"/>
                </a:cubicBezTo>
                <a:cubicBezTo>
                  <a:pt x="9131874" y="6516822"/>
                  <a:pt x="9174198" y="6548502"/>
                  <a:pt x="9174198" y="6548502"/>
                </a:cubicBezTo>
                <a:lnTo>
                  <a:pt x="9151570" y="6587702"/>
                </a:lnTo>
                <a:cubicBezTo>
                  <a:pt x="9151570" y="6587702"/>
                  <a:pt x="9102936" y="6566859"/>
                  <a:pt x="9049585" y="6536072"/>
                </a:cubicBezTo>
                <a:cubicBezTo>
                  <a:pt x="8996107" y="6505222"/>
                  <a:pt x="8953784" y="6473479"/>
                  <a:pt x="8953784" y="6473479"/>
                </a:cubicBezTo>
                <a:close/>
                <a:moveTo>
                  <a:pt x="8755998" y="6434343"/>
                </a:moveTo>
                <a:lnTo>
                  <a:pt x="8778626" y="6473479"/>
                </a:lnTo>
                <a:cubicBezTo>
                  <a:pt x="8778626" y="6473479"/>
                  <a:pt x="8736302" y="6505222"/>
                  <a:pt x="8682888" y="6536008"/>
                </a:cubicBezTo>
                <a:cubicBezTo>
                  <a:pt x="8629474" y="6566859"/>
                  <a:pt x="8580840" y="6587702"/>
                  <a:pt x="8580840" y="6587702"/>
                </a:cubicBezTo>
                <a:lnTo>
                  <a:pt x="8558213" y="6548502"/>
                </a:lnTo>
                <a:cubicBezTo>
                  <a:pt x="8558213" y="6548502"/>
                  <a:pt x="8600536" y="6516822"/>
                  <a:pt x="8654014" y="6485972"/>
                </a:cubicBezTo>
                <a:cubicBezTo>
                  <a:pt x="8707364" y="6455122"/>
                  <a:pt x="8755998" y="6434343"/>
                  <a:pt x="8755998" y="6434343"/>
                </a:cubicBezTo>
                <a:close/>
                <a:moveTo>
                  <a:pt x="8185270" y="6434343"/>
                </a:moveTo>
                <a:cubicBezTo>
                  <a:pt x="8185270" y="6434343"/>
                  <a:pt x="8233904" y="6455122"/>
                  <a:pt x="8287318" y="6485972"/>
                </a:cubicBezTo>
                <a:cubicBezTo>
                  <a:pt x="8340732" y="6516822"/>
                  <a:pt x="8383056" y="6548502"/>
                  <a:pt x="8383056" y="6548502"/>
                </a:cubicBezTo>
                <a:lnTo>
                  <a:pt x="8360428" y="6587702"/>
                </a:lnTo>
                <a:cubicBezTo>
                  <a:pt x="8360428" y="6587702"/>
                  <a:pt x="8311858" y="6566859"/>
                  <a:pt x="8258443" y="6536072"/>
                </a:cubicBezTo>
                <a:cubicBezTo>
                  <a:pt x="8204965" y="6505222"/>
                  <a:pt x="8162642" y="6473479"/>
                  <a:pt x="8162642" y="6473479"/>
                </a:cubicBezTo>
                <a:close/>
                <a:moveTo>
                  <a:pt x="7964857" y="6434343"/>
                </a:moveTo>
                <a:lnTo>
                  <a:pt x="7987485" y="6473479"/>
                </a:lnTo>
                <a:cubicBezTo>
                  <a:pt x="7987485" y="6473479"/>
                  <a:pt x="7945161" y="6505222"/>
                  <a:pt x="7891747" y="6536008"/>
                </a:cubicBezTo>
                <a:cubicBezTo>
                  <a:pt x="7838333" y="6566859"/>
                  <a:pt x="7789699" y="6587702"/>
                  <a:pt x="7789699" y="6587702"/>
                </a:cubicBezTo>
                <a:lnTo>
                  <a:pt x="7767072" y="6548502"/>
                </a:lnTo>
                <a:cubicBezTo>
                  <a:pt x="7767072" y="6548502"/>
                  <a:pt x="7809395" y="6516822"/>
                  <a:pt x="7862873" y="6485972"/>
                </a:cubicBezTo>
                <a:cubicBezTo>
                  <a:pt x="7916223" y="6455122"/>
                  <a:pt x="7964857" y="6434343"/>
                  <a:pt x="7964857" y="6434343"/>
                </a:cubicBezTo>
                <a:close/>
                <a:moveTo>
                  <a:pt x="7394192" y="6434343"/>
                </a:moveTo>
                <a:cubicBezTo>
                  <a:pt x="7394192" y="6434343"/>
                  <a:pt x="7442762" y="6455122"/>
                  <a:pt x="7496176" y="6485972"/>
                </a:cubicBezTo>
                <a:cubicBezTo>
                  <a:pt x="7549590" y="6516822"/>
                  <a:pt x="7591913" y="6548502"/>
                  <a:pt x="7591913" y="6548502"/>
                </a:cubicBezTo>
                <a:lnTo>
                  <a:pt x="7569286" y="6587702"/>
                </a:lnTo>
                <a:cubicBezTo>
                  <a:pt x="7569286" y="6587702"/>
                  <a:pt x="7520716" y="6566859"/>
                  <a:pt x="7467302" y="6536072"/>
                </a:cubicBezTo>
                <a:cubicBezTo>
                  <a:pt x="7413887" y="6505222"/>
                  <a:pt x="7371564" y="6473479"/>
                  <a:pt x="7371564" y="6473479"/>
                </a:cubicBezTo>
                <a:close/>
                <a:moveTo>
                  <a:pt x="7173716" y="6434343"/>
                </a:moveTo>
                <a:lnTo>
                  <a:pt x="7196344" y="6473479"/>
                </a:lnTo>
                <a:cubicBezTo>
                  <a:pt x="7196344" y="6473479"/>
                  <a:pt x="7154020" y="6505222"/>
                  <a:pt x="7100606" y="6536008"/>
                </a:cubicBezTo>
                <a:cubicBezTo>
                  <a:pt x="7047191" y="6566859"/>
                  <a:pt x="6998621" y="6587702"/>
                  <a:pt x="6998621" y="6587702"/>
                </a:cubicBezTo>
                <a:lnTo>
                  <a:pt x="6975995" y="6548502"/>
                </a:lnTo>
                <a:cubicBezTo>
                  <a:pt x="6975995" y="6548502"/>
                  <a:pt x="7018317" y="6516822"/>
                  <a:pt x="7071731" y="6485972"/>
                </a:cubicBezTo>
                <a:cubicBezTo>
                  <a:pt x="7125146" y="6455122"/>
                  <a:pt x="7173716" y="6434343"/>
                  <a:pt x="7173716" y="6434343"/>
                </a:cubicBezTo>
                <a:close/>
                <a:moveTo>
                  <a:pt x="6603052" y="6434343"/>
                </a:moveTo>
                <a:cubicBezTo>
                  <a:pt x="6603052" y="6434343"/>
                  <a:pt x="6651621" y="6455122"/>
                  <a:pt x="6705100" y="6485972"/>
                </a:cubicBezTo>
                <a:cubicBezTo>
                  <a:pt x="6758449" y="6516822"/>
                  <a:pt x="6800837" y="6548502"/>
                  <a:pt x="6800837" y="6548502"/>
                </a:cubicBezTo>
                <a:lnTo>
                  <a:pt x="6778210" y="6587702"/>
                </a:lnTo>
                <a:cubicBezTo>
                  <a:pt x="6778210" y="6587702"/>
                  <a:pt x="6729575" y="6566859"/>
                  <a:pt x="6676161" y="6536072"/>
                </a:cubicBezTo>
                <a:cubicBezTo>
                  <a:pt x="6622747" y="6505222"/>
                  <a:pt x="6580424" y="6473479"/>
                  <a:pt x="6580424" y="6473479"/>
                </a:cubicBezTo>
                <a:close/>
                <a:moveTo>
                  <a:pt x="6382638" y="6434343"/>
                </a:moveTo>
                <a:lnTo>
                  <a:pt x="6405266" y="6473479"/>
                </a:lnTo>
                <a:cubicBezTo>
                  <a:pt x="6405266" y="6473479"/>
                  <a:pt x="6362878" y="6505222"/>
                  <a:pt x="6309528" y="6536008"/>
                </a:cubicBezTo>
                <a:cubicBezTo>
                  <a:pt x="6256113" y="6566859"/>
                  <a:pt x="6207480" y="6587702"/>
                  <a:pt x="6207480" y="6587702"/>
                </a:cubicBezTo>
                <a:lnTo>
                  <a:pt x="6184852" y="6548502"/>
                </a:lnTo>
                <a:cubicBezTo>
                  <a:pt x="6184852" y="6548502"/>
                  <a:pt x="6227176" y="6516822"/>
                  <a:pt x="6280590" y="6485972"/>
                </a:cubicBezTo>
                <a:cubicBezTo>
                  <a:pt x="6334004" y="6455122"/>
                  <a:pt x="6382638" y="6434343"/>
                  <a:pt x="6382638" y="6434343"/>
                </a:cubicBezTo>
                <a:close/>
                <a:moveTo>
                  <a:pt x="5811914" y="6434343"/>
                </a:moveTo>
                <a:lnTo>
                  <a:pt x="5811979" y="6434343"/>
                </a:lnTo>
                <a:lnTo>
                  <a:pt x="5811965" y="6434366"/>
                </a:lnTo>
                <a:close/>
                <a:moveTo>
                  <a:pt x="5591444" y="6434343"/>
                </a:moveTo>
                <a:lnTo>
                  <a:pt x="5614067" y="6473479"/>
                </a:lnTo>
                <a:cubicBezTo>
                  <a:pt x="5614067" y="6473479"/>
                  <a:pt x="5571746" y="6505222"/>
                  <a:pt x="5518332" y="6536008"/>
                </a:cubicBezTo>
                <a:cubicBezTo>
                  <a:pt x="5464921" y="6566859"/>
                  <a:pt x="5416289" y="6587702"/>
                  <a:pt x="5416289" y="6587702"/>
                </a:cubicBezTo>
                <a:lnTo>
                  <a:pt x="5393662" y="6548502"/>
                </a:lnTo>
                <a:lnTo>
                  <a:pt x="5393724" y="6548502"/>
                </a:lnTo>
                <a:cubicBezTo>
                  <a:pt x="5393724" y="6548502"/>
                  <a:pt x="5436047" y="6516822"/>
                  <a:pt x="5489459" y="6485972"/>
                </a:cubicBezTo>
                <a:cubicBezTo>
                  <a:pt x="5542870" y="6455122"/>
                  <a:pt x="5591444" y="6434343"/>
                  <a:pt x="5591444" y="6434343"/>
                </a:cubicBezTo>
                <a:close/>
                <a:moveTo>
                  <a:pt x="5020783" y="6434343"/>
                </a:moveTo>
                <a:lnTo>
                  <a:pt x="5020848" y="6434343"/>
                </a:lnTo>
                <a:lnTo>
                  <a:pt x="5020837" y="6434366"/>
                </a:lnTo>
                <a:close/>
                <a:moveTo>
                  <a:pt x="4800366" y="6434343"/>
                </a:moveTo>
                <a:lnTo>
                  <a:pt x="4822988" y="6473479"/>
                </a:lnTo>
                <a:cubicBezTo>
                  <a:pt x="4822988" y="6473479"/>
                  <a:pt x="4780668" y="6505222"/>
                  <a:pt x="4727254" y="6536008"/>
                </a:cubicBezTo>
                <a:cubicBezTo>
                  <a:pt x="4673843" y="6566859"/>
                  <a:pt x="4625211" y="6587702"/>
                  <a:pt x="4625211" y="6587702"/>
                </a:cubicBezTo>
                <a:lnTo>
                  <a:pt x="4602581" y="6548502"/>
                </a:lnTo>
                <a:lnTo>
                  <a:pt x="4602649" y="6548502"/>
                </a:lnTo>
                <a:cubicBezTo>
                  <a:pt x="4602649" y="6548502"/>
                  <a:pt x="4644967" y="6516822"/>
                  <a:pt x="4698380" y="6485972"/>
                </a:cubicBezTo>
                <a:cubicBezTo>
                  <a:pt x="4751795" y="6455122"/>
                  <a:pt x="4800366" y="6434343"/>
                  <a:pt x="4800366" y="6434343"/>
                </a:cubicBezTo>
                <a:close/>
                <a:moveTo>
                  <a:pt x="4229702" y="6434343"/>
                </a:moveTo>
                <a:lnTo>
                  <a:pt x="4229764" y="6434343"/>
                </a:lnTo>
                <a:lnTo>
                  <a:pt x="4229752" y="6434366"/>
                </a:lnTo>
                <a:close/>
                <a:moveTo>
                  <a:pt x="4009303" y="6434343"/>
                </a:moveTo>
                <a:lnTo>
                  <a:pt x="4031930" y="6473479"/>
                </a:lnTo>
                <a:cubicBezTo>
                  <a:pt x="4031930" y="6473479"/>
                  <a:pt x="3989607" y="6505222"/>
                  <a:pt x="3936200" y="6536008"/>
                </a:cubicBezTo>
                <a:cubicBezTo>
                  <a:pt x="3882785" y="6566859"/>
                  <a:pt x="3834153" y="6587702"/>
                  <a:pt x="3834153" y="6587702"/>
                </a:cubicBezTo>
                <a:lnTo>
                  <a:pt x="3811524" y="6548502"/>
                </a:lnTo>
                <a:lnTo>
                  <a:pt x="3811587" y="6548502"/>
                </a:lnTo>
                <a:cubicBezTo>
                  <a:pt x="3811587" y="6548502"/>
                  <a:pt x="3853909" y="6516822"/>
                  <a:pt x="3907323" y="6485972"/>
                </a:cubicBezTo>
                <a:cubicBezTo>
                  <a:pt x="3960740" y="6455122"/>
                  <a:pt x="4009303" y="6434343"/>
                  <a:pt x="4009303" y="6434343"/>
                </a:cubicBezTo>
                <a:close/>
                <a:moveTo>
                  <a:pt x="3438650" y="6434343"/>
                </a:moveTo>
                <a:lnTo>
                  <a:pt x="3438713" y="6434343"/>
                </a:lnTo>
                <a:lnTo>
                  <a:pt x="3438701" y="6434366"/>
                </a:lnTo>
                <a:close/>
                <a:moveTo>
                  <a:pt x="3218179" y="6434343"/>
                </a:moveTo>
                <a:lnTo>
                  <a:pt x="3240807" y="6473479"/>
                </a:lnTo>
                <a:cubicBezTo>
                  <a:pt x="3240807" y="6473479"/>
                  <a:pt x="3198481" y="6505222"/>
                  <a:pt x="3145079" y="6536008"/>
                </a:cubicBezTo>
                <a:cubicBezTo>
                  <a:pt x="3091661" y="6566859"/>
                  <a:pt x="3043026" y="6587702"/>
                  <a:pt x="3043026" y="6587702"/>
                </a:cubicBezTo>
                <a:lnTo>
                  <a:pt x="3020398" y="6548502"/>
                </a:lnTo>
                <a:lnTo>
                  <a:pt x="3020464" y="6548502"/>
                </a:lnTo>
                <a:cubicBezTo>
                  <a:pt x="3020464" y="6548502"/>
                  <a:pt x="3062787" y="6516822"/>
                  <a:pt x="3116202" y="6485972"/>
                </a:cubicBezTo>
                <a:cubicBezTo>
                  <a:pt x="3169618" y="6455122"/>
                  <a:pt x="3218179" y="6434343"/>
                  <a:pt x="3218179" y="6434343"/>
                </a:cubicBezTo>
                <a:close/>
                <a:moveTo>
                  <a:pt x="2647521" y="6434343"/>
                </a:moveTo>
                <a:lnTo>
                  <a:pt x="2647585" y="6434343"/>
                </a:lnTo>
                <a:lnTo>
                  <a:pt x="2647573" y="6434366"/>
                </a:lnTo>
                <a:close/>
                <a:moveTo>
                  <a:pt x="2427105" y="6434343"/>
                </a:moveTo>
                <a:lnTo>
                  <a:pt x="2449735" y="6473479"/>
                </a:lnTo>
                <a:cubicBezTo>
                  <a:pt x="2449735" y="6473479"/>
                  <a:pt x="2407411" y="6505222"/>
                  <a:pt x="2353993" y="6536008"/>
                </a:cubicBezTo>
                <a:cubicBezTo>
                  <a:pt x="2300583" y="6566859"/>
                  <a:pt x="2251951" y="6587702"/>
                  <a:pt x="2251951" y="6587702"/>
                </a:cubicBezTo>
                <a:lnTo>
                  <a:pt x="2229324" y="6548502"/>
                </a:lnTo>
                <a:lnTo>
                  <a:pt x="2229387" y="6548502"/>
                </a:lnTo>
                <a:cubicBezTo>
                  <a:pt x="2229387" y="6548502"/>
                  <a:pt x="2271708" y="6516822"/>
                  <a:pt x="2325122" y="6485972"/>
                </a:cubicBezTo>
                <a:cubicBezTo>
                  <a:pt x="2378532" y="6455122"/>
                  <a:pt x="2427105" y="6434343"/>
                  <a:pt x="2427105" y="6434343"/>
                </a:cubicBezTo>
                <a:close/>
                <a:moveTo>
                  <a:pt x="1856390" y="6434343"/>
                </a:moveTo>
                <a:lnTo>
                  <a:pt x="1856455" y="6434343"/>
                </a:lnTo>
                <a:lnTo>
                  <a:pt x="1856440" y="6434366"/>
                </a:lnTo>
                <a:close/>
                <a:moveTo>
                  <a:pt x="1635980" y="6434343"/>
                </a:moveTo>
                <a:lnTo>
                  <a:pt x="1658607" y="6473479"/>
                </a:lnTo>
                <a:cubicBezTo>
                  <a:pt x="1658607" y="6473479"/>
                  <a:pt x="1616284" y="6505222"/>
                  <a:pt x="1562870" y="6536008"/>
                </a:cubicBezTo>
                <a:cubicBezTo>
                  <a:pt x="1509456" y="6566859"/>
                  <a:pt x="1460821" y="6587702"/>
                  <a:pt x="1460821" y="6587702"/>
                </a:cubicBezTo>
                <a:lnTo>
                  <a:pt x="1438196" y="6548502"/>
                </a:lnTo>
                <a:lnTo>
                  <a:pt x="1438259" y="6548502"/>
                </a:lnTo>
                <a:cubicBezTo>
                  <a:pt x="1438259" y="6548502"/>
                  <a:pt x="1480583" y="6516822"/>
                  <a:pt x="1533997" y="6485972"/>
                </a:cubicBezTo>
                <a:cubicBezTo>
                  <a:pt x="1587410" y="6455122"/>
                  <a:pt x="1635980" y="6434343"/>
                  <a:pt x="1635980" y="6434343"/>
                </a:cubicBezTo>
                <a:close/>
                <a:moveTo>
                  <a:pt x="1065317" y="6434343"/>
                </a:moveTo>
                <a:lnTo>
                  <a:pt x="1065382" y="6434343"/>
                </a:lnTo>
                <a:lnTo>
                  <a:pt x="1065369" y="6434366"/>
                </a:lnTo>
                <a:close/>
                <a:moveTo>
                  <a:pt x="844900" y="6434343"/>
                </a:moveTo>
                <a:lnTo>
                  <a:pt x="867526" y="6473479"/>
                </a:lnTo>
                <a:cubicBezTo>
                  <a:pt x="867526" y="6473479"/>
                  <a:pt x="825204" y="6505222"/>
                  <a:pt x="771791" y="6536008"/>
                </a:cubicBezTo>
                <a:cubicBezTo>
                  <a:pt x="718378" y="6566859"/>
                  <a:pt x="669744" y="6587702"/>
                  <a:pt x="669744" y="6587702"/>
                </a:cubicBezTo>
                <a:lnTo>
                  <a:pt x="647116" y="6548502"/>
                </a:lnTo>
                <a:cubicBezTo>
                  <a:pt x="647116" y="6548502"/>
                  <a:pt x="689440" y="6516822"/>
                  <a:pt x="742854" y="6485972"/>
                </a:cubicBezTo>
                <a:cubicBezTo>
                  <a:pt x="796268" y="6455122"/>
                  <a:pt x="844900" y="6434343"/>
                  <a:pt x="844900" y="6434343"/>
                </a:cubicBezTo>
                <a:close/>
                <a:moveTo>
                  <a:pt x="274178" y="6434343"/>
                </a:moveTo>
                <a:lnTo>
                  <a:pt x="274242" y="6434343"/>
                </a:lnTo>
                <a:lnTo>
                  <a:pt x="274229" y="6434366"/>
                </a:lnTo>
                <a:close/>
                <a:moveTo>
                  <a:pt x="53706" y="6434343"/>
                </a:moveTo>
                <a:lnTo>
                  <a:pt x="76333" y="6473479"/>
                </a:lnTo>
                <a:cubicBezTo>
                  <a:pt x="76333" y="6473479"/>
                  <a:pt x="65753" y="6481415"/>
                  <a:pt x="48496" y="6493199"/>
                </a:cubicBezTo>
                <a:lnTo>
                  <a:pt x="0" y="6523775"/>
                </a:lnTo>
                <a:lnTo>
                  <a:pt x="0" y="6460561"/>
                </a:lnTo>
                <a:lnTo>
                  <a:pt x="22745" y="6448589"/>
                </a:lnTo>
                <a:cubicBezTo>
                  <a:pt x="41564" y="6439538"/>
                  <a:pt x="53706" y="6434343"/>
                  <a:pt x="53706" y="6434343"/>
                </a:cubicBezTo>
                <a:close/>
                <a:moveTo>
                  <a:pt x="11612572" y="6282642"/>
                </a:moveTo>
                <a:lnTo>
                  <a:pt x="11657764" y="6282642"/>
                </a:lnTo>
                <a:cubicBezTo>
                  <a:pt x="11657764" y="6282642"/>
                  <a:pt x="11664075" y="6335164"/>
                  <a:pt x="11664075" y="6396864"/>
                </a:cubicBezTo>
                <a:cubicBezTo>
                  <a:pt x="11664075" y="6458565"/>
                  <a:pt x="11657764" y="6511023"/>
                  <a:pt x="11657764" y="6511023"/>
                </a:cubicBezTo>
                <a:lnTo>
                  <a:pt x="11612572" y="6511023"/>
                </a:lnTo>
                <a:cubicBezTo>
                  <a:pt x="11612572" y="6511023"/>
                  <a:pt x="11606262" y="6458501"/>
                  <a:pt x="11606262" y="6396864"/>
                </a:cubicBezTo>
                <a:cubicBezTo>
                  <a:pt x="11606262" y="6335228"/>
                  <a:pt x="11612572" y="6282642"/>
                  <a:pt x="11612572" y="6282642"/>
                </a:cubicBezTo>
                <a:close/>
                <a:moveTo>
                  <a:pt x="10821431" y="6282642"/>
                </a:moveTo>
                <a:lnTo>
                  <a:pt x="10866623" y="6282642"/>
                </a:lnTo>
                <a:cubicBezTo>
                  <a:pt x="10866623" y="6282642"/>
                  <a:pt x="10872933" y="6335164"/>
                  <a:pt x="10872933" y="6396864"/>
                </a:cubicBezTo>
                <a:cubicBezTo>
                  <a:pt x="10872933" y="6458565"/>
                  <a:pt x="10866623" y="6511023"/>
                  <a:pt x="10866623" y="6511023"/>
                </a:cubicBezTo>
                <a:lnTo>
                  <a:pt x="10821431" y="6511023"/>
                </a:lnTo>
                <a:cubicBezTo>
                  <a:pt x="10821431" y="6511023"/>
                  <a:pt x="10815121" y="6458501"/>
                  <a:pt x="10815121" y="6396864"/>
                </a:cubicBezTo>
                <a:cubicBezTo>
                  <a:pt x="10815121" y="6335228"/>
                  <a:pt x="10821431" y="6282642"/>
                  <a:pt x="10821431" y="6282642"/>
                </a:cubicBezTo>
                <a:close/>
                <a:moveTo>
                  <a:pt x="10030289" y="6282642"/>
                </a:moveTo>
                <a:lnTo>
                  <a:pt x="10075544" y="6282642"/>
                </a:lnTo>
                <a:cubicBezTo>
                  <a:pt x="10075544" y="6282642"/>
                  <a:pt x="10081791" y="6335164"/>
                  <a:pt x="10081791" y="6396864"/>
                </a:cubicBezTo>
                <a:cubicBezTo>
                  <a:pt x="10081791" y="6458565"/>
                  <a:pt x="10075544" y="6511023"/>
                  <a:pt x="10075544" y="6511023"/>
                </a:cubicBezTo>
                <a:lnTo>
                  <a:pt x="10030289" y="6511023"/>
                </a:lnTo>
                <a:cubicBezTo>
                  <a:pt x="10030289" y="6511023"/>
                  <a:pt x="10023979" y="6458501"/>
                  <a:pt x="10023979" y="6396864"/>
                </a:cubicBezTo>
                <a:cubicBezTo>
                  <a:pt x="10023979" y="6335228"/>
                  <a:pt x="10030289" y="6282642"/>
                  <a:pt x="10030289" y="6282642"/>
                </a:cubicBezTo>
                <a:close/>
                <a:moveTo>
                  <a:pt x="9239147" y="6282642"/>
                </a:moveTo>
                <a:lnTo>
                  <a:pt x="9284403" y="6282642"/>
                </a:lnTo>
                <a:cubicBezTo>
                  <a:pt x="9284403" y="6282642"/>
                  <a:pt x="9290649" y="6335164"/>
                  <a:pt x="9290649" y="6396864"/>
                </a:cubicBezTo>
                <a:cubicBezTo>
                  <a:pt x="9290649" y="6458565"/>
                  <a:pt x="9284403" y="6511023"/>
                  <a:pt x="9284403" y="6511023"/>
                </a:cubicBezTo>
                <a:lnTo>
                  <a:pt x="9239147" y="6511023"/>
                </a:lnTo>
                <a:cubicBezTo>
                  <a:pt x="9239147" y="6511023"/>
                  <a:pt x="9232901" y="6458501"/>
                  <a:pt x="9232901" y="6396864"/>
                </a:cubicBezTo>
                <a:cubicBezTo>
                  <a:pt x="9232901" y="6335228"/>
                  <a:pt x="9239147" y="6282642"/>
                  <a:pt x="9239147" y="6282642"/>
                </a:cubicBezTo>
                <a:close/>
                <a:moveTo>
                  <a:pt x="8448006" y="6282642"/>
                </a:moveTo>
                <a:lnTo>
                  <a:pt x="8493262" y="6282642"/>
                </a:lnTo>
                <a:cubicBezTo>
                  <a:pt x="8493262" y="6282642"/>
                  <a:pt x="8499508" y="6335164"/>
                  <a:pt x="8499508" y="6396864"/>
                </a:cubicBezTo>
                <a:cubicBezTo>
                  <a:pt x="8499508" y="6458565"/>
                  <a:pt x="8493262" y="6511023"/>
                  <a:pt x="8493262" y="6511023"/>
                </a:cubicBezTo>
                <a:lnTo>
                  <a:pt x="8448006" y="6511023"/>
                </a:lnTo>
                <a:cubicBezTo>
                  <a:pt x="8448006" y="6511023"/>
                  <a:pt x="8441760" y="6458501"/>
                  <a:pt x="8441760" y="6396864"/>
                </a:cubicBezTo>
                <a:cubicBezTo>
                  <a:pt x="8441760" y="6335228"/>
                  <a:pt x="8448006" y="6282642"/>
                  <a:pt x="8448006" y="6282642"/>
                </a:cubicBezTo>
                <a:close/>
                <a:moveTo>
                  <a:pt x="7656865" y="6282642"/>
                </a:moveTo>
                <a:lnTo>
                  <a:pt x="7702121" y="6282642"/>
                </a:lnTo>
                <a:cubicBezTo>
                  <a:pt x="7702121" y="6282642"/>
                  <a:pt x="7708431" y="6335164"/>
                  <a:pt x="7708431" y="6396864"/>
                </a:cubicBezTo>
                <a:cubicBezTo>
                  <a:pt x="7708431" y="6458565"/>
                  <a:pt x="7702121" y="6511023"/>
                  <a:pt x="7702121" y="6511023"/>
                </a:cubicBezTo>
                <a:lnTo>
                  <a:pt x="7656865" y="6511023"/>
                </a:lnTo>
                <a:cubicBezTo>
                  <a:pt x="7656865" y="6511023"/>
                  <a:pt x="7650619" y="6458501"/>
                  <a:pt x="7650619" y="6396864"/>
                </a:cubicBezTo>
                <a:cubicBezTo>
                  <a:pt x="7650619" y="6335228"/>
                  <a:pt x="7656865" y="6282642"/>
                  <a:pt x="7656865" y="6282642"/>
                </a:cubicBezTo>
                <a:close/>
                <a:moveTo>
                  <a:pt x="6865787" y="6282642"/>
                </a:moveTo>
                <a:lnTo>
                  <a:pt x="6910979" y="6282642"/>
                </a:lnTo>
                <a:cubicBezTo>
                  <a:pt x="6910979" y="6282642"/>
                  <a:pt x="6917290" y="6335164"/>
                  <a:pt x="6917290" y="6396864"/>
                </a:cubicBezTo>
                <a:cubicBezTo>
                  <a:pt x="6917290" y="6458565"/>
                  <a:pt x="6910979" y="6511023"/>
                  <a:pt x="6910979" y="6511023"/>
                </a:cubicBezTo>
                <a:lnTo>
                  <a:pt x="6865787" y="6511023"/>
                </a:lnTo>
                <a:cubicBezTo>
                  <a:pt x="6865787" y="6511023"/>
                  <a:pt x="6859477" y="6458501"/>
                  <a:pt x="6859477" y="6396864"/>
                </a:cubicBezTo>
                <a:cubicBezTo>
                  <a:pt x="6859477" y="6335228"/>
                  <a:pt x="6865787" y="6282642"/>
                  <a:pt x="6865787" y="6282642"/>
                </a:cubicBezTo>
                <a:close/>
                <a:moveTo>
                  <a:pt x="6074648" y="6282642"/>
                </a:moveTo>
                <a:lnTo>
                  <a:pt x="6119901" y="6282642"/>
                </a:lnTo>
                <a:cubicBezTo>
                  <a:pt x="6119901" y="6282642"/>
                  <a:pt x="6126212" y="6335164"/>
                  <a:pt x="6126212" y="6396864"/>
                </a:cubicBezTo>
                <a:cubicBezTo>
                  <a:pt x="6126212" y="6458565"/>
                  <a:pt x="6119901" y="6511023"/>
                  <a:pt x="6119901" y="6511023"/>
                </a:cubicBezTo>
                <a:lnTo>
                  <a:pt x="6074648" y="6511023"/>
                </a:lnTo>
                <a:cubicBezTo>
                  <a:pt x="6074648" y="6511023"/>
                  <a:pt x="6068337" y="6458501"/>
                  <a:pt x="6068337" y="6396864"/>
                </a:cubicBezTo>
                <a:cubicBezTo>
                  <a:pt x="6068337" y="6335228"/>
                  <a:pt x="6074648" y="6282642"/>
                  <a:pt x="6074648" y="6282642"/>
                </a:cubicBezTo>
                <a:close/>
                <a:moveTo>
                  <a:pt x="5283517" y="6282642"/>
                </a:moveTo>
                <a:lnTo>
                  <a:pt x="5328774" y="6282642"/>
                </a:lnTo>
                <a:cubicBezTo>
                  <a:pt x="5328774" y="6282642"/>
                  <a:pt x="5335084" y="6335164"/>
                  <a:pt x="5335084" y="6396864"/>
                </a:cubicBezTo>
                <a:cubicBezTo>
                  <a:pt x="5335084" y="6458565"/>
                  <a:pt x="5328774" y="6511023"/>
                  <a:pt x="5328774" y="6511023"/>
                </a:cubicBezTo>
                <a:lnTo>
                  <a:pt x="5283517" y="6511023"/>
                </a:lnTo>
                <a:cubicBezTo>
                  <a:pt x="5283517" y="6511023"/>
                  <a:pt x="5277271" y="6458501"/>
                  <a:pt x="5277271" y="6396864"/>
                </a:cubicBezTo>
                <a:cubicBezTo>
                  <a:pt x="5277271" y="6335228"/>
                  <a:pt x="5283517" y="6282642"/>
                  <a:pt x="5283517" y="6282642"/>
                </a:cubicBezTo>
                <a:close/>
                <a:moveTo>
                  <a:pt x="4492377" y="6282642"/>
                </a:moveTo>
                <a:lnTo>
                  <a:pt x="4537632" y="6282642"/>
                </a:lnTo>
                <a:cubicBezTo>
                  <a:pt x="4537632" y="6282642"/>
                  <a:pt x="4543944" y="6335164"/>
                  <a:pt x="4543944" y="6396864"/>
                </a:cubicBezTo>
                <a:cubicBezTo>
                  <a:pt x="4543944" y="6458565"/>
                  <a:pt x="4537632" y="6511023"/>
                  <a:pt x="4537632" y="6511023"/>
                </a:cubicBezTo>
                <a:lnTo>
                  <a:pt x="4492377" y="6511023"/>
                </a:lnTo>
                <a:cubicBezTo>
                  <a:pt x="4492377" y="6511023"/>
                  <a:pt x="4486066" y="6458501"/>
                  <a:pt x="4486066" y="6396864"/>
                </a:cubicBezTo>
                <a:cubicBezTo>
                  <a:pt x="4486066" y="6335228"/>
                  <a:pt x="4492377" y="6282642"/>
                  <a:pt x="4492377" y="6282642"/>
                </a:cubicBezTo>
                <a:close/>
                <a:moveTo>
                  <a:pt x="3701387" y="6282642"/>
                </a:moveTo>
                <a:lnTo>
                  <a:pt x="3746640" y="6282642"/>
                </a:lnTo>
                <a:cubicBezTo>
                  <a:pt x="3746640" y="6282642"/>
                  <a:pt x="3752950" y="6335164"/>
                  <a:pt x="3752950" y="6396864"/>
                </a:cubicBezTo>
                <a:cubicBezTo>
                  <a:pt x="3752950" y="6458565"/>
                  <a:pt x="3746640" y="6511023"/>
                  <a:pt x="3746640" y="6511023"/>
                </a:cubicBezTo>
                <a:lnTo>
                  <a:pt x="3701387" y="6511023"/>
                </a:lnTo>
                <a:cubicBezTo>
                  <a:pt x="3701387" y="6511023"/>
                  <a:pt x="3695140" y="6458501"/>
                  <a:pt x="3695140" y="6396864"/>
                </a:cubicBezTo>
                <a:cubicBezTo>
                  <a:pt x="3695140" y="6335228"/>
                  <a:pt x="3701387" y="6282642"/>
                  <a:pt x="3701387" y="6282642"/>
                </a:cubicBezTo>
                <a:close/>
                <a:moveTo>
                  <a:pt x="2910259" y="6282642"/>
                </a:moveTo>
                <a:lnTo>
                  <a:pt x="2955512" y="6282642"/>
                </a:lnTo>
                <a:cubicBezTo>
                  <a:pt x="2955512" y="6282642"/>
                  <a:pt x="2961822" y="6335164"/>
                  <a:pt x="2961822" y="6396864"/>
                </a:cubicBezTo>
                <a:cubicBezTo>
                  <a:pt x="2961822" y="6458565"/>
                  <a:pt x="2955512" y="6511023"/>
                  <a:pt x="2955512" y="6511023"/>
                </a:cubicBezTo>
                <a:lnTo>
                  <a:pt x="2910259" y="6511023"/>
                </a:lnTo>
                <a:cubicBezTo>
                  <a:pt x="2910259" y="6511023"/>
                  <a:pt x="2904013" y="6458501"/>
                  <a:pt x="2904013" y="6396864"/>
                </a:cubicBezTo>
                <a:cubicBezTo>
                  <a:pt x="2904013" y="6335228"/>
                  <a:pt x="2910259" y="6282642"/>
                  <a:pt x="2910259" y="6282642"/>
                </a:cubicBezTo>
                <a:close/>
                <a:moveTo>
                  <a:pt x="2119119" y="6282642"/>
                </a:moveTo>
                <a:lnTo>
                  <a:pt x="2164366" y="6282642"/>
                </a:lnTo>
                <a:cubicBezTo>
                  <a:pt x="2164366" y="6282642"/>
                  <a:pt x="2170679" y="6335164"/>
                  <a:pt x="2170679" y="6396864"/>
                </a:cubicBezTo>
                <a:cubicBezTo>
                  <a:pt x="2170679" y="6458565"/>
                  <a:pt x="2164366" y="6511023"/>
                  <a:pt x="2164366" y="6511023"/>
                </a:cubicBezTo>
                <a:lnTo>
                  <a:pt x="2119119" y="6511023"/>
                </a:lnTo>
                <a:cubicBezTo>
                  <a:pt x="2119119" y="6511023"/>
                  <a:pt x="2112868" y="6458501"/>
                  <a:pt x="2112868" y="6396864"/>
                </a:cubicBezTo>
                <a:cubicBezTo>
                  <a:pt x="2112868" y="6335228"/>
                  <a:pt x="2119119" y="6282642"/>
                  <a:pt x="2119119" y="6282642"/>
                </a:cubicBezTo>
                <a:close/>
                <a:moveTo>
                  <a:pt x="1327990" y="6282642"/>
                </a:moveTo>
                <a:lnTo>
                  <a:pt x="1373245" y="6282642"/>
                </a:lnTo>
                <a:cubicBezTo>
                  <a:pt x="1373245" y="6282642"/>
                  <a:pt x="1379556" y="6335164"/>
                  <a:pt x="1379556" y="6396864"/>
                </a:cubicBezTo>
                <a:cubicBezTo>
                  <a:pt x="1379556" y="6458565"/>
                  <a:pt x="1373245" y="6511023"/>
                  <a:pt x="1373245" y="6511023"/>
                </a:cubicBezTo>
                <a:lnTo>
                  <a:pt x="1327990" y="6511023"/>
                </a:lnTo>
                <a:cubicBezTo>
                  <a:pt x="1327990" y="6511023"/>
                  <a:pt x="1321744" y="6458501"/>
                  <a:pt x="1321744" y="6396864"/>
                </a:cubicBezTo>
                <a:cubicBezTo>
                  <a:pt x="1321744" y="6335228"/>
                  <a:pt x="1327990" y="6282642"/>
                  <a:pt x="1327990" y="6282642"/>
                </a:cubicBezTo>
                <a:close/>
                <a:moveTo>
                  <a:pt x="536912" y="6282642"/>
                </a:moveTo>
                <a:lnTo>
                  <a:pt x="582167" y="6282642"/>
                </a:lnTo>
                <a:cubicBezTo>
                  <a:pt x="582167" y="6282642"/>
                  <a:pt x="588477" y="6335164"/>
                  <a:pt x="588477" y="6396864"/>
                </a:cubicBezTo>
                <a:cubicBezTo>
                  <a:pt x="588477" y="6458565"/>
                  <a:pt x="582167" y="6511023"/>
                  <a:pt x="582167" y="6511023"/>
                </a:cubicBezTo>
                <a:lnTo>
                  <a:pt x="536912" y="6511023"/>
                </a:lnTo>
                <a:cubicBezTo>
                  <a:pt x="536912" y="6511023"/>
                  <a:pt x="530665" y="6458501"/>
                  <a:pt x="530665" y="6396864"/>
                </a:cubicBezTo>
                <a:cubicBezTo>
                  <a:pt x="530665" y="6335228"/>
                  <a:pt x="536912" y="6282642"/>
                  <a:pt x="536912" y="6282642"/>
                </a:cubicBezTo>
                <a:close/>
                <a:moveTo>
                  <a:pt x="0" y="6269792"/>
                </a:moveTo>
                <a:lnTo>
                  <a:pt x="48559" y="6300425"/>
                </a:lnTo>
                <a:cubicBezTo>
                  <a:pt x="65816" y="6312202"/>
                  <a:pt x="76396" y="6320121"/>
                  <a:pt x="76396" y="6320121"/>
                </a:cubicBezTo>
                <a:lnTo>
                  <a:pt x="53769" y="6359321"/>
                </a:lnTo>
                <a:cubicBezTo>
                  <a:pt x="53769" y="6359321"/>
                  <a:pt x="41611" y="6354126"/>
                  <a:pt x="22784" y="6345075"/>
                </a:cubicBezTo>
                <a:lnTo>
                  <a:pt x="0" y="6333078"/>
                </a:lnTo>
                <a:close/>
                <a:moveTo>
                  <a:pt x="12203753" y="6264170"/>
                </a:moveTo>
                <a:lnTo>
                  <a:pt x="12203753" y="6328402"/>
                </a:lnTo>
                <a:lnTo>
                  <a:pt x="12171908" y="6345170"/>
                </a:lnTo>
                <a:cubicBezTo>
                  <a:pt x="12153072" y="6354237"/>
                  <a:pt x="12140914" y="6359448"/>
                  <a:pt x="12140914" y="6359448"/>
                </a:cubicBezTo>
                <a:lnTo>
                  <a:pt x="12118286" y="6320248"/>
                </a:lnTo>
                <a:lnTo>
                  <a:pt x="12118286" y="6320185"/>
                </a:lnTo>
                <a:cubicBezTo>
                  <a:pt x="12118286" y="6320185"/>
                  <a:pt x="12128867" y="6312265"/>
                  <a:pt x="12146132" y="6300490"/>
                </a:cubicBezTo>
                <a:close/>
                <a:moveTo>
                  <a:pt x="11524930" y="6206026"/>
                </a:moveTo>
                <a:lnTo>
                  <a:pt x="11547558" y="6245226"/>
                </a:lnTo>
                <a:cubicBezTo>
                  <a:pt x="11547558" y="6245226"/>
                  <a:pt x="11505234" y="6276905"/>
                  <a:pt x="11451820" y="6307755"/>
                </a:cubicBezTo>
                <a:cubicBezTo>
                  <a:pt x="11398406" y="6338605"/>
                  <a:pt x="11349836" y="6359448"/>
                  <a:pt x="11349836" y="6359448"/>
                </a:cubicBezTo>
                <a:lnTo>
                  <a:pt x="11327208" y="6320248"/>
                </a:lnTo>
                <a:lnTo>
                  <a:pt x="11327208" y="6320185"/>
                </a:lnTo>
                <a:cubicBezTo>
                  <a:pt x="11327208" y="6320185"/>
                  <a:pt x="11369531" y="6288506"/>
                  <a:pt x="11422946" y="6257656"/>
                </a:cubicBezTo>
                <a:cubicBezTo>
                  <a:pt x="11476360" y="6226805"/>
                  <a:pt x="11524930" y="6206026"/>
                  <a:pt x="11524930" y="6206026"/>
                </a:cubicBezTo>
                <a:close/>
                <a:moveTo>
                  <a:pt x="10733788" y="6206026"/>
                </a:moveTo>
                <a:lnTo>
                  <a:pt x="10756416" y="6245226"/>
                </a:lnTo>
                <a:cubicBezTo>
                  <a:pt x="10756416" y="6245226"/>
                  <a:pt x="10714092" y="6276905"/>
                  <a:pt x="10660678" y="6307755"/>
                </a:cubicBezTo>
                <a:cubicBezTo>
                  <a:pt x="10607264" y="6338605"/>
                  <a:pt x="10558694" y="6359448"/>
                  <a:pt x="10558694" y="6359448"/>
                </a:cubicBezTo>
                <a:lnTo>
                  <a:pt x="10536066" y="6320248"/>
                </a:lnTo>
                <a:lnTo>
                  <a:pt x="10536066" y="6320185"/>
                </a:lnTo>
                <a:cubicBezTo>
                  <a:pt x="10536066" y="6320185"/>
                  <a:pt x="10578389" y="6288506"/>
                  <a:pt x="10631804" y="6257656"/>
                </a:cubicBezTo>
                <a:cubicBezTo>
                  <a:pt x="10685218" y="6226805"/>
                  <a:pt x="10733788" y="6206026"/>
                  <a:pt x="10733788" y="6206026"/>
                </a:cubicBezTo>
                <a:close/>
                <a:moveTo>
                  <a:pt x="9942711" y="6206026"/>
                </a:moveTo>
                <a:lnTo>
                  <a:pt x="9965339" y="6245226"/>
                </a:lnTo>
                <a:cubicBezTo>
                  <a:pt x="9965339" y="6245226"/>
                  <a:pt x="9923015" y="6276905"/>
                  <a:pt x="9869601" y="6307755"/>
                </a:cubicBezTo>
                <a:cubicBezTo>
                  <a:pt x="9816123" y="6338605"/>
                  <a:pt x="9767553" y="6359448"/>
                  <a:pt x="9767553" y="6359448"/>
                </a:cubicBezTo>
                <a:lnTo>
                  <a:pt x="9744925" y="6320248"/>
                </a:lnTo>
                <a:lnTo>
                  <a:pt x="9744925" y="6320185"/>
                </a:lnTo>
                <a:cubicBezTo>
                  <a:pt x="9744925" y="6320185"/>
                  <a:pt x="9787248" y="6288506"/>
                  <a:pt x="9840663" y="6257656"/>
                </a:cubicBezTo>
                <a:cubicBezTo>
                  <a:pt x="9894077" y="6226805"/>
                  <a:pt x="9942711" y="6206026"/>
                  <a:pt x="9942711" y="6206026"/>
                </a:cubicBezTo>
                <a:close/>
                <a:moveTo>
                  <a:pt x="9151570" y="6206026"/>
                </a:moveTo>
                <a:lnTo>
                  <a:pt x="9174198" y="6245226"/>
                </a:lnTo>
                <a:cubicBezTo>
                  <a:pt x="9174198" y="6245226"/>
                  <a:pt x="9131874" y="6276905"/>
                  <a:pt x="9078460" y="6307755"/>
                </a:cubicBezTo>
                <a:cubicBezTo>
                  <a:pt x="9025046" y="6338605"/>
                  <a:pt x="8976412" y="6359448"/>
                  <a:pt x="8976412" y="6359448"/>
                </a:cubicBezTo>
                <a:lnTo>
                  <a:pt x="8953784" y="6320248"/>
                </a:lnTo>
                <a:lnTo>
                  <a:pt x="8953784" y="6320185"/>
                </a:lnTo>
                <a:cubicBezTo>
                  <a:pt x="8953784" y="6320185"/>
                  <a:pt x="8996107" y="6288506"/>
                  <a:pt x="9049585" y="6257656"/>
                </a:cubicBezTo>
                <a:cubicBezTo>
                  <a:pt x="9102936" y="6226805"/>
                  <a:pt x="9151570" y="6206026"/>
                  <a:pt x="9151570" y="6206026"/>
                </a:cubicBezTo>
                <a:close/>
                <a:moveTo>
                  <a:pt x="8360428" y="6206026"/>
                </a:moveTo>
                <a:lnTo>
                  <a:pt x="8383056" y="6245226"/>
                </a:lnTo>
                <a:cubicBezTo>
                  <a:pt x="8383056" y="6245226"/>
                  <a:pt x="8340732" y="6276905"/>
                  <a:pt x="8287318" y="6307755"/>
                </a:cubicBezTo>
                <a:cubicBezTo>
                  <a:pt x="8233904" y="6338605"/>
                  <a:pt x="8185270" y="6359448"/>
                  <a:pt x="8185270" y="6359448"/>
                </a:cubicBezTo>
                <a:lnTo>
                  <a:pt x="8162642" y="6320248"/>
                </a:lnTo>
                <a:lnTo>
                  <a:pt x="8162642" y="6320185"/>
                </a:lnTo>
                <a:cubicBezTo>
                  <a:pt x="8162642" y="6320185"/>
                  <a:pt x="8204965" y="6288506"/>
                  <a:pt x="8258443" y="6257656"/>
                </a:cubicBezTo>
                <a:cubicBezTo>
                  <a:pt x="8311794" y="6226805"/>
                  <a:pt x="8360428" y="6206026"/>
                  <a:pt x="8360428" y="6206026"/>
                </a:cubicBezTo>
                <a:close/>
                <a:moveTo>
                  <a:pt x="7569286" y="6206026"/>
                </a:moveTo>
                <a:lnTo>
                  <a:pt x="7591913" y="6245226"/>
                </a:lnTo>
                <a:cubicBezTo>
                  <a:pt x="7591913" y="6245226"/>
                  <a:pt x="7549590" y="6276905"/>
                  <a:pt x="7496176" y="6307755"/>
                </a:cubicBezTo>
                <a:cubicBezTo>
                  <a:pt x="7442762" y="6338605"/>
                  <a:pt x="7394192" y="6359448"/>
                  <a:pt x="7394192" y="6359448"/>
                </a:cubicBezTo>
                <a:lnTo>
                  <a:pt x="7371564" y="6320248"/>
                </a:lnTo>
                <a:lnTo>
                  <a:pt x="7371564" y="6320185"/>
                </a:lnTo>
                <a:cubicBezTo>
                  <a:pt x="7371564" y="6320185"/>
                  <a:pt x="7413887" y="6288506"/>
                  <a:pt x="7467302" y="6257656"/>
                </a:cubicBezTo>
                <a:cubicBezTo>
                  <a:pt x="7520716" y="6226805"/>
                  <a:pt x="7569286" y="6206026"/>
                  <a:pt x="7569286" y="6206026"/>
                </a:cubicBezTo>
                <a:close/>
                <a:moveTo>
                  <a:pt x="6778210" y="6206026"/>
                </a:moveTo>
                <a:lnTo>
                  <a:pt x="6800837" y="6245226"/>
                </a:lnTo>
                <a:cubicBezTo>
                  <a:pt x="6800837" y="6245226"/>
                  <a:pt x="6758449" y="6276905"/>
                  <a:pt x="6705100" y="6307755"/>
                </a:cubicBezTo>
                <a:cubicBezTo>
                  <a:pt x="6651621" y="6338605"/>
                  <a:pt x="6603052" y="6359448"/>
                  <a:pt x="6603052" y="6359448"/>
                </a:cubicBezTo>
                <a:lnTo>
                  <a:pt x="6580424" y="6320248"/>
                </a:lnTo>
                <a:lnTo>
                  <a:pt x="6580424" y="6320185"/>
                </a:lnTo>
                <a:cubicBezTo>
                  <a:pt x="6580424" y="6320185"/>
                  <a:pt x="6622747" y="6288506"/>
                  <a:pt x="6676161" y="6257656"/>
                </a:cubicBezTo>
                <a:cubicBezTo>
                  <a:pt x="6729575" y="6226805"/>
                  <a:pt x="6778210" y="6206026"/>
                  <a:pt x="6778210" y="6206026"/>
                </a:cubicBezTo>
                <a:close/>
                <a:moveTo>
                  <a:pt x="5987007" y="6206026"/>
                </a:moveTo>
                <a:lnTo>
                  <a:pt x="6009633" y="6245226"/>
                </a:lnTo>
                <a:cubicBezTo>
                  <a:pt x="6009633" y="6245226"/>
                  <a:pt x="5967311" y="6276905"/>
                  <a:pt x="5913898" y="6307755"/>
                </a:cubicBezTo>
                <a:cubicBezTo>
                  <a:pt x="5860482" y="6338605"/>
                  <a:pt x="5811850" y="6359448"/>
                  <a:pt x="5811850" y="6359448"/>
                </a:cubicBezTo>
                <a:lnTo>
                  <a:pt x="5789224" y="6320248"/>
                </a:lnTo>
                <a:lnTo>
                  <a:pt x="5789287" y="6320185"/>
                </a:lnTo>
                <a:cubicBezTo>
                  <a:pt x="5789287" y="6320185"/>
                  <a:pt x="5831610" y="6288506"/>
                  <a:pt x="5885024" y="6257656"/>
                </a:cubicBezTo>
                <a:cubicBezTo>
                  <a:pt x="5938437" y="6226805"/>
                  <a:pt x="5987007" y="6206026"/>
                  <a:pt x="5987007" y="6206026"/>
                </a:cubicBezTo>
                <a:close/>
                <a:moveTo>
                  <a:pt x="5195941" y="6206026"/>
                </a:moveTo>
                <a:lnTo>
                  <a:pt x="5218566" y="6245226"/>
                </a:lnTo>
                <a:cubicBezTo>
                  <a:pt x="5218566" y="6245226"/>
                  <a:pt x="5176242" y="6276905"/>
                  <a:pt x="5122827" y="6307755"/>
                </a:cubicBezTo>
                <a:cubicBezTo>
                  <a:pt x="5069416" y="6338605"/>
                  <a:pt x="5020783" y="6359448"/>
                  <a:pt x="5020783" y="6359448"/>
                </a:cubicBezTo>
                <a:lnTo>
                  <a:pt x="4998155" y="6320248"/>
                </a:lnTo>
                <a:lnTo>
                  <a:pt x="4998215" y="6320185"/>
                </a:lnTo>
                <a:cubicBezTo>
                  <a:pt x="4998215" y="6320185"/>
                  <a:pt x="5040542" y="6288506"/>
                  <a:pt x="5093953" y="6257656"/>
                </a:cubicBezTo>
                <a:cubicBezTo>
                  <a:pt x="5147369" y="6226805"/>
                  <a:pt x="5195941" y="6206026"/>
                  <a:pt x="5195941" y="6206026"/>
                </a:cubicBezTo>
                <a:close/>
                <a:moveTo>
                  <a:pt x="4404792" y="6206026"/>
                </a:moveTo>
                <a:lnTo>
                  <a:pt x="4427424" y="6245226"/>
                </a:lnTo>
                <a:cubicBezTo>
                  <a:pt x="4427424" y="6245226"/>
                  <a:pt x="4385099" y="6276905"/>
                  <a:pt x="4331686" y="6307755"/>
                </a:cubicBezTo>
                <a:cubicBezTo>
                  <a:pt x="4278272" y="6338605"/>
                  <a:pt x="4229635" y="6359448"/>
                  <a:pt x="4229635" y="6359448"/>
                </a:cubicBezTo>
                <a:lnTo>
                  <a:pt x="4207009" y="6320248"/>
                </a:lnTo>
                <a:lnTo>
                  <a:pt x="4207074" y="6320185"/>
                </a:lnTo>
                <a:cubicBezTo>
                  <a:pt x="4207074" y="6320185"/>
                  <a:pt x="4249395" y="6288506"/>
                  <a:pt x="4302809" y="6257656"/>
                </a:cubicBezTo>
                <a:cubicBezTo>
                  <a:pt x="4356222" y="6226805"/>
                  <a:pt x="4404792" y="6206026"/>
                  <a:pt x="4404792" y="6206026"/>
                </a:cubicBezTo>
                <a:close/>
                <a:moveTo>
                  <a:pt x="3613742" y="6206026"/>
                </a:moveTo>
                <a:lnTo>
                  <a:pt x="3636372" y="6245226"/>
                </a:lnTo>
                <a:cubicBezTo>
                  <a:pt x="3636372" y="6245226"/>
                  <a:pt x="3594049" y="6276905"/>
                  <a:pt x="3540639" y="6307755"/>
                </a:cubicBezTo>
                <a:cubicBezTo>
                  <a:pt x="3487224" y="6338605"/>
                  <a:pt x="3438588" y="6359448"/>
                  <a:pt x="3438588" y="6359448"/>
                </a:cubicBezTo>
                <a:lnTo>
                  <a:pt x="3415959" y="6320248"/>
                </a:lnTo>
                <a:lnTo>
                  <a:pt x="3416027" y="6320185"/>
                </a:lnTo>
                <a:cubicBezTo>
                  <a:pt x="3416027" y="6320185"/>
                  <a:pt x="3458348" y="6288506"/>
                  <a:pt x="3511767" y="6257656"/>
                </a:cubicBezTo>
                <a:cubicBezTo>
                  <a:pt x="3565177" y="6226805"/>
                  <a:pt x="3613742" y="6206026"/>
                  <a:pt x="3613742" y="6206026"/>
                </a:cubicBezTo>
                <a:close/>
                <a:moveTo>
                  <a:pt x="2822677" y="6206026"/>
                </a:moveTo>
                <a:lnTo>
                  <a:pt x="2845305" y="6245226"/>
                </a:lnTo>
                <a:cubicBezTo>
                  <a:pt x="2845305" y="6245226"/>
                  <a:pt x="2802981" y="6276905"/>
                  <a:pt x="2749571" y="6307755"/>
                </a:cubicBezTo>
                <a:cubicBezTo>
                  <a:pt x="2696153" y="6338605"/>
                  <a:pt x="2647521" y="6359448"/>
                  <a:pt x="2647521" y="6359448"/>
                </a:cubicBezTo>
                <a:lnTo>
                  <a:pt x="2624892" y="6320248"/>
                </a:lnTo>
                <a:lnTo>
                  <a:pt x="2624959" y="6320185"/>
                </a:lnTo>
                <a:cubicBezTo>
                  <a:pt x="2624959" y="6320185"/>
                  <a:pt x="2667283" y="6288506"/>
                  <a:pt x="2720696" y="6257656"/>
                </a:cubicBezTo>
                <a:cubicBezTo>
                  <a:pt x="2774110" y="6226805"/>
                  <a:pt x="2822677" y="6206026"/>
                  <a:pt x="2822677" y="6206026"/>
                </a:cubicBezTo>
                <a:close/>
                <a:moveTo>
                  <a:pt x="2031546" y="6206026"/>
                </a:moveTo>
                <a:lnTo>
                  <a:pt x="2054176" y="6245226"/>
                </a:lnTo>
                <a:cubicBezTo>
                  <a:pt x="2054176" y="6245226"/>
                  <a:pt x="2011851" y="6276905"/>
                  <a:pt x="1958440" y="6307755"/>
                </a:cubicBezTo>
                <a:cubicBezTo>
                  <a:pt x="1905024" y="6338605"/>
                  <a:pt x="1856390" y="6359448"/>
                  <a:pt x="1856390" y="6359448"/>
                </a:cubicBezTo>
                <a:lnTo>
                  <a:pt x="1833765" y="6320248"/>
                </a:lnTo>
                <a:lnTo>
                  <a:pt x="1833827" y="6320185"/>
                </a:lnTo>
                <a:cubicBezTo>
                  <a:pt x="1833827" y="6320185"/>
                  <a:pt x="1876151" y="6288506"/>
                  <a:pt x="1929564" y="6257656"/>
                </a:cubicBezTo>
                <a:cubicBezTo>
                  <a:pt x="1982981" y="6226805"/>
                  <a:pt x="2031546" y="6206026"/>
                  <a:pt x="2031546" y="6206026"/>
                </a:cubicBezTo>
                <a:close/>
                <a:moveTo>
                  <a:pt x="1240411" y="6206026"/>
                </a:moveTo>
                <a:lnTo>
                  <a:pt x="1263039" y="6245226"/>
                </a:lnTo>
                <a:cubicBezTo>
                  <a:pt x="1263039" y="6245226"/>
                  <a:pt x="1220715" y="6276905"/>
                  <a:pt x="1167301" y="6307755"/>
                </a:cubicBezTo>
                <a:cubicBezTo>
                  <a:pt x="1113887" y="6338605"/>
                  <a:pt x="1065253" y="6359448"/>
                  <a:pt x="1065253" y="6359448"/>
                </a:cubicBezTo>
                <a:lnTo>
                  <a:pt x="1042617" y="6320248"/>
                </a:lnTo>
                <a:lnTo>
                  <a:pt x="1042681" y="6320185"/>
                </a:lnTo>
                <a:cubicBezTo>
                  <a:pt x="1042681" y="6320185"/>
                  <a:pt x="1085014" y="6288506"/>
                  <a:pt x="1138424" y="6257656"/>
                </a:cubicBezTo>
                <a:cubicBezTo>
                  <a:pt x="1191840" y="6226805"/>
                  <a:pt x="1240411" y="6206026"/>
                  <a:pt x="1240411" y="6206026"/>
                </a:cubicBezTo>
                <a:close/>
                <a:moveTo>
                  <a:pt x="449268" y="6206026"/>
                </a:moveTo>
                <a:lnTo>
                  <a:pt x="471896" y="6245226"/>
                </a:lnTo>
                <a:cubicBezTo>
                  <a:pt x="471896" y="6245226"/>
                  <a:pt x="429574" y="6276905"/>
                  <a:pt x="376162" y="6307755"/>
                </a:cubicBezTo>
                <a:cubicBezTo>
                  <a:pt x="322748" y="6338605"/>
                  <a:pt x="274116" y="6359448"/>
                  <a:pt x="274116" y="6359448"/>
                </a:cubicBezTo>
                <a:lnTo>
                  <a:pt x="251487" y="6320248"/>
                </a:lnTo>
                <a:lnTo>
                  <a:pt x="251551" y="6320185"/>
                </a:lnTo>
                <a:cubicBezTo>
                  <a:pt x="251551" y="6320185"/>
                  <a:pt x="293874" y="6288506"/>
                  <a:pt x="347288" y="6257656"/>
                </a:cubicBezTo>
                <a:cubicBezTo>
                  <a:pt x="400701" y="6226805"/>
                  <a:pt x="449268" y="6206026"/>
                  <a:pt x="449268" y="6206026"/>
                </a:cubicBezTo>
                <a:close/>
                <a:moveTo>
                  <a:pt x="5416402" y="6205985"/>
                </a:moveTo>
                <a:lnTo>
                  <a:pt x="5424781" y="6209691"/>
                </a:lnTo>
                <a:cubicBezTo>
                  <a:pt x="5440965" y="6216981"/>
                  <a:pt x="5478335" y="6234454"/>
                  <a:pt x="5518395" y="6257592"/>
                </a:cubicBezTo>
                <a:cubicBezTo>
                  <a:pt x="5571809" y="6288442"/>
                  <a:pt x="5614131" y="6320121"/>
                  <a:pt x="5614131" y="6320121"/>
                </a:cubicBezTo>
                <a:lnTo>
                  <a:pt x="5591504" y="6359321"/>
                </a:lnTo>
                <a:cubicBezTo>
                  <a:pt x="5591504" y="6359321"/>
                  <a:pt x="5542870" y="6338541"/>
                  <a:pt x="5489521" y="6307691"/>
                </a:cubicBezTo>
                <a:cubicBezTo>
                  <a:pt x="5436110" y="6276841"/>
                  <a:pt x="5393787" y="6245162"/>
                  <a:pt x="5393787" y="6245162"/>
                </a:cubicBezTo>
                <a:close/>
                <a:moveTo>
                  <a:pt x="4625259" y="6205985"/>
                </a:moveTo>
                <a:lnTo>
                  <a:pt x="4633642" y="6209691"/>
                </a:lnTo>
                <a:cubicBezTo>
                  <a:pt x="4649825" y="6216981"/>
                  <a:pt x="4687193" y="6234454"/>
                  <a:pt x="4727254" y="6257592"/>
                </a:cubicBezTo>
                <a:cubicBezTo>
                  <a:pt x="4780668" y="6288442"/>
                  <a:pt x="4822988" y="6320121"/>
                  <a:pt x="4822988" y="6320121"/>
                </a:cubicBezTo>
                <a:lnTo>
                  <a:pt x="4800366" y="6359321"/>
                </a:lnTo>
                <a:cubicBezTo>
                  <a:pt x="4800366" y="6359321"/>
                  <a:pt x="4751732" y="6338541"/>
                  <a:pt x="4698380" y="6307691"/>
                </a:cubicBezTo>
                <a:cubicBezTo>
                  <a:pt x="4644967" y="6276841"/>
                  <a:pt x="4602649" y="6245162"/>
                  <a:pt x="4602649" y="6245162"/>
                </a:cubicBezTo>
                <a:close/>
                <a:moveTo>
                  <a:pt x="3834266" y="6205985"/>
                </a:moveTo>
                <a:lnTo>
                  <a:pt x="3842651" y="6209691"/>
                </a:lnTo>
                <a:cubicBezTo>
                  <a:pt x="3858829" y="6216981"/>
                  <a:pt x="3896202" y="6234454"/>
                  <a:pt x="3936263" y="6257592"/>
                </a:cubicBezTo>
                <a:cubicBezTo>
                  <a:pt x="3989670" y="6288442"/>
                  <a:pt x="4031992" y="6320121"/>
                  <a:pt x="4031992" y="6320121"/>
                </a:cubicBezTo>
                <a:lnTo>
                  <a:pt x="4009366" y="6359321"/>
                </a:lnTo>
                <a:cubicBezTo>
                  <a:pt x="4009366" y="6359321"/>
                  <a:pt x="3960740" y="6338541"/>
                  <a:pt x="3907391" y="6307691"/>
                </a:cubicBezTo>
                <a:cubicBezTo>
                  <a:pt x="3853972" y="6276841"/>
                  <a:pt x="3811651" y="6245162"/>
                  <a:pt x="3811651" y="6245162"/>
                </a:cubicBezTo>
                <a:close/>
                <a:moveTo>
                  <a:pt x="3043144" y="6205985"/>
                </a:moveTo>
                <a:lnTo>
                  <a:pt x="3051523" y="6209691"/>
                </a:lnTo>
                <a:cubicBezTo>
                  <a:pt x="3067710" y="6216981"/>
                  <a:pt x="3105083" y="6234454"/>
                  <a:pt x="3145144" y="6257592"/>
                </a:cubicBezTo>
                <a:cubicBezTo>
                  <a:pt x="3198544" y="6288442"/>
                  <a:pt x="3240871" y="6320121"/>
                  <a:pt x="3240871" y="6320121"/>
                </a:cubicBezTo>
                <a:lnTo>
                  <a:pt x="3218243" y="6359321"/>
                </a:lnTo>
                <a:cubicBezTo>
                  <a:pt x="3218243" y="6359321"/>
                  <a:pt x="3169679" y="6338541"/>
                  <a:pt x="3116268" y="6307691"/>
                </a:cubicBezTo>
                <a:cubicBezTo>
                  <a:pt x="3062852" y="6276841"/>
                  <a:pt x="3020525" y="6245162"/>
                  <a:pt x="3020525" y="6245162"/>
                </a:cubicBezTo>
                <a:close/>
                <a:moveTo>
                  <a:pt x="2252000" y="6205985"/>
                </a:moveTo>
                <a:lnTo>
                  <a:pt x="2260383" y="6209691"/>
                </a:lnTo>
                <a:cubicBezTo>
                  <a:pt x="2276564" y="6216981"/>
                  <a:pt x="2313933" y="6234454"/>
                  <a:pt x="2353993" y="6257592"/>
                </a:cubicBezTo>
                <a:cubicBezTo>
                  <a:pt x="2407411" y="6288442"/>
                  <a:pt x="2449735" y="6320121"/>
                  <a:pt x="2449735" y="6320121"/>
                </a:cubicBezTo>
                <a:lnTo>
                  <a:pt x="2427108" y="6359321"/>
                </a:lnTo>
                <a:cubicBezTo>
                  <a:pt x="2427108" y="6359321"/>
                  <a:pt x="2378532" y="6338541"/>
                  <a:pt x="2325122" y="6307691"/>
                </a:cubicBezTo>
                <a:cubicBezTo>
                  <a:pt x="2271708" y="6276841"/>
                  <a:pt x="2229387" y="6245162"/>
                  <a:pt x="2229387" y="6245162"/>
                </a:cubicBezTo>
                <a:close/>
                <a:moveTo>
                  <a:pt x="1460873" y="6205985"/>
                </a:moveTo>
                <a:lnTo>
                  <a:pt x="1469257" y="6209691"/>
                </a:lnTo>
                <a:cubicBezTo>
                  <a:pt x="1485439" y="6216981"/>
                  <a:pt x="1522810" y="6234454"/>
                  <a:pt x="1562870" y="6257592"/>
                </a:cubicBezTo>
                <a:cubicBezTo>
                  <a:pt x="1616284" y="6288442"/>
                  <a:pt x="1658607" y="6320121"/>
                  <a:pt x="1658607" y="6320121"/>
                </a:cubicBezTo>
                <a:lnTo>
                  <a:pt x="1635980" y="6359321"/>
                </a:lnTo>
                <a:cubicBezTo>
                  <a:pt x="1635980" y="6359321"/>
                  <a:pt x="1587348" y="6338541"/>
                  <a:pt x="1533999" y="6307691"/>
                </a:cubicBezTo>
                <a:cubicBezTo>
                  <a:pt x="1480583" y="6276841"/>
                  <a:pt x="1438259" y="6245162"/>
                  <a:pt x="1438259" y="6245162"/>
                </a:cubicBezTo>
                <a:close/>
                <a:moveTo>
                  <a:pt x="669795" y="6205985"/>
                </a:moveTo>
                <a:lnTo>
                  <a:pt x="678178" y="6209691"/>
                </a:lnTo>
                <a:cubicBezTo>
                  <a:pt x="694360" y="6216981"/>
                  <a:pt x="731732" y="6234454"/>
                  <a:pt x="771792" y="6257592"/>
                </a:cubicBezTo>
                <a:cubicBezTo>
                  <a:pt x="825204" y="6288442"/>
                  <a:pt x="867526" y="6320121"/>
                  <a:pt x="867526" y="6320121"/>
                </a:cubicBezTo>
                <a:lnTo>
                  <a:pt x="844900" y="6359321"/>
                </a:lnTo>
                <a:cubicBezTo>
                  <a:pt x="844900" y="6359321"/>
                  <a:pt x="796268" y="6338541"/>
                  <a:pt x="742918" y="6307691"/>
                </a:cubicBezTo>
                <a:cubicBezTo>
                  <a:pt x="689504" y="6276841"/>
                  <a:pt x="647181" y="6245162"/>
                  <a:pt x="647181" y="6245162"/>
                </a:cubicBezTo>
                <a:close/>
                <a:moveTo>
                  <a:pt x="11745343" y="6205962"/>
                </a:moveTo>
                <a:cubicBezTo>
                  <a:pt x="11745343" y="6205962"/>
                  <a:pt x="11793976" y="6226741"/>
                  <a:pt x="11847390" y="6257592"/>
                </a:cubicBezTo>
                <a:cubicBezTo>
                  <a:pt x="11900804" y="6288442"/>
                  <a:pt x="11943128" y="6320121"/>
                  <a:pt x="11943128" y="6320121"/>
                </a:cubicBezTo>
                <a:lnTo>
                  <a:pt x="11920501" y="6359321"/>
                </a:lnTo>
                <a:cubicBezTo>
                  <a:pt x="11920501" y="6359321"/>
                  <a:pt x="11871931" y="6338541"/>
                  <a:pt x="11818516" y="6307691"/>
                </a:cubicBezTo>
                <a:cubicBezTo>
                  <a:pt x="11765102" y="6276841"/>
                  <a:pt x="11722715" y="6245162"/>
                  <a:pt x="11722715" y="6245162"/>
                </a:cubicBezTo>
                <a:close/>
                <a:moveTo>
                  <a:pt x="10954265" y="6205962"/>
                </a:moveTo>
                <a:cubicBezTo>
                  <a:pt x="10954265" y="6205962"/>
                  <a:pt x="11002835" y="6226741"/>
                  <a:pt x="11056249" y="6257592"/>
                </a:cubicBezTo>
                <a:cubicBezTo>
                  <a:pt x="11109664" y="6288442"/>
                  <a:pt x="11151987" y="6320121"/>
                  <a:pt x="11151987" y="6320121"/>
                </a:cubicBezTo>
                <a:lnTo>
                  <a:pt x="11129360" y="6359321"/>
                </a:lnTo>
                <a:cubicBezTo>
                  <a:pt x="11129360" y="6359321"/>
                  <a:pt x="11080790" y="6338541"/>
                  <a:pt x="11027376" y="6307691"/>
                </a:cubicBezTo>
                <a:cubicBezTo>
                  <a:pt x="10973961" y="6276841"/>
                  <a:pt x="10931638" y="6245162"/>
                  <a:pt x="10931638" y="6245162"/>
                </a:cubicBezTo>
                <a:close/>
                <a:moveTo>
                  <a:pt x="10163123" y="6205962"/>
                </a:moveTo>
                <a:cubicBezTo>
                  <a:pt x="10163123" y="6205962"/>
                  <a:pt x="10211693" y="6226741"/>
                  <a:pt x="10265107" y="6257592"/>
                </a:cubicBezTo>
                <a:cubicBezTo>
                  <a:pt x="10318522" y="6288442"/>
                  <a:pt x="10360845" y="6320121"/>
                  <a:pt x="10360845" y="6320121"/>
                </a:cubicBezTo>
                <a:lnTo>
                  <a:pt x="10338218" y="6359321"/>
                </a:lnTo>
                <a:cubicBezTo>
                  <a:pt x="10338218" y="6359321"/>
                  <a:pt x="10289648" y="6338541"/>
                  <a:pt x="10236234" y="6307691"/>
                </a:cubicBezTo>
                <a:cubicBezTo>
                  <a:pt x="10182819" y="6276841"/>
                  <a:pt x="10140496" y="6245162"/>
                  <a:pt x="10140496" y="6245162"/>
                </a:cubicBezTo>
                <a:close/>
                <a:moveTo>
                  <a:pt x="9371982" y="6205962"/>
                </a:moveTo>
                <a:cubicBezTo>
                  <a:pt x="9371982" y="6205962"/>
                  <a:pt x="9420616" y="6226741"/>
                  <a:pt x="9474030" y="6257592"/>
                </a:cubicBezTo>
                <a:cubicBezTo>
                  <a:pt x="9527444" y="6288442"/>
                  <a:pt x="9569768" y="6320121"/>
                  <a:pt x="9569768" y="6320121"/>
                </a:cubicBezTo>
                <a:lnTo>
                  <a:pt x="9547140" y="6359321"/>
                </a:lnTo>
                <a:cubicBezTo>
                  <a:pt x="9547140" y="6359321"/>
                  <a:pt x="9498507" y="6338541"/>
                  <a:pt x="9445093" y="6307691"/>
                </a:cubicBezTo>
                <a:cubicBezTo>
                  <a:pt x="9391678" y="6276841"/>
                  <a:pt x="9349355" y="6245162"/>
                  <a:pt x="9349355" y="6245162"/>
                </a:cubicBezTo>
                <a:close/>
                <a:moveTo>
                  <a:pt x="8580840" y="6205962"/>
                </a:moveTo>
                <a:cubicBezTo>
                  <a:pt x="8580840" y="6205962"/>
                  <a:pt x="8629474" y="6226741"/>
                  <a:pt x="8682888" y="6257592"/>
                </a:cubicBezTo>
                <a:cubicBezTo>
                  <a:pt x="8736302" y="6288442"/>
                  <a:pt x="8778626" y="6320121"/>
                  <a:pt x="8778626" y="6320121"/>
                </a:cubicBezTo>
                <a:lnTo>
                  <a:pt x="8755998" y="6359321"/>
                </a:lnTo>
                <a:cubicBezTo>
                  <a:pt x="8755998" y="6359321"/>
                  <a:pt x="8707364" y="6338541"/>
                  <a:pt x="8654014" y="6307691"/>
                </a:cubicBezTo>
                <a:cubicBezTo>
                  <a:pt x="8600536" y="6276841"/>
                  <a:pt x="8558213" y="6245162"/>
                  <a:pt x="8558213" y="6245162"/>
                </a:cubicBezTo>
                <a:close/>
                <a:moveTo>
                  <a:pt x="7789699" y="6205962"/>
                </a:moveTo>
                <a:cubicBezTo>
                  <a:pt x="7789699" y="6205962"/>
                  <a:pt x="7838333" y="6226741"/>
                  <a:pt x="7891747" y="6257592"/>
                </a:cubicBezTo>
                <a:cubicBezTo>
                  <a:pt x="7945161" y="6288442"/>
                  <a:pt x="7987485" y="6320121"/>
                  <a:pt x="7987485" y="6320121"/>
                </a:cubicBezTo>
                <a:lnTo>
                  <a:pt x="7964857" y="6359321"/>
                </a:lnTo>
                <a:cubicBezTo>
                  <a:pt x="7964857" y="6359321"/>
                  <a:pt x="7916287" y="6338541"/>
                  <a:pt x="7862873" y="6307691"/>
                </a:cubicBezTo>
                <a:cubicBezTo>
                  <a:pt x="7809395" y="6276841"/>
                  <a:pt x="7767072" y="6245162"/>
                  <a:pt x="7767072" y="6245162"/>
                </a:cubicBezTo>
                <a:close/>
                <a:moveTo>
                  <a:pt x="6998621" y="6205962"/>
                </a:moveTo>
                <a:cubicBezTo>
                  <a:pt x="6998621" y="6205962"/>
                  <a:pt x="7047191" y="6226741"/>
                  <a:pt x="7100606" y="6257592"/>
                </a:cubicBezTo>
                <a:cubicBezTo>
                  <a:pt x="7154020" y="6288442"/>
                  <a:pt x="7196344" y="6320121"/>
                  <a:pt x="7196344" y="6320121"/>
                </a:cubicBezTo>
                <a:lnTo>
                  <a:pt x="7173716" y="6359321"/>
                </a:lnTo>
                <a:cubicBezTo>
                  <a:pt x="7173716" y="6359321"/>
                  <a:pt x="7125146" y="6338541"/>
                  <a:pt x="7071731" y="6307691"/>
                </a:cubicBezTo>
                <a:cubicBezTo>
                  <a:pt x="7018317" y="6276841"/>
                  <a:pt x="6975995" y="6245162"/>
                  <a:pt x="6975995" y="6245162"/>
                </a:cubicBezTo>
                <a:close/>
                <a:moveTo>
                  <a:pt x="6207480" y="6205962"/>
                </a:moveTo>
                <a:cubicBezTo>
                  <a:pt x="6207480" y="6205962"/>
                  <a:pt x="6256113" y="6226741"/>
                  <a:pt x="6309528" y="6257592"/>
                </a:cubicBezTo>
                <a:cubicBezTo>
                  <a:pt x="6362942" y="6288442"/>
                  <a:pt x="6405266" y="6320121"/>
                  <a:pt x="6405266" y="6320121"/>
                </a:cubicBezTo>
                <a:lnTo>
                  <a:pt x="6382638" y="6359321"/>
                </a:lnTo>
                <a:cubicBezTo>
                  <a:pt x="6382638" y="6359321"/>
                  <a:pt x="6334004" y="6338541"/>
                  <a:pt x="6280590" y="6307691"/>
                </a:cubicBezTo>
                <a:cubicBezTo>
                  <a:pt x="6227176" y="6276841"/>
                  <a:pt x="6184852" y="6245162"/>
                  <a:pt x="6184852" y="6245162"/>
                </a:cubicBezTo>
                <a:close/>
                <a:moveTo>
                  <a:pt x="5416352" y="6205962"/>
                </a:moveTo>
                <a:lnTo>
                  <a:pt x="5416414" y="6205962"/>
                </a:lnTo>
                <a:lnTo>
                  <a:pt x="5416402" y="6205985"/>
                </a:lnTo>
                <a:close/>
                <a:moveTo>
                  <a:pt x="4625211" y="6205962"/>
                </a:moveTo>
                <a:lnTo>
                  <a:pt x="4625271" y="6205962"/>
                </a:lnTo>
                <a:lnTo>
                  <a:pt x="4625259" y="6205985"/>
                </a:lnTo>
                <a:close/>
                <a:moveTo>
                  <a:pt x="3834218" y="6205962"/>
                </a:moveTo>
                <a:lnTo>
                  <a:pt x="3834279" y="6205962"/>
                </a:lnTo>
                <a:lnTo>
                  <a:pt x="3834266" y="6205985"/>
                </a:lnTo>
                <a:close/>
                <a:moveTo>
                  <a:pt x="3043094" y="6205962"/>
                </a:moveTo>
                <a:lnTo>
                  <a:pt x="3043156" y="6205962"/>
                </a:lnTo>
                <a:lnTo>
                  <a:pt x="3043144" y="6205985"/>
                </a:lnTo>
                <a:close/>
                <a:moveTo>
                  <a:pt x="2251951" y="6205962"/>
                </a:moveTo>
                <a:lnTo>
                  <a:pt x="2252012" y="6205962"/>
                </a:lnTo>
                <a:lnTo>
                  <a:pt x="2252000" y="6205985"/>
                </a:lnTo>
                <a:close/>
                <a:moveTo>
                  <a:pt x="1460821" y="6205962"/>
                </a:moveTo>
                <a:lnTo>
                  <a:pt x="1460890" y="6205962"/>
                </a:lnTo>
                <a:lnTo>
                  <a:pt x="1460873" y="6205985"/>
                </a:lnTo>
                <a:close/>
                <a:moveTo>
                  <a:pt x="669744" y="6205962"/>
                </a:moveTo>
                <a:lnTo>
                  <a:pt x="669808" y="6205962"/>
                </a:lnTo>
                <a:lnTo>
                  <a:pt x="669795" y="6205985"/>
                </a:lnTo>
                <a:close/>
                <a:moveTo>
                  <a:pt x="12008079" y="6054325"/>
                </a:moveTo>
                <a:lnTo>
                  <a:pt x="12053335" y="6054325"/>
                </a:lnTo>
                <a:cubicBezTo>
                  <a:pt x="12053335" y="6054325"/>
                  <a:pt x="12059645" y="6106847"/>
                  <a:pt x="12059645" y="6168547"/>
                </a:cubicBezTo>
                <a:cubicBezTo>
                  <a:pt x="12059645" y="6230247"/>
                  <a:pt x="12053335" y="6282706"/>
                  <a:pt x="12053335" y="6282706"/>
                </a:cubicBezTo>
                <a:lnTo>
                  <a:pt x="12008079" y="6282706"/>
                </a:lnTo>
                <a:cubicBezTo>
                  <a:pt x="12008079" y="6282706"/>
                  <a:pt x="12001833" y="6230184"/>
                  <a:pt x="12001833" y="6168547"/>
                </a:cubicBezTo>
                <a:cubicBezTo>
                  <a:pt x="12001833" y="6106911"/>
                  <a:pt x="12008079" y="6054325"/>
                  <a:pt x="12008079" y="6054325"/>
                </a:cubicBezTo>
                <a:close/>
                <a:moveTo>
                  <a:pt x="11217002" y="6054325"/>
                </a:moveTo>
                <a:lnTo>
                  <a:pt x="11262194" y="6054325"/>
                </a:lnTo>
                <a:cubicBezTo>
                  <a:pt x="11262194" y="6054325"/>
                  <a:pt x="11268504" y="6106847"/>
                  <a:pt x="11268504" y="6168547"/>
                </a:cubicBezTo>
                <a:cubicBezTo>
                  <a:pt x="11268504" y="6230247"/>
                  <a:pt x="11262194" y="6282706"/>
                  <a:pt x="11262194" y="6282706"/>
                </a:cubicBezTo>
                <a:lnTo>
                  <a:pt x="11217002" y="6282706"/>
                </a:lnTo>
                <a:cubicBezTo>
                  <a:pt x="11217002" y="6282706"/>
                  <a:pt x="11210692" y="6230184"/>
                  <a:pt x="11210692" y="6168547"/>
                </a:cubicBezTo>
                <a:cubicBezTo>
                  <a:pt x="11210692" y="6106911"/>
                  <a:pt x="11217002" y="6054325"/>
                  <a:pt x="11217002" y="6054325"/>
                </a:cubicBezTo>
                <a:close/>
                <a:moveTo>
                  <a:pt x="10425860" y="6054325"/>
                </a:moveTo>
                <a:lnTo>
                  <a:pt x="10471052" y="6054325"/>
                </a:lnTo>
                <a:cubicBezTo>
                  <a:pt x="10471052" y="6054325"/>
                  <a:pt x="10477362" y="6106847"/>
                  <a:pt x="10477362" y="6168547"/>
                </a:cubicBezTo>
                <a:cubicBezTo>
                  <a:pt x="10477362" y="6230247"/>
                  <a:pt x="10471052" y="6282706"/>
                  <a:pt x="10471052" y="6282706"/>
                </a:cubicBezTo>
                <a:lnTo>
                  <a:pt x="10425860" y="6282706"/>
                </a:lnTo>
                <a:cubicBezTo>
                  <a:pt x="10425860" y="6282706"/>
                  <a:pt x="10419550" y="6230184"/>
                  <a:pt x="10419550" y="6168547"/>
                </a:cubicBezTo>
                <a:cubicBezTo>
                  <a:pt x="10419550" y="6106911"/>
                  <a:pt x="10425860" y="6054325"/>
                  <a:pt x="10425860" y="6054325"/>
                </a:cubicBezTo>
                <a:close/>
                <a:moveTo>
                  <a:pt x="9634719" y="6054325"/>
                </a:moveTo>
                <a:lnTo>
                  <a:pt x="9679974" y="6054325"/>
                </a:lnTo>
                <a:cubicBezTo>
                  <a:pt x="9679974" y="6054325"/>
                  <a:pt x="9686221" y="6106847"/>
                  <a:pt x="9686221" y="6168547"/>
                </a:cubicBezTo>
                <a:cubicBezTo>
                  <a:pt x="9686221" y="6230247"/>
                  <a:pt x="9679974" y="6282706"/>
                  <a:pt x="9679974" y="6282706"/>
                </a:cubicBezTo>
                <a:lnTo>
                  <a:pt x="9634719" y="6282706"/>
                </a:lnTo>
                <a:cubicBezTo>
                  <a:pt x="9634719" y="6282706"/>
                  <a:pt x="9628408" y="6230184"/>
                  <a:pt x="9628408" y="6168547"/>
                </a:cubicBezTo>
                <a:cubicBezTo>
                  <a:pt x="9628408" y="6106911"/>
                  <a:pt x="9634719" y="6054325"/>
                  <a:pt x="9634719" y="6054325"/>
                </a:cubicBezTo>
                <a:close/>
                <a:moveTo>
                  <a:pt x="8843577" y="6054325"/>
                </a:moveTo>
                <a:lnTo>
                  <a:pt x="8888832" y="6054325"/>
                </a:lnTo>
                <a:cubicBezTo>
                  <a:pt x="8888832" y="6054325"/>
                  <a:pt x="8895079" y="6106847"/>
                  <a:pt x="8895079" y="6168547"/>
                </a:cubicBezTo>
                <a:cubicBezTo>
                  <a:pt x="8895079" y="6230247"/>
                  <a:pt x="8888832" y="6282706"/>
                  <a:pt x="8888832" y="6282706"/>
                </a:cubicBezTo>
                <a:lnTo>
                  <a:pt x="8843577" y="6282706"/>
                </a:lnTo>
                <a:cubicBezTo>
                  <a:pt x="8843577" y="6282706"/>
                  <a:pt x="8837330" y="6230184"/>
                  <a:pt x="8837330" y="6168547"/>
                </a:cubicBezTo>
                <a:cubicBezTo>
                  <a:pt x="8837330" y="6106911"/>
                  <a:pt x="8843577" y="6054325"/>
                  <a:pt x="8843577" y="6054325"/>
                </a:cubicBezTo>
                <a:close/>
                <a:moveTo>
                  <a:pt x="8052435" y="6054325"/>
                </a:moveTo>
                <a:lnTo>
                  <a:pt x="8097691" y="6054325"/>
                </a:lnTo>
                <a:cubicBezTo>
                  <a:pt x="8097691" y="6054325"/>
                  <a:pt x="8103938" y="6106847"/>
                  <a:pt x="8103938" y="6168547"/>
                </a:cubicBezTo>
                <a:cubicBezTo>
                  <a:pt x="8103938" y="6230247"/>
                  <a:pt x="8097691" y="6282706"/>
                  <a:pt x="8097691" y="6282706"/>
                </a:cubicBezTo>
                <a:lnTo>
                  <a:pt x="8052435" y="6282706"/>
                </a:lnTo>
                <a:cubicBezTo>
                  <a:pt x="8052435" y="6282706"/>
                  <a:pt x="8046189" y="6230184"/>
                  <a:pt x="8046189" y="6168547"/>
                </a:cubicBezTo>
                <a:cubicBezTo>
                  <a:pt x="8046189" y="6106911"/>
                  <a:pt x="8052435" y="6054325"/>
                  <a:pt x="8052435" y="6054325"/>
                </a:cubicBezTo>
                <a:close/>
                <a:moveTo>
                  <a:pt x="7261293" y="6054325"/>
                </a:moveTo>
                <a:lnTo>
                  <a:pt x="7306549" y="6054325"/>
                </a:lnTo>
                <a:cubicBezTo>
                  <a:pt x="7306549" y="6054325"/>
                  <a:pt x="7312860" y="6106847"/>
                  <a:pt x="7312860" y="6168547"/>
                </a:cubicBezTo>
                <a:cubicBezTo>
                  <a:pt x="7312860" y="6230247"/>
                  <a:pt x="7306549" y="6282706"/>
                  <a:pt x="7306549" y="6282706"/>
                </a:cubicBezTo>
                <a:lnTo>
                  <a:pt x="7261293" y="6282706"/>
                </a:lnTo>
                <a:cubicBezTo>
                  <a:pt x="7261293" y="6282706"/>
                  <a:pt x="7255047" y="6230184"/>
                  <a:pt x="7255047" y="6168547"/>
                </a:cubicBezTo>
                <a:cubicBezTo>
                  <a:pt x="7255047" y="6106911"/>
                  <a:pt x="7261293" y="6054325"/>
                  <a:pt x="7261293" y="6054325"/>
                </a:cubicBezTo>
                <a:close/>
                <a:moveTo>
                  <a:pt x="6470217" y="6054325"/>
                </a:moveTo>
                <a:lnTo>
                  <a:pt x="6515408" y="6054325"/>
                </a:lnTo>
                <a:cubicBezTo>
                  <a:pt x="6515408" y="6054325"/>
                  <a:pt x="6521719" y="6106847"/>
                  <a:pt x="6521719" y="6168547"/>
                </a:cubicBezTo>
                <a:cubicBezTo>
                  <a:pt x="6521719" y="6230247"/>
                  <a:pt x="6515408" y="6282706"/>
                  <a:pt x="6515408" y="6282706"/>
                </a:cubicBezTo>
                <a:lnTo>
                  <a:pt x="6470217" y="6282706"/>
                </a:lnTo>
                <a:cubicBezTo>
                  <a:pt x="6470217" y="6282706"/>
                  <a:pt x="6463906" y="6230184"/>
                  <a:pt x="6463906" y="6168547"/>
                </a:cubicBezTo>
                <a:cubicBezTo>
                  <a:pt x="6463906" y="6106911"/>
                  <a:pt x="6470217" y="6054325"/>
                  <a:pt x="6470217" y="6054325"/>
                </a:cubicBezTo>
                <a:close/>
                <a:moveTo>
                  <a:pt x="5679084" y="6054325"/>
                </a:moveTo>
                <a:lnTo>
                  <a:pt x="5724338" y="6054325"/>
                </a:lnTo>
                <a:cubicBezTo>
                  <a:pt x="5724338" y="6054325"/>
                  <a:pt x="5730645" y="6106847"/>
                  <a:pt x="5730645" y="6168547"/>
                </a:cubicBezTo>
                <a:cubicBezTo>
                  <a:pt x="5730645" y="6230247"/>
                  <a:pt x="5724338" y="6282706"/>
                  <a:pt x="5724338" y="6282706"/>
                </a:cubicBezTo>
                <a:lnTo>
                  <a:pt x="5679084" y="6282706"/>
                </a:lnTo>
                <a:cubicBezTo>
                  <a:pt x="5679084" y="6282706"/>
                  <a:pt x="5672835" y="6230184"/>
                  <a:pt x="5672835" y="6168547"/>
                </a:cubicBezTo>
                <a:cubicBezTo>
                  <a:pt x="5672835" y="6106911"/>
                  <a:pt x="5679084" y="6054325"/>
                  <a:pt x="5679084" y="6054325"/>
                </a:cubicBezTo>
                <a:close/>
                <a:moveTo>
                  <a:pt x="4887944" y="6054325"/>
                </a:moveTo>
                <a:lnTo>
                  <a:pt x="4933198" y="6054325"/>
                </a:lnTo>
                <a:cubicBezTo>
                  <a:pt x="4933198" y="6054325"/>
                  <a:pt x="4939507" y="6106847"/>
                  <a:pt x="4939507" y="6168547"/>
                </a:cubicBezTo>
                <a:cubicBezTo>
                  <a:pt x="4939507" y="6230247"/>
                  <a:pt x="4933198" y="6282706"/>
                  <a:pt x="4933198" y="6282706"/>
                </a:cubicBezTo>
                <a:lnTo>
                  <a:pt x="4887944" y="6282706"/>
                </a:lnTo>
                <a:cubicBezTo>
                  <a:pt x="4887944" y="6282706"/>
                  <a:pt x="4881632" y="6230184"/>
                  <a:pt x="4881632" y="6168547"/>
                </a:cubicBezTo>
                <a:cubicBezTo>
                  <a:pt x="4881632" y="6106911"/>
                  <a:pt x="4887944" y="6054325"/>
                  <a:pt x="4887944" y="6054325"/>
                </a:cubicBezTo>
                <a:close/>
                <a:moveTo>
                  <a:pt x="4096880" y="6054325"/>
                </a:moveTo>
                <a:lnTo>
                  <a:pt x="4142136" y="6054325"/>
                </a:lnTo>
                <a:cubicBezTo>
                  <a:pt x="4142136" y="6054325"/>
                  <a:pt x="4148446" y="6106847"/>
                  <a:pt x="4148446" y="6168547"/>
                </a:cubicBezTo>
                <a:cubicBezTo>
                  <a:pt x="4148446" y="6230247"/>
                  <a:pt x="4142136" y="6282706"/>
                  <a:pt x="4142136" y="6282706"/>
                </a:cubicBezTo>
                <a:lnTo>
                  <a:pt x="4096880" y="6282706"/>
                </a:lnTo>
                <a:cubicBezTo>
                  <a:pt x="4096880" y="6282706"/>
                  <a:pt x="4090633" y="6230184"/>
                  <a:pt x="4090633" y="6168547"/>
                </a:cubicBezTo>
                <a:cubicBezTo>
                  <a:pt x="4090633" y="6106911"/>
                  <a:pt x="4096880" y="6054325"/>
                  <a:pt x="4096880" y="6054325"/>
                </a:cubicBezTo>
                <a:close/>
                <a:moveTo>
                  <a:pt x="3305820" y="6054325"/>
                </a:moveTo>
                <a:lnTo>
                  <a:pt x="3351078" y="6054325"/>
                </a:lnTo>
                <a:cubicBezTo>
                  <a:pt x="3351078" y="6054325"/>
                  <a:pt x="3357385" y="6106847"/>
                  <a:pt x="3357385" y="6168547"/>
                </a:cubicBezTo>
                <a:cubicBezTo>
                  <a:pt x="3357385" y="6230247"/>
                  <a:pt x="3351078" y="6282706"/>
                  <a:pt x="3351078" y="6282706"/>
                </a:cubicBezTo>
                <a:lnTo>
                  <a:pt x="3305820" y="6282706"/>
                </a:lnTo>
                <a:cubicBezTo>
                  <a:pt x="3305820" y="6282706"/>
                  <a:pt x="3299575" y="6230184"/>
                  <a:pt x="3299575" y="6168547"/>
                </a:cubicBezTo>
                <a:cubicBezTo>
                  <a:pt x="3299575" y="6106911"/>
                  <a:pt x="3305820" y="6054325"/>
                  <a:pt x="3305820" y="6054325"/>
                </a:cubicBezTo>
                <a:close/>
                <a:moveTo>
                  <a:pt x="2514689" y="6054325"/>
                </a:moveTo>
                <a:lnTo>
                  <a:pt x="2559944" y="6054325"/>
                </a:lnTo>
                <a:cubicBezTo>
                  <a:pt x="2559944" y="6054325"/>
                  <a:pt x="2566255" y="6106847"/>
                  <a:pt x="2566255" y="6168547"/>
                </a:cubicBezTo>
                <a:cubicBezTo>
                  <a:pt x="2566255" y="6230247"/>
                  <a:pt x="2559944" y="6282706"/>
                  <a:pt x="2559944" y="6282706"/>
                </a:cubicBezTo>
                <a:lnTo>
                  <a:pt x="2514689" y="6282706"/>
                </a:lnTo>
                <a:cubicBezTo>
                  <a:pt x="2514689" y="6282706"/>
                  <a:pt x="2508380" y="6230184"/>
                  <a:pt x="2508380" y="6168547"/>
                </a:cubicBezTo>
                <a:cubicBezTo>
                  <a:pt x="2508380" y="6106911"/>
                  <a:pt x="2514689" y="6054325"/>
                  <a:pt x="2514689" y="6054325"/>
                </a:cubicBezTo>
                <a:close/>
                <a:moveTo>
                  <a:pt x="1723556" y="6054325"/>
                </a:moveTo>
                <a:lnTo>
                  <a:pt x="1768814" y="6054325"/>
                </a:lnTo>
                <a:cubicBezTo>
                  <a:pt x="1768814" y="6054325"/>
                  <a:pt x="1775124" y="6106847"/>
                  <a:pt x="1775124" y="6168547"/>
                </a:cubicBezTo>
                <a:cubicBezTo>
                  <a:pt x="1775124" y="6230247"/>
                  <a:pt x="1768814" y="6282706"/>
                  <a:pt x="1768814" y="6282706"/>
                </a:cubicBezTo>
                <a:lnTo>
                  <a:pt x="1723556" y="6282706"/>
                </a:lnTo>
                <a:cubicBezTo>
                  <a:pt x="1723556" y="6282706"/>
                  <a:pt x="1717310" y="6230184"/>
                  <a:pt x="1717310" y="6168547"/>
                </a:cubicBezTo>
                <a:cubicBezTo>
                  <a:pt x="1717310" y="6106911"/>
                  <a:pt x="1723556" y="6054325"/>
                  <a:pt x="1723556" y="6054325"/>
                </a:cubicBezTo>
                <a:close/>
                <a:moveTo>
                  <a:pt x="932414" y="6054325"/>
                </a:moveTo>
                <a:lnTo>
                  <a:pt x="977669" y="6054325"/>
                </a:lnTo>
                <a:cubicBezTo>
                  <a:pt x="977669" y="6054325"/>
                  <a:pt x="983979" y="6106847"/>
                  <a:pt x="983979" y="6168547"/>
                </a:cubicBezTo>
                <a:cubicBezTo>
                  <a:pt x="983979" y="6230247"/>
                  <a:pt x="977669" y="6282706"/>
                  <a:pt x="977669" y="6282706"/>
                </a:cubicBezTo>
                <a:lnTo>
                  <a:pt x="932414" y="6282706"/>
                </a:lnTo>
                <a:cubicBezTo>
                  <a:pt x="932414" y="6282706"/>
                  <a:pt x="926104" y="6230184"/>
                  <a:pt x="926104" y="6168547"/>
                </a:cubicBezTo>
                <a:cubicBezTo>
                  <a:pt x="926104" y="6106911"/>
                  <a:pt x="932414" y="6054325"/>
                  <a:pt x="932414" y="6054325"/>
                </a:cubicBezTo>
                <a:close/>
                <a:moveTo>
                  <a:pt x="141346" y="6054325"/>
                </a:moveTo>
                <a:lnTo>
                  <a:pt x="186600" y="6054325"/>
                </a:lnTo>
                <a:cubicBezTo>
                  <a:pt x="186600" y="6054325"/>
                  <a:pt x="192910" y="6106847"/>
                  <a:pt x="192910" y="6168547"/>
                </a:cubicBezTo>
                <a:cubicBezTo>
                  <a:pt x="192910" y="6230247"/>
                  <a:pt x="186600" y="6282706"/>
                  <a:pt x="186600" y="6282706"/>
                </a:cubicBezTo>
                <a:lnTo>
                  <a:pt x="141346" y="6282706"/>
                </a:lnTo>
                <a:cubicBezTo>
                  <a:pt x="141346" y="6282706"/>
                  <a:pt x="135099" y="6230184"/>
                  <a:pt x="135099" y="6168547"/>
                </a:cubicBezTo>
                <a:cubicBezTo>
                  <a:pt x="135099" y="6106911"/>
                  <a:pt x="141346" y="6054325"/>
                  <a:pt x="141346" y="6054325"/>
                </a:cubicBezTo>
                <a:close/>
                <a:moveTo>
                  <a:pt x="5811965" y="5977668"/>
                </a:moveTo>
                <a:lnTo>
                  <a:pt x="5820348" y="5981374"/>
                </a:lnTo>
                <a:cubicBezTo>
                  <a:pt x="5836528" y="5988664"/>
                  <a:pt x="5873901" y="6006137"/>
                  <a:pt x="5913960" y="6029275"/>
                </a:cubicBezTo>
                <a:cubicBezTo>
                  <a:pt x="5967374" y="6060125"/>
                  <a:pt x="6009695" y="6091804"/>
                  <a:pt x="6009695" y="6091804"/>
                </a:cubicBezTo>
                <a:lnTo>
                  <a:pt x="5987067" y="6131004"/>
                </a:lnTo>
                <a:cubicBezTo>
                  <a:pt x="5987067" y="6131004"/>
                  <a:pt x="5938437" y="6110161"/>
                  <a:pt x="5885086" y="6079374"/>
                </a:cubicBezTo>
                <a:cubicBezTo>
                  <a:pt x="5831672" y="6048524"/>
                  <a:pt x="5789350" y="6016845"/>
                  <a:pt x="5789350" y="6016845"/>
                </a:cubicBezTo>
                <a:close/>
                <a:moveTo>
                  <a:pt x="5020837" y="5977668"/>
                </a:moveTo>
                <a:lnTo>
                  <a:pt x="5029217" y="5981374"/>
                </a:lnTo>
                <a:cubicBezTo>
                  <a:pt x="5045401" y="5988664"/>
                  <a:pt x="5082770" y="6006137"/>
                  <a:pt x="5122827" y="6029275"/>
                </a:cubicBezTo>
                <a:cubicBezTo>
                  <a:pt x="5176242" y="6060125"/>
                  <a:pt x="5218566" y="6091804"/>
                  <a:pt x="5218566" y="6091804"/>
                </a:cubicBezTo>
                <a:lnTo>
                  <a:pt x="5195941" y="6131004"/>
                </a:lnTo>
                <a:cubicBezTo>
                  <a:pt x="5195941" y="6131004"/>
                  <a:pt x="5147307" y="6110161"/>
                  <a:pt x="5093953" y="6079374"/>
                </a:cubicBezTo>
                <a:cubicBezTo>
                  <a:pt x="5040542" y="6048524"/>
                  <a:pt x="4998215" y="6016845"/>
                  <a:pt x="4998215" y="6016845"/>
                </a:cubicBezTo>
                <a:close/>
                <a:moveTo>
                  <a:pt x="4229752" y="5977668"/>
                </a:moveTo>
                <a:lnTo>
                  <a:pt x="4238133" y="5981374"/>
                </a:lnTo>
                <a:cubicBezTo>
                  <a:pt x="4254316" y="5988664"/>
                  <a:pt x="4291687" y="6006137"/>
                  <a:pt x="4331748" y="6029275"/>
                </a:cubicBezTo>
                <a:cubicBezTo>
                  <a:pt x="4385164" y="6060125"/>
                  <a:pt x="4427491" y="6091804"/>
                  <a:pt x="4427491" y="6091804"/>
                </a:cubicBezTo>
                <a:lnTo>
                  <a:pt x="4404860" y="6131004"/>
                </a:lnTo>
                <a:cubicBezTo>
                  <a:pt x="4404860" y="6131004"/>
                  <a:pt x="4356228" y="6110161"/>
                  <a:pt x="4302877" y="6079374"/>
                </a:cubicBezTo>
                <a:cubicBezTo>
                  <a:pt x="4249460" y="6048524"/>
                  <a:pt x="4207137" y="6016845"/>
                  <a:pt x="4207137" y="6016845"/>
                </a:cubicBezTo>
                <a:close/>
                <a:moveTo>
                  <a:pt x="3438701" y="5977668"/>
                </a:moveTo>
                <a:lnTo>
                  <a:pt x="3447084" y="5981374"/>
                </a:lnTo>
                <a:cubicBezTo>
                  <a:pt x="3463267" y="5988664"/>
                  <a:pt x="3500641" y="6006137"/>
                  <a:pt x="3540702" y="6029275"/>
                </a:cubicBezTo>
                <a:cubicBezTo>
                  <a:pt x="3594111" y="6060125"/>
                  <a:pt x="3636436" y="6091804"/>
                  <a:pt x="3636436" y="6091804"/>
                </a:cubicBezTo>
                <a:lnTo>
                  <a:pt x="3613807" y="6131004"/>
                </a:lnTo>
                <a:cubicBezTo>
                  <a:pt x="3613807" y="6131004"/>
                  <a:pt x="3565177" y="6110161"/>
                  <a:pt x="3511829" y="6079374"/>
                </a:cubicBezTo>
                <a:cubicBezTo>
                  <a:pt x="3458412" y="6048524"/>
                  <a:pt x="3416090" y="6016845"/>
                  <a:pt x="3416090" y="6016845"/>
                </a:cubicBezTo>
                <a:close/>
                <a:moveTo>
                  <a:pt x="2647573" y="5977668"/>
                </a:moveTo>
                <a:lnTo>
                  <a:pt x="2655955" y="5981374"/>
                </a:lnTo>
                <a:cubicBezTo>
                  <a:pt x="2672137" y="5988664"/>
                  <a:pt x="2709510" y="6006137"/>
                  <a:pt x="2749571" y="6029275"/>
                </a:cubicBezTo>
                <a:cubicBezTo>
                  <a:pt x="2802981" y="6060125"/>
                  <a:pt x="2845305" y="6091804"/>
                  <a:pt x="2845305" y="6091804"/>
                </a:cubicBezTo>
                <a:lnTo>
                  <a:pt x="2822677" y="6131004"/>
                </a:lnTo>
                <a:cubicBezTo>
                  <a:pt x="2822677" y="6131004"/>
                  <a:pt x="2774046" y="6110161"/>
                  <a:pt x="2720696" y="6079374"/>
                </a:cubicBezTo>
                <a:cubicBezTo>
                  <a:pt x="2667283" y="6048524"/>
                  <a:pt x="2624959" y="6016845"/>
                  <a:pt x="2624959" y="6016845"/>
                </a:cubicBezTo>
                <a:close/>
                <a:moveTo>
                  <a:pt x="1856440" y="5977668"/>
                </a:moveTo>
                <a:lnTo>
                  <a:pt x="1864826" y="5981374"/>
                </a:lnTo>
                <a:cubicBezTo>
                  <a:pt x="1881007" y="5988664"/>
                  <a:pt x="1918378" y="6006137"/>
                  <a:pt x="1958439" y="6029275"/>
                </a:cubicBezTo>
                <a:cubicBezTo>
                  <a:pt x="2011851" y="6060125"/>
                  <a:pt x="2054174" y="6091804"/>
                  <a:pt x="2054174" y="6091804"/>
                </a:cubicBezTo>
                <a:lnTo>
                  <a:pt x="2031546" y="6131004"/>
                </a:lnTo>
                <a:cubicBezTo>
                  <a:pt x="2031546" y="6131004"/>
                  <a:pt x="1982981" y="6110161"/>
                  <a:pt x="1929564" y="6079374"/>
                </a:cubicBezTo>
                <a:cubicBezTo>
                  <a:pt x="1876149" y="6048524"/>
                  <a:pt x="1833827" y="6016845"/>
                  <a:pt x="1833827" y="6016845"/>
                </a:cubicBezTo>
                <a:close/>
                <a:moveTo>
                  <a:pt x="1065369" y="5977668"/>
                </a:moveTo>
                <a:lnTo>
                  <a:pt x="1073750" y="5981374"/>
                </a:lnTo>
                <a:cubicBezTo>
                  <a:pt x="1089933" y="5988664"/>
                  <a:pt x="1127304" y="6006137"/>
                  <a:pt x="1167366" y="6029275"/>
                </a:cubicBezTo>
                <a:cubicBezTo>
                  <a:pt x="1220781" y="6060125"/>
                  <a:pt x="1263103" y="6091804"/>
                  <a:pt x="1263103" y="6091804"/>
                </a:cubicBezTo>
                <a:lnTo>
                  <a:pt x="1240476" y="6131004"/>
                </a:lnTo>
                <a:cubicBezTo>
                  <a:pt x="1240476" y="6131004"/>
                  <a:pt x="1191907" y="6110161"/>
                  <a:pt x="1138491" y="6079374"/>
                </a:cubicBezTo>
                <a:cubicBezTo>
                  <a:pt x="1085076" y="6048524"/>
                  <a:pt x="1042746" y="6016845"/>
                  <a:pt x="1042746" y="6016845"/>
                </a:cubicBezTo>
                <a:close/>
                <a:moveTo>
                  <a:pt x="274229" y="5977668"/>
                </a:moveTo>
                <a:lnTo>
                  <a:pt x="282613" y="5981374"/>
                </a:lnTo>
                <a:cubicBezTo>
                  <a:pt x="298794" y="5988664"/>
                  <a:pt x="336166" y="6006137"/>
                  <a:pt x="376224" y="6029275"/>
                </a:cubicBezTo>
                <a:cubicBezTo>
                  <a:pt x="429637" y="6060125"/>
                  <a:pt x="471959" y="6091804"/>
                  <a:pt x="471959" y="6091804"/>
                </a:cubicBezTo>
                <a:lnTo>
                  <a:pt x="449332" y="6131004"/>
                </a:lnTo>
                <a:cubicBezTo>
                  <a:pt x="449332" y="6131004"/>
                  <a:pt x="400701" y="6110161"/>
                  <a:pt x="347352" y="6079374"/>
                </a:cubicBezTo>
                <a:cubicBezTo>
                  <a:pt x="293937" y="6048524"/>
                  <a:pt x="251614" y="6016845"/>
                  <a:pt x="251614" y="6016845"/>
                </a:cubicBezTo>
                <a:close/>
                <a:moveTo>
                  <a:pt x="12140914" y="5977645"/>
                </a:moveTo>
                <a:cubicBezTo>
                  <a:pt x="12140914" y="5977645"/>
                  <a:pt x="12153072" y="5982840"/>
                  <a:pt x="12171908" y="5991891"/>
                </a:cubicBezTo>
                <a:lnTo>
                  <a:pt x="12203753" y="6008646"/>
                </a:lnTo>
                <a:lnTo>
                  <a:pt x="12203753" y="6072858"/>
                </a:lnTo>
                <a:lnTo>
                  <a:pt x="12146156" y="6036541"/>
                </a:lnTo>
                <a:cubicBezTo>
                  <a:pt x="12128883" y="6024765"/>
                  <a:pt x="12118286" y="6016845"/>
                  <a:pt x="12118286" y="6016845"/>
                </a:cubicBezTo>
                <a:close/>
                <a:moveTo>
                  <a:pt x="11920501" y="5977645"/>
                </a:moveTo>
                <a:lnTo>
                  <a:pt x="11943128" y="6016845"/>
                </a:lnTo>
                <a:cubicBezTo>
                  <a:pt x="11943128" y="6016845"/>
                  <a:pt x="11900804" y="6048524"/>
                  <a:pt x="11847390" y="6079374"/>
                </a:cubicBezTo>
                <a:cubicBezTo>
                  <a:pt x="11793976" y="6110225"/>
                  <a:pt x="11745343" y="6131004"/>
                  <a:pt x="11745343" y="6131004"/>
                </a:cubicBezTo>
                <a:lnTo>
                  <a:pt x="11722715" y="6091804"/>
                </a:lnTo>
                <a:cubicBezTo>
                  <a:pt x="11722715" y="6091804"/>
                  <a:pt x="11765038" y="6060125"/>
                  <a:pt x="11818516" y="6029275"/>
                </a:cubicBezTo>
                <a:cubicBezTo>
                  <a:pt x="11871867" y="5998424"/>
                  <a:pt x="11920501" y="5977645"/>
                  <a:pt x="11920501" y="5977645"/>
                </a:cubicBezTo>
                <a:close/>
                <a:moveTo>
                  <a:pt x="11349836" y="5977645"/>
                </a:moveTo>
                <a:cubicBezTo>
                  <a:pt x="11349836" y="5977645"/>
                  <a:pt x="11398406" y="5998424"/>
                  <a:pt x="11451820" y="6029275"/>
                </a:cubicBezTo>
                <a:cubicBezTo>
                  <a:pt x="11505234" y="6060125"/>
                  <a:pt x="11547558" y="6091804"/>
                  <a:pt x="11547558" y="6091804"/>
                </a:cubicBezTo>
                <a:lnTo>
                  <a:pt x="11524930" y="6131004"/>
                </a:lnTo>
                <a:cubicBezTo>
                  <a:pt x="11524930" y="6131004"/>
                  <a:pt x="11476360" y="6110161"/>
                  <a:pt x="11422946" y="6079374"/>
                </a:cubicBezTo>
                <a:cubicBezTo>
                  <a:pt x="11369531" y="6048524"/>
                  <a:pt x="11327208" y="6016845"/>
                  <a:pt x="11327208" y="6016845"/>
                </a:cubicBezTo>
                <a:close/>
                <a:moveTo>
                  <a:pt x="11129360" y="5977645"/>
                </a:moveTo>
                <a:lnTo>
                  <a:pt x="11151987" y="6016845"/>
                </a:lnTo>
                <a:cubicBezTo>
                  <a:pt x="11151987" y="6016845"/>
                  <a:pt x="11109664" y="6048524"/>
                  <a:pt x="11056249" y="6079374"/>
                </a:cubicBezTo>
                <a:cubicBezTo>
                  <a:pt x="11002835" y="6110225"/>
                  <a:pt x="10954265" y="6131004"/>
                  <a:pt x="10954265" y="6131004"/>
                </a:cubicBezTo>
                <a:lnTo>
                  <a:pt x="10931638" y="6091804"/>
                </a:lnTo>
                <a:cubicBezTo>
                  <a:pt x="10931638" y="6091804"/>
                  <a:pt x="10973961" y="6060125"/>
                  <a:pt x="11027376" y="6029275"/>
                </a:cubicBezTo>
                <a:cubicBezTo>
                  <a:pt x="11080790" y="5998424"/>
                  <a:pt x="11129360" y="5977645"/>
                  <a:pt x="11129360" y="5977645"/>
                </a:cubicBezTo>
                <a:close/>
                <a:moveTo>
                  <a:pt x="10558694" y="5977645"/>
                </a:moveTo>
                <a:cubicBezTo>
                  <a:pt x="10558694" y="5977645"/>
                  <a:pt x="10607264" y="5998424"/>
                  <a:pt x="10660678" y="6029275"/>
                </a:cubicBezTo>
                <a:cubicBezTo>
                  <a:pt x="10714092" y="6060125"/>
                  <a:pt x="10756416" y="6091804"/>
                  <a:pt x="10756416" y="6091804"/>
                </a:cubicBezTo>
                <a:lnTo>
                  <a:pt x="10733788" y="6131004"/>
                </a:lnTo>
                <a:cubicBezTo>
                  <a:pt x="10733788" y="6131004"/>
                  <a:pt x="10685218" y="6110161"/>
                  <a:pt x="10631804" y="6079374"/>
                </a:cubicBezTo>
                <a:cubicBezTo>
                  <a:pt x="10578389" y="6048524"/>
                  <a:pt x="10536066" y="6016845"/>
                  <a:pt x="10536066" y="6016845"/>
                </a:cubicBezTo>
                <a:close/>
                <a:moveTo>
                  <a:pt x="10338218" y="5977645"/>
                </a:moveTo>
                <a:lnTo>
                  <a:pt x="10360845" y="6016845"/>
                </a:lnTo>
                <a:cubicBezTo>
                  <a:pt x="10360845" y="6016845"/>
                  <a:pt x="10318522" y="6048524"/>
                  <a:pt x="10265107" y="6079374"/>
                </a:cubicBezTo>
                <a:cubicBezTo>
                  <a:pt x="10211693" y="6110225"/>
                  <a:pt x="10163123" y="6131004"/>
                  <a:pt x="10163123" y="6131004"/>
                </a:cubicBezTo>
                <a:lnTo>
                  <a:pt x="10140496" y="6091804"/>
                </a:lnTo>
                <a:cubicBezTo>
                  <a:pt x="10140496" y="6091804"/>
                  <a:pt x="10182819" y="6060125"/>
                  <a:pt x="10236234" y="6029275"/>
                </a:cubicBezTo>
                <a:cubicBezTo>
                  <a:pt x="10289648" y="5998424"/>
                  <a:pt x="10338218" y="5977645"/>
                  <a:pt x="10338218" y="5977645"/>
                </a:cubicBezTo>
                <a:close/>
                <a:moveTo>
                  <a:pt x="9767553" y="5977645"/>
                </a:moveTo>
                <a:cubicBezTo>
                  <a:pt x="9767553" y="5977645"/>
                  <a:pt x="9816187" y="5998424"/>
                  <a:pt x="9869601" y="6029275"/>
                </a:cubicBezTo>
                <a:cubicBezTo>
                  <a:pt x="9923015" y="6060125"/>
                  <a:pt x="9965339" y="6091804"/>
                  <a:pt x="9965339" y="6091804"/>
                </a:cubicBezTo>
                <a:lnTo>
                  <a:pt x="9942711" y="6131004"/>
                </a:lnTo>
                <a:cubicBezTo>
                  <a:pt x="9942711" y="6131004"/>
                  <a:pt x="9894077" y="6110161"/>
                  <a:pt x="9840663" y="6079374"/>
                </a:cubicBezTo>
                <a:cubicBezTo>
                  <a:pt x="9787248" y="6048524"/>
                  <a:pt x="9744925" y="6016845"/>
                  <a:pt x="9744925" y="6016845"/>
                </a:cubicBezTo>
                <a:close/>
                <a:moveTo>
                  <a:pt x="9547140" y="5977645"/>
                </a:moveTo>
                <a:lnTo>
                  <a:pt x="9569768" y="6016845"/>
                </a:lnTo>
                <a:cubicBezTo>
                  <a:pt x="9569768" y="6016845"/>
                  <a:pt x="9527381" y="6048524"/>
                  <a:pt x="9474030" y="6079374"/>
                </a:cubicBezTo>
                <a:cubicBezTo>
                  <a:pt x="9420552" y="6110225"/>
                  <a:pt x="9371982" y="6131004"/>
                  <a:pt x="9371982" y="6131004"/>
                </a:cubicBezTo>
                <a:lnTo>
                  <a:pt x="9349355" y="6091804"/>
                </a:lnTo>
                <a:cubicBezTo>
                  <a:pt x="9349355" y="6091804"/>
                  <a:pt x="9391678" y="6060125"/>
                  <a:pt x="9445093" y="6029275"/>
                </a:cubicBezTo>
                <a:cubicBezTo>
                  <a:pt x="9498507" y="5998424"/>
                  <a:pt x="9547140" y="5977645"/>
                  <a:pt x="9547140" y="5977645"/>
                </a:cubicBezTo>
                <a:close/>
                <a:moveTo>
                  <a:pt x="8976412" y="5977645"/>
                </a:moveTo>
                <a:cubicBezTo>
                  <a:pt x="8976412" y="5977645"/>
                  <a:pt x="9025046" y="5998424"/>
                  <a:pt x="9078460" y="6029275"/>
                </a:cubicBezTo>
                <a:cubicBezTo>
                  <a:pt x="9131874" y="6060125"/>
                  <a:pt x="9174198" y="6091804"/>
                  <a:pt x="9174198" y="6091804"/>
                </a:cubicBezTo>
                <a:lnTo>
                  <a:pt x="9151570" y="6131004"/>
                </a:lnTo>
                <a:cubicBezTo>
                  <a:pt x="9151570" y="6131004"/>
                  <a:pt x="9102936" y="6110161"/>
                  <a:pt x="9049585" y="6079374"/>
                </a:cubicBezTo>
                <a:cubicBezTo>
                  <a:pt x="8996107" y="6048524"/>
                  <a:pt x="8953784" y="6016845"/>
                  <a:pt x="8953784" y="6016845"/>
                </a:cubicBezTo>
                <a:close/>
                <a:moveTo>
                  <a:pt x="8755998" y="5977645"/>
                </a:moveTo>
                <a:lnTo>
                  <a:pt x="8778626" y="6016845"/>
                </a:lnTo>
                <a:cubicBezTo>
                  <a:pt x="8778626" y="6016845"/>
                  <a:pt x="8736302" y="6048524"/>
                  <a:pt x="8682888" y="6079374"/>
                </a:cubicBezTo>
                <a:cubicBezTo>
                  <a:pt x="8629474" y="6110225"/>
                  <a:pt x="8580840" y="6131004"/>
                  <a:pt x="8580840" y="6131004"/>
                </a:cubicBezTo>
                <a:lnTo>
                  <a:pt x="8558213" y="6091804"/>
                </a:lnTo>
                <a:cubicBezTo>
                  <a:pt x="8558213" y="6091804"/>
                  <a:pt x="8600536" y="6060125"/>
                  <a:pt x="8654014" y="6029275"/>
                </a:cubicBezTo>
                <a:cubicBezTo>
                  <a:pt x="8707364" y="5998424"/>
                  <a:pt x="8755998" y="5977645"/>
                  <a:pt x="8755998" y="5977645"/>
                </a:cubicBezTo>
                <a:close/>
                <a:moveTo>
                  <a:pt x="8185270" y="5977645"/>
                </a:moveTo>
                <a:cubicBezTo>
                  <a:pt x="8185270" y="5977645"/>
                  <a:pt x="8233904" y="5998424"/>
                  <a:pt x="8287318" y="6029275"/>
                </a:cubicBezTo>
                <a:cubicBezTo>
                  <a:pt x="8340732" y="6060125"/>
                  <a:pt x="8383056" y="6091804"/>
                  <a:pt x="8383056" y="6091804"/>
                </a:cubicBezTo>
                <a:lnTo>
                  <a:pt x="8360428" y="6131004"/>
                </a:lnTo>
                <a:cubicBezTo>
                  <a:pt x="8360428" y="6131004"/>
                  <a:pt x="8311858" y="6110161"/>
                  <a:pt x="8258443" y="6079374"/>
                </a:cubicBezTo>
                <a:cubicBezTo>
                  <a:pt x="8204965" y="6048524"/>
                  <a:pt x="8162642" y="6016845"/>
                  <a:pt x="8162642" y="6016845"/>
                </a:cubicBezTo>
                <a:close/>
                <a:moveTo>
                  <a:pt x="7964857" y="5977645"/>
                </a:moveTo>
                <a:lnTo>
                  <a:pt x="7987485" y="6016845"/>
                </a:lnTo>
                <a:cubicBezTo>
                  <a:pt x="7987485" y="6016845"/>
                  <a:pt x="7945161" y="6048524"/>
                  <a:pt x="7891747" y="6079374"/>
                </a:cubicBezTo>
                <a:cubicBezTo>
                  <a:pt x="7838333" y="6110225"/>
                  <a:pt x="7789699" y="6131004"/>
                  <a:pt x="7789699" y="6131004"/>
                </a:cubicBezTo>
                <a:lnTo>
                  <a:pt x="7767072" y="6091804"/>
                </a:lnTo>
                <a:cubicBezTo>
                  <a:pt x="7767072" y="6091804"/>
                  <a:pt x="7809395" y="6060125"/>
                  <a:pt x="7862873" y="6029275"/>
                </a:cubicBezTo>
                <a:cubicBezTo>
                  <a:pt x="7916223" y="5998424"/>
                  <a:pt x="7964857" y="5977645"/>
                  <a:pt x="7964857" y="5977645"/>
                </a:cubicBezTo>
                <a:close/>
                <a:moveTo>
                  <a:pt x="7394192" y="5977645"/>
                </a:moveTo>
                <a:cubicBezTo>
                  <a:pt x="7394192" y="5977645"/>
                  <a:pt x="7442762" y="5998424"/>
                  <a:pt x="7496176" y="6029275"/>
                </a:cubicBezTo>
                <a:cubicBezTo>
                  <a:pt x="7549590" y="6060125"/>
                  <a:pt x="7591913" y="6091804"/>
                  <a:pt x="7591913" y="6091804"/>
                </a:cubicBezTo>
                <a:lnTo>
                  <a:pt x="7569286" y="6131004"/>
                </a:lnTo>
                <a:cubicBezTo>
                  <a:pt x="7569286" y="6131004"/>
                  <a:pt x="7520716" y="6110161"/>
                  <a:pt x="7467302" y="6079374"/>
                </a:cubicBezTo>
                <a:cubicBezTo>
                  <a:pt x="7413887" y="6048524"/>
                  <a:pt x="7371564" y="6016845"/>
                  <a:pt x="7371564" y="6016845"/>
                </a:cubicBezTo>
                <a:close/>
                <a:moveTo>
                  <a:pt x="7173716" y="5977645"/>
                </a:moveTo>
                <a:lnTo>
                  <a:pt x="7196344" y="6016845"/>
                </a:lnTo>
                <a:cubicBezTo>
                  <a:pt x="7196344" y="6016845"/>
                  <a:pt x="7154020" y="6048524"/>
                  <a:pt x="7100606" y="6079374"/>
                </a:cubicBezTo>
                <a:cubicBezTo>
                  <a:pt x="7047191" y="6110225"/>
                  <a:pt x="6998621" y="6131004"/>
                  <a:pt x="6998621" y="6131004"/>
                </a:cubicBezTo>
                <a:lnTo>
                  <a:pt x="6975995" y="6091804"/>
                </a:lnTo>
                <a:cubicBezTo>
                  <a:pt x="6975995" y="6091804"/>
                  <a:pt x="7018317" y="6060125"/>
                  <a:pt x="7071731" y="6029275"/>
                </a:cubicBezTo>
                <a:cubicBezTo>
                  <a:pt x="7125146" y="5998424"/>
                  <a:pt x="7173716" y="5977645"/>
                  <a:pt x="7173716" y="5977645"/>
                </a:cubicBezTo>
                <a:close/>
                <a:moveTo>
                  <a:pt x="6603052" y="5977645"/>
                </a:moveTo>
                <a:cubicBezTo>
                  <a:pt x="6603052" y="5977645"/>
                  <a:pt x="6651621" y="5998424"/>
                  <a:pt x="6705100" y="6029275"/>
                </a:cubicBezTo>
                <a:cubicBezTo>
                  <a:pt x="6758449" y="6060125"/>
                  <a:pt x="6800837" y="6091804"/>
                  <a:pt x="6800837" y="6091804"/>
                </a:cubicBezTo>
                <a:lnTo>
                  <a:pt x="6778210" y="6131004"/>
                </a:lnTo>
                <a:cubicBezTo>
                  <a:pt x="6778210" y="6131004"/>
                  <a:pt x="6729575" y="6110161"/>
                  <a:pt x="6676161" y="6079374"/>
                </a:cubicBezTo>
                <a:cubicBezTo>
                  <a:pt x="6622747" y="6048524"/>
                  <a:pt x="6580424" y="6016845"/>
                  <a:pt x="6580424" y="6016845"/>
                </a:cubicBezTo>
                <a:close/>
                <a:moveTo>
                  <a:pt x="6382638" y="5977645"/>
                </a:moveTo>
                <a:lnTo>
                  <a:pt x="6405201" y="6016845"/>
                </a:lnTo>
                <a:cubicBezTo>
                  <a:pt x="6405201" y="6016845"/>
                  <a:pt x="6362878" y="6048524"/>
                  <a:pt x="6309528" y="6079374"/>
                </a:cubicBezTo>
                <a:cubicBezTo>
                  <a:pt x="6256113" y="6110225"/>
                  <a:pt x="6207480" y="6131004"/>
                  <a:pt x="6207480" y="6131004"/>
                </a:cubicBezTo>
                <a:lnTo>
                  <a:pt x="6184852" y="6091804"/>
                </a:lnTo>
                <a:cubicBezTo>
                  <a:pt x="6184852" y="6091804"/>
                  <a:pt x="6227176" y="6060125"/>
                  <a:pt x="6280590" y="6029275"/>
                </a:cubicBezTo>
                <a:cubicBezTo>
                  <a:pt x="6334004" y="5998424"/>
                  <a:pt x="6382638" y="5977645"/>
                  <a:pt x="6382638" y="5977645"/>
                </a:cubicBezTo>
                <a:close/>
                <a:moveTo>
                  <a:pt x="5811914" y="5977645"/>
                </a:moveTo>
                <a:lnTo>
                  <a:pt x="5811979" y="5977645"/>
                </a:lnTo>
                <a:lnTo>
                  <a:pt x="5811965" y="5977668"/>
                </a:lnTo>
                <a:close/>
                <a:moveTo>
                  <a:pt x="5591444" y="5977645"/>
                </a:moveTo>
                <a:lnTo>
                  <a:pt x="5614067" y="6016845"/>
                </a:lnTo>
                <a:cubicBezTo>
                  <a:pt x="5614067" y="6016845"/>
                  <a:pt x="5571746" y="6048524"/>
                  <a:pt x="5518332" y="6079374"/>
                </a:cubicBezTo>
                <a:cubicBezTo>
                  <a:pt x="5464921" y="6110225"/>
                  <a:pt x="5416289" y="6131004"/>
                  <a:pt x="5416289" y="6131004"/>
                </a:cubicBezTo>
                <a:lnTo>
                  <a:pt x="5393662" y="6091804"/>
                </a:lnTo>
                <a:lnTo>
                  <a:pt x="5393724" y="6091804"/>
                </a:lnTo>
                <a:cubicBezTo>
                  <a:pt x="5393724" y="6091804"/>
                  <a:pt x="5436047" y="6060125"/>
                  <a:pt x="5489459" y="6029275"/>
                </a:cubicBezTo>
                <a:cubicBezTo>
                  <a:pt x="5542870" y="5998424"/>
                  <a:pt x="5591444" y="5977645"/>
                  <a:pt x="5591444" y="5977645"/>
                </a:cubicBezTo>
                <a:close/>
                <a:moveTo>
                  <a:pt x="5020783" y="5977645"/>
                </a:moveTo>
                <a:lnTo>
                  <a:pt x="5020848" y="5977645"/>
                </a:lnTo>
                <a:lnTo>
                  <a:pt x="5020837" y="5977668"/>
                </a:lnTo>
                <a:close/>
                <a:moveTo>
                  <a:pt x="4800426" y="5977645"/>
                </a:moveTo>
                <a:lnTo>
                  <a:pt x="4823054" y="6016845"/>
                </a:lnTo>
                <a:cubicBezTo>
                  <a:pt x="4823054" y="6016845"/>
                  <a:pt x="4780733" y="6048524"/>
                  <a:pt x="4727319" y="6079374"/>
                </a:cubicBezTo>
                <a:cubicBezTo>
                  <a:pt x="4673903" y="6110225"/>
                  <a:pt x="4625271" y="6131004"/>
                  <a:pt x="4625271" y="6131004"/>
                </a:cubicBezTo>
                <a:lnTo>
                  <a:pt x="4602649" y="6091804"/>
                </a:lnTo>
                <a:cubicBezTo>
                  <a:pt x="4602649" y="6091804"/>
                  <a:pt x="4644967" y="6060125"/>
                  <a:pt x="4698380" y="6029275"/>
                </a:cubicBezTo>
                <a:cubicBezTo>
                  <a:pt x="4751795" y="5998424"/>
                  <a:pt x="4800426" y="5977645"/>
                  <a:pt x="4800426" y="5977645"/>
                </a:cubicBezTo>
                <a:close/>
                <a:moveTo>
                  <a:pt x="4229702" y="5977645"/>
                </a:moveTo>
                <a:lnTo>
                  <a:pt x="4229764" y="5977645"/>
                </a:lnTo>
                <a:lnTo>
                  <a:pt x="4229752" y="5977668"/>
                </a:lnTo>
                <a:close/>
                <a:moveTo>
                  <a:pt x="4009366" y="5977645"/>
                </a:moveTo>
                <a:lnTo>
                  <a:pt x="4031992" y="6016845"/>
                </a:lnTo>
                <a:cubicBezTo>
                  <a:pt x="4031992" y="6016845"/>
                  <a:pt x="3989670" y="6048524"/>
                  <a:pt x="3936266" y="6079374"/>
                </a:cubicBezTo>
                <a:cubicBezTo>
                  <a:pt x="3882850" y="6110225"/>
                  <a:pt x="3834218" y="6131004"/>
                  <a:pt x="3834218" y="6131004"/>
                </a:cubicBezTo>
                <a:lnTo>
                  <a:pt x="3811587" y="6091804"/>
                </a:lnTo>
                <a:cubicBezTo>
                  <a:pt x="3811587" y="6091804"/>
                  <a:pt x="3853909" y="6060125"/>
                  <a:pt x="3907323" y="6029275"/>
                </a:cubicBezTo>
                <a:cubicBezTo>
                  <a:pt x="3960740" y="5998424"/>
                  <a:pt x="4009366" y="5977645"/>
                  <a:pt x="4009366" y="5977645"/>
                </a:cubicBezTo>
                <a:close/>
                <a:moveTo>
                  <a:pt x="3438650" y="5977645"/>
                </a:moveTo>
                <a:lnTo>
                  <a:pt x="3438713" y="5977645"/>
                </a:lnTo>
                <a:lnTo>
                  <a:pt x="3438701" y="5977668"/>
                </a:lnTo>
                <a:close/>
                <a:moveTo>
                  <a:pt x="3218179" y="5977645"/>
                </a:moveTo>
                <a:lnTo>
                  <a:pt x="3240807" y="6016845"/>
                </a:lnTo>
                <a:cubicBezTo>
                  <a:pt x="3240807" y="6016845"/>
                  <a:pt x="3198481" y="6048524"/>
                  <a:pt x="3145079" y="6079374"/>
                </a:cubicBezTo>
                <a:cubicBezTo>
                  <a:pt x="3091661" y="6110225"/>
                  <a:pt x="3043026" y="6131004"/>
                  <a:pt x="3043026" y="6131004"/>
                </a:cubicBezTo>
                <a:lnTo>
                  <a:pt x="3020398" y="6091804"/>
                </a:lnTo>
                <a:lnTo>
                  <a:pt x="3020464" y="6091804"/>
                </a:lnTo>
                <a:cubicBezTo>
                  <a:pt x="3020464" y="6091804"/>
                  <a:pt x="3062787" y="6060125"/>
                  <a:pt x="3116202" y="6029275"/>
                </a:cubicBezTo>
                <a:cubicBezTo>
                  <a:pt x="3169618" y="5998424"/>
                  <a:pt x="3218179" y="5977645"/>
                  <a:pt x="3218179" y="5977645"/>
                </a:cubicBezTo>
                <a:close/>
                <a:moveTo>
                  <a:pt x="2647521" y="5977645"/>
                </a:moveTo>
                <a:lnTo>
                  <a:pt x="2647585" y="5977645"/>
                </a:lnTo>
                <a:lnTo>
                  <a:pt x="2647573" y="5977668"/>
                </a:lnTo>
                <a:close/>
                <a:moveTo>
                  <a:pt x="2427043" y="5977645"/>
                </a:moveTo>
                <a:lnTo>
                  <a:pt x="2449673" y="6016845"/>
                </a:lnTo>
                <a:cubicBezTo>
                  <a:pt x="2449673" y="6016845"/>
                  <a:pt x="2407348" y="6048524"/>
                  <a:pt x="2353932" y="6079374"/>
                </a:cubicBezTo>
                <a:cubicBezTo>
                  <a:pt x="2300519" y="6110225"/>
                  <a:pt x="2251888" y="6131004"/>
                  <a:pt x="2251888" y="6131004"/>
                </a:cubicBezTo>
                <a:lnTo>
                  <a:pt x="2229258" y="6091804"/>
                </a:lnTo>
                <a:lnTo>
                  <a:pt x="2229324" y="6091804"/>
                </a:lnTo>
                <a:cubicBezTo>
                  <a:pt x="2229324" y="6091804"/>
                  <a:pt x="2271643" y="6060125"/>
                  <a:pt x="2325057" y="6029275"/>
                </a:cubicBezTo>
                <a:cubicBezTo>
                  <a:pt x="2378472" y="5998424"/>
                  <a:pt x="2427043" y="5977645"/>
                  <a:pt x="2427043" y="5977645"/>
                </a:cubicBezTo>
                <a:close/>
                <a:moveTo>
                  <a:pt x="1856390" y="5977645"/>
                </a:moveTo>
                <a:lnTo>
                  <a:pt x="1856455" y="5977645"/>
                </a:lnTo>
                <a:lnTo>
                  <a:pt x="1856440" y="5977668"/>
                </a:lnTo>
                <a:close/>
                <a:moveTo>
                  <a:pt x="1635915" y="5977645"/>
                </a:moveTo>
                <a:lnTo>
                  <a:pt x="1658544" y="6016845"/>
                </a:lnTo>
                <a:cubicBezTo>
                  <a:pt x="1658544" y="6016845"/>
                  <a:pt x="1616219" y="6048524"/>
                  <a:pt x="1562806" y="6079374"/>
                </a:cubicBezTo>
                <a:cubicBezTo>
                  <a:pt x="1509393" y="6110225"/>
                  <a:pt x="1460759" y="6131004"/>
                  <a:pt x="1460759" y="6131004"/>
                </a:cubicBezTo>
                <a:lnTo>
                  <a:pt x="1438131" y="6091804"/>
                </a:lnTo>
                <a:lnTo>
                  <a:pt x="1438196" y="6091804"/>
                </a:lnTo>
                <a:cubicBezTo>
                  <a:pt x="1438196" y="6091804"/>
                  <a:pt x="1480518" y="6060125"/>
                  <a:pt x="1533932" y="6029275"/>
                </a:cubicBezTo>
                <a:cubicBezTo>
                  <a:pt x="1587347" y="5998424"/>
                  <a:pt x="1635915" y="5977645"/>
                  <a:pt x="1635915" y="5977645"/>
                </a:cubicBezTo>
                <a:close/>
                <a:moveTo>
                  <a:pt x="1065317" y="5977645"/>
                </a:moveTo>
                <a:lnTo>
                  <a:pt x="1065382" y="5977645"/>
                </a:lnTo>
                <a:lnTo>
                  <a:pt x="1065369" y="5977668"/>
                </a:lnTo>
                <a:close/>
                <a:moveTo>
                  <a:pt x="844835" y="5977645"/>
                </a:moveTo>
                <a:lnTo>
                  <a:pt x="867464" y="6016845"/>
                </a:lnTo>
                <a:cubicBezTo>
                  <a:pt x="867464" y="6016845"/>
                  <a:pt x="825140" y="6048524"/>
                  <a:pt x="771727" y="6079374"/>
                </a:cubicBezTo>
                <a:cubicBezTo>
                  <a:pt x="718314" y="6110225"/>
                  <a:pt x="669681" y="6131004"/>
                  <a:pt x="669681" y="6131004"/>
                </a:cubicBezTo>
                <a:lnTo>
                  <a:pt x="647052" y="6091804"/>
                </a:lnTo>
                <a:lnTo>
                  <a:pt x="647116" y="6091804"/>
                </a:lnTo>
                <a:cubicBezTo>
                  <a:pt x="647116" y="6091804"/>
                  <a:pt x="689440" y="6060125"/>
                  <a:pt x="742854" y="6029275"/>
                </a:cubicBezTo>
                <a:cubicBezTo>
                  <a:pt x="796266" y="5998424"/>
                  <a:pt x="844835" y="5977645"/>
                  <a:pt x="844835" y="5977645"/>
                </a:cubicBezTo>
                <a:close/>
                <a:moveTo>
                  <a:pt x="274178" y="5977645"/>
                </a:moveTo>
                <a:lnTo>
                  <a:pt x="274242" y="5977645"/>
                </a:lnTo>
                <a:lnTo>
                  <a:pt x="274229" y="5977668"/>
                </a:lnTo>
                <a:close/>
                <a:moveTo>
                  <a:pt x="53706" y="5977645"/>
                </a:moveTo>
                <a:lnTo>
                  <a:pt x="76333" y="6016845"/>
                </a:lnTo>
                <a:cubicBezTo>
                  <a:pt x="76333" y="6016845"/>
                  <a:pt x="65753" y="6024765"/>
                  <a:pt x="48496" y="6036541"/>
                </a:cubicBezTo>
                <a:lnTo>
                  <a:pt x="0" y="6067134"/>
                </a:lnTo>
                <a:lnTo>
                  <a:pt x="0" y="6003864"/>
                </a:lnTo>
                <a:lnTo>
                  <a:pt x="22745" y="5991891"/>
                </a:lnTo>
                <a:cubicBezTo>
                  <a:pt x="41564" y="5982840"/>
                  <a:pt x="53706" y="5977645"/>
                  <a:pt x="53706" y="5977645"/>
                </a:cubicBezTo>
                <a:close/>
                <a:moveTo>
                  <a:pt x="11612572" y="5825944"/>
                </a:moveTo>
                <a:lnTo>
                  <a:pt x="11657764" y="5825944"/>
                </a:lnTo>
                <a:cubicBezTo>
                  <a:pt x="11657764" y="5825944"/>
                  <a:pt x="11664075" y="5878466"/>
                  <a:pt x="11664075" y="5940103"/>
                </a:cubicBezTo>
                <a:cubicBezTo>
                  <a:pt x="11664075" y="6001739"/>
                  <a:pt x="11657764" y="6054261"/>
                  <a:pt x="11657764" y="6054261"/>
                </a:cubicBezTo>
                <a:lnTo>
                  <a:pt x="11612572" y="6054261"/>
                </a:lnTo>
                <a:cubicBezTo>
                  <a:pt x="11612572" y="6054261"/>
                  <a:pt x="11606262" y="6001739"/>
                  <a:pt x="11606262" y="5940103"/>
                </a:cubicBezTo>
                <a:cubicBezTo>
                  <a:pt x="11606262" y="5878466"/>
                  <a:pt x="11612572" y="5825944"/>
                  <a:pt x="11612572" y="5825944"/>
                </a:cubicBezTo>
                <a:close/>
                <a:moveTo>
                  <a:pt x="10821431" y="5825944"/>
                </a:moveTo>
                <a:lnTo>
                  <a:pt x="10866623" y="5825944"/>
                </a:lnTo>
                <a:cubicBezTo>
                  <a:pt x="10866623" y="5825944"/>
                  <a:pt x="10872933" y="5878466"/>
                  <a:pt x="10872933" y="5940103"/>
                </a:cubicBezTo>
                <a:cubicBezTo>
                  <a:pt x="10872933" y="6001739"/>
                  <a:pt x="10866623" y="6054261"/>
                  <a:pt x="10866623" y="6054261"/>
                </a:cubicBezTo>
                <a:lnTo>
                  <a:pt x="10821431" y="6054261"/>
                </a:lnTo>
                <a:cubicBezTo>
                  <a:pt x="10821431" y="6054261"/>
                  <a:pt x="10815121" y="6001739"/>
                  <a:pt x="10815121" y="5940103"/>
                </a:cubicBezTo>
                <a:cubicBezTo>
                  <a:pt x="10815121" y="5878466"/>
                  <a:pt x="10821431" y="5825944"/>
                  <a:pt x="10821431" y="5825944"/>
                </a:cubicBezTo>
                <a:close/>
                <a:moveTo>
                  <a:pt x="10030289" y="5825944"/>
                </a:moveTo>
                <a:lnTo>
                  <a:pt x="10075544" y="5825944"/>
                </a:lnTo>
                <a:cubicBezTo>
                  <a:pt x="10075544" y="5825944"/>
                  <a:pt x="10081791" y="5878466"/>
                  <a:pt x="10081791" y="5940103"/>
                </a:cubicBezTo>
                <a:cubicBezTo>
                  <a:pt x="10081791" y="6001739"/>
                  <a:pt x="10075544" y="6054261"/>
                  <a:pt x="10075544" y="6054261"/>
                </a:cubicBezTo>
                <a:lnTo>
                  <a:pt x="10030289" y="6054261"/>
                </a:lnTo>
                <a:cubicBezTo>
                  <a:pt x="10030289" y="6054261"/>
                  <a:pt x="10023979" y="6001739"/>
                  <a:pt x="10023979" y="5940103"/>
                </a:cubicBezTo>
                <a:cubicBezTo>
                  <a:pt x="10023979" y="5878466"/>
                  <a:pt x="10030289" y="5825944"/>
                  <a:pt x="10030289" y="5825944"/>
                </a:cubicBezTo>
                <a:close/>
                <a:moveTo>
                  <a:pt x="9239147" y="5825944"/>
                </a:moveTo>
                <a:lnTo>
                  <a:pt x="9284403" y="5825944"/>
                </a:lnTo>
                <a:cubicBezTo>
                  <a:pt x="9284403" y="5825944"/>
                  <a:pt x="9290649" y="5878466"/>
                  <a:pt x="9290649" y="5940103"/>
                </a:cubicBezTo>
                <a:cubicBezTo>
                  <a:pt x="9290649" y="6001739"/>
                  <a:pt x="9284403" y="6054261"/>
                  <a:pt x="9284403" y="6054261"/>
                </a:cubicBezTo>
                <a:lnTo>
                  <a:pt x="9239147" y="6054261"/>
                </a:lnTo>
                <a:cubicBezTo>
                  <a:pt x="9239147" y="6054261"/>
                  <a:pt x="9232901" y="6001739"/>
                  <a:pt x="9232901" y="5940103"/>
                </a:cubicBezTo>
                <a:cubicBezTo>
                  <a:pt x="9232901" y="5878466"/>
                  <a:pt x="9239147" y="5825944"/>
                  <a:pt x="9239147" y="5825944"/>
                </a:cubicBezTo>
                <a:close/>
                <a:moveTo>
                  <a:pt x="8448006" y="5825944"/>
                </a:moveTo>
                <a:lnTo>
                  <a:pt x="8493262" y="5825944"/>
                </a:lnTo>
                <a:cubicBezTo>
                  <a:pt x="8493262" y="5825944"/>
                  <a:pt x="8499508" y="5878466"/>
                  <a:pt x="8499508" y="5940103"/>
                </a:cubicBezTo>
                <a:cubicBezTo>
                  <a:pt x="8499508" y="6001739"/>
                  <a:pt x="8493262" y="6054261"/>
                  <a:pt x="8493262" y="6054261"/>
                </a:cubicBezTo>
                <a:lnTo>
                  <a:pt x="8448006" y="6054261"/>
                </a:lnTo>
                <a:cubicBezTo>
                  <a:pt x="8448006" y="6054261"/>
                  <a:pt x="8441760" y="6001739"/>
                  <a:pt x="8441760" y="5940103"/>
                </a:cubicBezTo>
                <a:cubicBezTo>
                  <a:pt x="8441760" y="5878466"/>
                  <a:pt x="8448006" y="5825944"/>
                  <a:pt x="8448006" y="5825944"/>
                </a:cubicBezTo>
                <a:close/>
                <a:moveTo>
                  <a:pt x="7656865" y="5825944"/>
                </a:moveTo>
                <a:lnTo>
                  <a:pt x="7702121" y="5825944"/>
                </a:lnTo>
                <a:cubicBezTo>
                  <a:pt x="7702121" y="5825944"/>
                  <a:pt x="7708431" y="5878466"/>
                  <a:pt x="7708431" y="5940103"/>
                </a:cubicBezTo>
                <a:cubicBezTo>
                  <a:pt x="7708431" y="6001739"/>
                  <a:pt x="7702121" y="6054261"/>
                  <a:pt x="7702121" y="6054261"/>
                </a:cubicBezTo>
                <a:lnTo>
                  <a:pt x="7656865" y="6054261"/>
                </a:lnTo>
                <a:cubicBezTo>
                  <a:pt x="7656865" y="6054261"/>
                  <a:pt x="7650619" y="6001739"/>
                  <a:pt x="7650619" y="5940103"/>
                </a:cubicBezTo>
                <a:cubicBezTo>
                  <a:pt x="7650619" y="5878466"/>
                  <a:pt x="7656865" y="5825944"/>
                  <a:pt x="7656865" y="5825944"/>
                </a:cubicBezTo>
                <a:close/>
                <a:moveTo>
                  <a:pt x="6865787" y="5825944"/>
                </a:moveTo>
                <a:lnTo>
                  <a:pt x="6910979" y="5825944"/>
                </a:lnTo>
                <a:cubicBezTo>
                  <a:pt x="6910979" y="5825944"/>
                  <a:pt x="6917290" y="5878466"/>
                  <a:pt x="6917290" y="5940103"/>
                </a:cubicBezTo>
                <a:cubicBezTo>
                  <a:pt x="6917290" y="6001739"/>
                  <a:pt x="6910979" y="6054261"/>
                  <a:pt x="6910979" y="6054261"/>
                </a:cubicBezTo>
                <a:lnTo>
                  <a:pt x="6865787" y="6054261"/>
                </a:lnTo>
                <a:cubicBezTo>
                  <a:pt x="6865787" y="6054261"/>
                  <a:pt x="6859477" y="6001739"/>
                  <a:pt x="6859477" y="5940103"/>
                </a:cubicBezTo>
                <a:cubicBezTo>
                  <a:pt x="6859477" y="5878466"/>
                  <a:pt x="6865787" y="5825944"/>
                  <a:pt x="6865787" y="5825944"/>
                </a:cubicBezTo>
                <a:close/>
                <a:moveTo>
                  <a:pt x="6074648" y="5825944"/>
                </a:moveTo>
                <a:lnTo>
                  <a:pt x="6119901" y="5825944"/>
                </a:lnTo>
                <a:cubicBezTo>
                  <a:pt x="6119901" y="5825944"/>
                  <a:pt x="6126212" y="5878466"/>
                  <a:pt x="6126212" y="5940103"/>
                </a:cubicBezTo>
                <a:cubicBezTo>
                  <a:pt x="6126212" y="6001739"/>
                  <a:pt x="6119901" y="6054261"/>
                  <a:pt x="6119901" y="6054261"/>
                </a:cubicBezTo>
                <a:lnTo>
                  <a:pt x="6074648" y="6054261"/>
                </a:lnTo>
                <a:cubicBezTo>
                  <a:pt x="6074648" y="6054261"/>
                  <a:pt x="6068337" y="6001739"/>
                  <a:pt x="6068337" y="5940103"/>
                </a:cubicBezTo>
                <a:cubicBezTo>
                  <a:pt x="6068337" y="5878466"/>
                  <a:pt x="6074648" y="5825944"/>
                  <a:pt x="6074648" y="5825944"/>
                </a:cubicBezTo>
                <a:close/>
                <a:moveTo>
                  <a:pt x="5283517" y="5825944"/>
                </a:moveTo>
                <a:lnTo>
                  <a:pt x="5328774" y="5825944"/>
                </a:lnTo>
                <a:cubicBezTo>
                  <a:pt x="5328774" y="5825944"/>
                  <a:pt x="5335084" y="5878466"/>
                  <a:pt x="5335084" y="5940103"/>
                </a:cubicBezTo>
                <a:cubicBezTo>
                  <a:pt x="5335084" y="6001739"/>
                  <a:pt x="5328774" y="6054261"/>
                  <a:pt x="5328774" y="6054261"/>
                </a:cubicBezTo>
                <a:lnTo>
                  <a:pt x="5283517" y="6054261"/>
                </a:lnTo>
                <a:cubicBezTo>
                  <a:pt x="5283517" y="6054261"/>
                  <a:pt x="5277271" y="6001739"/>
                  <a:pt x="5277271" y="5940103"/>
                </a:cubicBezTo>
                <a:cubicBezTo>
                  <a:pt x="5277271" y="5878466"/>
                  <a:pt x="5283517" y="5825944"/>
                  <a:pt x="5283517" y="5825944"/>
                </a:cubicBezTo>
                <a:close/>
                <a:moveTo>
                  <a:pt x="4492377" y="5825944"/>
                </a:moveTo>
                <a:lnTo>
                  <a:pt x="4537632" y="5825944"/>
                </a:lnTo>
                <a:cubicBezTo>
                  <a:pt x="4537632" y="5825944"/>
                  <a:pt x="4543944" y="5878466"/>
                  <a:pt x="4543944" y="5940103"/>
                </a:cubicBezTo>
                <a:cubicBezTo>
                  <a:pt x="4543944" y="6001739"/>
                  <a:pt x="4537632" y="6054261"/>
                  <a:pt x="4537632" y="6054261"/>
                </a:cubicBezTo>
                <a:lnTo>
                  <a:pt x="4492377" y="6054261"/>
                </a:lnTo>
                <a:cubicBezTo>
                  <a:pt x="4492377" y="6054261"/>
                  <a:pt x="4486066" y="6001739"/>
                  <a:pt x="4486066" y="5940103"/>
                </a:cubicBezTo>
                <a:cubicBezTo>
                  <a:pt x="4486066" y="5878466"/>
                  <a:pt x="4492377" y="5825944"/>
                  <a:pt x="4492377" y="5825944"/>
                </a:cubicBezTo>
                <a:close/>
                <a:moveTo>
                  <a:pt x="3701387" y="5825944"/>
                </a:moveTo>
                <a:lnTo>
                  <a:pt x="3746640" y="5825944"/>
                </a:lnTo>
                <a:cubicBezTo>
                  <a:pt x="3746640" y="5825944"/>
                  <a:pt x="3752950" y="5878466"/>
                  <a:pt x="3752950" y="5940103"/>
                </a:cubicBezTo>
                <a:cubicBezTo>
                  <a:pt x="3752950" y="6001739"/>
                  <a:pt x="3746640" y="6054261"/>
                  <a:pt x="3746640" y="6054261"/>
                </a:cubicBezTo>
                <a:lnTo>
                  <a:pt x="3701387" y="6054261"/>
                </a:lnTo>
                <a:cubicBezTo>
                  <a:pt x="3701387" y="6054261"/>
                  <a:pt x="3695140" y="6001739"/>
                  <a:pt x="3695140" y="5940103"/>
                </a:cubicBezTo>
                <a:cubicBezTo>
                  <a:pt x="3695140" y="5878466"/>
                  <a:pt x="3701387" y="5825944"/>
                  <a:pt x="3701387" y="5825944"/>
                </a:cubicBezTo>
                <a:close/>
                <a:moveTo>
                  <a:pt x="2910259" y="5825944"/>
                </a:moveTo>
                <a:lnTo>
                  <a:pt x="2955512" y="5825944"/>
                </a:lnTo>
                <a:cubicBezTo>
                  <a:pt x="2955512" y="5825944"/>
                  <a:pt x="2961822" y="5878466"/>
                  <a:pt x="2961822" y="5940103"/>
                </a:cubicBezTo>
                <a:cubicBezTo>
                  <a:pt x="2961822" y="6001739"/>
                  <a:pt x="2955512" y="6054261"/>
                  <a:pt x="2955512" y="6054261"/>
                </a:cubicBezTo>
                <a:lnTo>
                  <a:pt x="2910259" y="6054261"/>
                </a:lnTo>
                <a:cubicBezTo>
                  <a:pt x="2910259" y="6054261"/>
                  <a:pt x="2904013" y="6001739"/>
                  <a:pt x="2904013" y="5940103"/>
                </a:cubicBezTo>
                <a:cubicBezTo>
                  <a:pt x="2904013" y="5878466"/>
                  <a:pt x="2910259" y="5825944"/>
                  <a:pt x="2910259" y="5825944"/>
                </a:cubicBezTo>
                <a:close/>
                <a:moveTo>
                  <a:pt x="2119119" y="5825944"/>
                </a:moveTo>
                <a:lnTo>
                  <a:pt x="2164366" y="5825944"/>
                </a:lnTo>
                <a:cubicBezTo>
                  <a:pt x="2164366" y="5825944"/>
                  <a:pt x="2170679" y="5878466"/>
                  <a:pt x="2170679" y="5940103"/>
                </a:cubicBezTo>
                <a:cubicBezTo>
                  <a:pt x="2170679" y="6001739"/>
                  <a:pt x="2164366" y="6054261"/>
                  <a:pt x="2164366" y="6054261"/>
                </a:cubicBezTo>
                <a:lnTo>
                  <a:pt x="2119119" y="6054261"/>
                </a:lnTo>
                <a:cubicBezTo>
                  <a:pt x="2119119" y="6054261"/>
                  <a:pt x="2112868" y="6001739"/>
                  <a:pt x="2112868" y="5940103"/>
                </a:cubicBezTo>
                <a:cubicBezTo>
                  <a:pt x="2112868" y="5878466"/>
                  <a:pt x="2119119" y="5825944"/>
                  <a:pt x="2119119" y="5825944"/>
                </a:cubicBezTo>
                <a:close/>
                <a:moveTo>
                  <a:pt x="1327990" y="5825944"/>
                </a:moveTo>
                <a:lnTo>
                  <a:pt x="1373245" y="5825944"/>
                </a:lnTo>
                <a:cubicBezTo>
                  <a:pt x="1373245" y="5825944"/>
                  <a:pt x="1379556" y="5878466"/>
                  <a:pt x="1379556" y="5940103"/>
                </a:cubicBezTo>
                <a:cubicBezTo>
                  <a:pt x="1379556" y="6001739"/>
                  <a:pt x="1373245" y="6054261"/>
                  <a:pt x="1373245" y="6054261"/>
                </a:cubicBezTo>
                <a:lnTo>
                  <a:pt x="1327990" y="6054261"/>
                </a:lnTo>
                <a:cubicBezTo>
                  <a:pt x="1327990" y="6054261"/>
                  <a:pt x="1321744" y="6001739"/>
                  <a:pt x="1321744" y="5940103"/>
                </a:cubicBezTo>
                <a:cubicBezTo>
                  <a:pt x="1321744" y="5878466"/>
                  <a:pt x="1327990" y="5825944"/>
                  <a:pt x="1327990" y="5825944"/>
                </a:cubicBezTo>
                <a:close/>
                <a:moveTo>
                  <a:pt x="536912" y="5825944"/>
                </a:moveTo>
                <a:lnTo>
                  <a:pt x="582167" y="5825944"/>
                </a:lnTo>
                <a:cubicBezTo>
                  <a:pt x="582167" y="5825944"/>
                  <a:pt x="588477" y="5878466"/>
                  <a:pt x="588477" y="5940103"/>
                </a:cubicBezTo>
                <a:cubicBezTo>
                  <a:pt x="588477" y="6001739"/>
                  <a:pt x="582167" y="6054261"/>
                  <a:pt x="582167" y="6054261"/>
                </a:cubicBezTo>
                <a:lnTo>
                  <a:pt x="536912" y="6054261"/>
                </a:lnTo>
                <a:cubicBezTo>
                  <a:pt x="536912" y="6054261"/>
                  <a:pt x="530665" y="6001739"/>
                  <a:pt x="530665" y="5940103"/>
                </a:cubicBezTo>
                <a:cubicBezTo>
                  <a:pt x="530665" y="5878466"/>
                  <a:pt x="536912" y="5825944"/>
                  <a:pt x="536912" y="5825944"/>
                </a:cubicBezTo>
                <a:close/>
                <a:moveTo>
                  <a:pt x="0" y="5813094"/>
                </a:moveTo>
                <a:lnTo>
                  <a:pt x="48559" y="5843728"/>
                </a:lnTo>
                <a:cubicBezTo>
                  <a:pt x="65816" y="5855503"/>
                  <a:pt x="76396" y="5863423"/>
                  <a:pt x="76396" y="5863423"/>
                </a:cubicBezTo>
                <a:lnTo>
                  <a:pt x="53769" y="5902623"/>
                </a:lnTo>
                <a:cubicBezTo>
                  <a:pt x="53769" y="5902623"/>
                  <a:pt x="41611" y="5897412"/>
                  <a:pt x="22784" y="5888354"/>
                </a:cubicBezTo>
                <a:lnTo>
                  <a:pt x="0" y="5876364"/>
                </a:lnTo>
                <a:close/>
                <a:moveTo>
                  <a:pt x="12203753" y="5807408"/>
                </a:moveTo>
                <a:lnTo>
                  <a:pt x="12203753" y="5871623"/>
                </a:lnTo>
                <a:lnTo>
                  <a:pt x="12171908" y="5888378"/>
                </a:lnTo>
                <a:cubicBezTo>
                  <a:pt x="12153072" y="5897429"/>
                  <a:pt x="12140914" y="5902624"/>
                  <a:pt x="12140914" y="5902624"/>
                </a:cubicBezTo>
                <a:lnTo>
                  <a:pt x="12118286" y="5863423"/>
                </a:lnTo>
                <a:cubicBezTo>
                  <a:pt x="12118286" y="5863423"/>
                  <a:pt x="12128867" y="5855504"/>
                  <a:pt x="12146132" y="5843728"/>
                </a:cubicBezTo>
                <a:close/>
                <a:moveTo>
                  <a:pt x="5416402" y="5749288"/>
                </a:moveTo>
                <a:lnTo>
                  <a:pt x="5424781" y="5752994"/>
                </a:lnTo>
                <a:cubicBezTo>
                  <a:pt x="5440965" y="5760284"/>
                  <a:pt x="5478335" y="5777757"/>
                  <a:pt x="5518395" y="5800894"/>
                </a:cubicBezTo>
                <a:cubicBezTo>
                  <a:pt x="5571809" y="5831745"/>
                  <a:pt x="5614131" y="5863423"/>
                  <a:pt x="5614131" y="5863423"/>
                </a:cubicBezTo>
                <a:lnTo>
                  <a:pt x="5591504" y="5902624"/>
                </a:lnTo>
                <a:cubicBezTo>
                  <a:pt x="5591504" y="5902624"/>
                  <a:pt x="5542870" y="5881780"/>
                  <a:pt x="5489521" y="5850994"/>
                </a:cubicBezTo>
                <a:cubicBezTo>
                  <a:pt x="5436110" y="5820144"/>
                  <a:pt x="5393787" y="5788465"/>
                  <a:pt x="5393787" y="5788465"/>
                </a:cubicBezTo>
                <a:close/>
                <a:moveTo>
                  <a:pt x="4625259" y="5749288"/>
                </a:moveTo>
                <a:lnTo>
                  <a:pt x="4633642" y="5752994"/>
                </a:lnTo>
                <a:cubicBezTo>
                  <a:pt x="4649825" y="5760284"/>
                  <a:pt x="4687193" y="5777757"/>
                  <a:pt x="4727254" y="5800894"/>
                </a:cubicBezTo>
                <a:cubicBezTo>
                  <a:pt x="4780668" y="5831745"/>
                  <a:pt x="4822988" y="5863423"/>
                  <a:pt x="4822988" y="5863423"/>
                </a:cubicBezTo>
                <a:lnTo>
                  <a:pt x="4800366" y="5902624"/>
                </a:lnTo>
                <a:cubicBezTo>
                  <a:pt x="4800366" y="5902624"/>
                  <a:pt x="4751732" y="5881780"/>
                  <a:pt x="4698380" y="5850994"/>
                </a:cubicBezTo>
                <a:cubicBezTo>
                  <a:pt x="4644967" y="5820144"/>
                  <a:pt x="4602649" y="5788465"/>
                  <a:pt x="4602649" y="5788465"/>
                </a:cubicBezTo>
                <a:close/>
                <a:moveTo>
                  <a:pt x="3834266" y="5749288"/>
                </a:moveTo>
                <a:lnTo>
                  <a:pt x="3842651" y="5752994"/>
                </a:lnTo>
                <a:cubicBezTo>
                  <a:pt x="3858829" y="5760284"/>
                  <a:pt x="3896202" y="5777757"/>
                  <a:pt x="3936263" y="5800894"/>
                </a:cubicBezTo>
                <a:cubicBezTo>
                  <a:pt x="3989670" y="5831745"/>
                  <a:pt x="4031992" y="5863423"/>
                  <a:pt x="4031992" y="5863423"/>
                </a:cubicBezTo>
                <a:lnTo>
                  <a:pt x="4009366" y="5902624"/>
                </a:lnTo>
                <a:cubicBezTo>
                  <a:pt x="4009366" y="5902624"/>
                  <a:pt x="3960740" y="5881780"/>
                  <a:pt x="3907391" y="5850994"/>
                </a:cubicBezTo>
                <a:cubicBezTo>
                  <a:pt x="3853972" y="5820144"/>
                  <a:pt x="3811651" y="5788465"/>
                  <a:pt x="3811651" y="5788465"/>
                </a:cubicBezTo>
                <a:close/>
                <a:moveTo>
                  <a:pt x="3043144" y="5749288"/>
                </a:moveTo>
                <a:lnTo>
                  <a:pt x="3051523" y="5752994"/>
                </a:lnTo>
                <a:cubicBezTo>
                  <a:pt x="3067710" y="5760284"/>
                  <a:pt x="3105083" y="5777757"/>
                  <a:pt x="3145144" y="5800894"/>
                </a:cubicBezTo>
                <a:cubicBezTo>
                  <a:pt x="3198544" y="5831745"/>
                  <a:pt x="3240871" y="5863423"/>
                  <a:pt x="3240871" y="5863423"/>
                </a:cubicBezTo>
                <a:lnTo>
                  <a:pt x="3218243" y="5902624"/>
                </a:lnTo>
                <a:cubicBezTo>
                  <a:pt x="3218243" y="5902624"/>
                  <a:pt x="3169618" y="5881780"/>
                  <a:pt x="3116268" y="5850994"/>
                </a:cubicBezTo>
                <a:cubicBezTo>
                  <a:pt x="3062852" y="5820144"/>
                  <a:pt x="3020525" y="5788465"/>
                  <a:pt x="3020525" y="5788465"/>
                </a:cubicBezTo>
                <a:close/>
                <a:moveTo>
                  <a:pt x="2252000" y="5749288"/>
                </a:moveTo>
                <a:lnTo>
                  <a:pt x="2260383" y="5752994"/>
                </a:lnTo>
                <a:cubicBezTo>
                  <a:pt x="2276564" y="5760284"/>
                  <a:pt x="2313933" y="5777757"/>
                  <a:pt x="2353993" y="5800894"/>
                </a:cubicBezTo>
                <a:cubicBezTo>
                  <a:pt x="2407411" y="5831745"/>
                  <a:pt x="2449735" y="5863423"/>
                  <a:pt x="2449735" y="5863423"/>
                </a:cubicBezTo>
                <a:lnTo>
                  <a:pt x="2427108" y="5902624"/>
                </a:lnTo>
                <a:cubicBezTo>
                  <a:pt x="2427108" y="5902624"/>
                  <a:pt x="2378472" y="5881780"/>
                  <a:pt x="2325122" y="5850994"/>
                </a:cubicBezTo>
                <a:cubicBezTo>
                  <a:pt x="2271708" y="5820144"/>
                  <a:pt x="2229387" y="5788465"/>
                  <a:pt x="2229387" y="5788465"/>
                </a:cubicBezTo>
                <a:close/>
                <a:moveTo>
                  <a:pt x="1460873" y="5749288"/>
                </a:moveTo>
                <a:lnTo>
                  <a:pt x="1469257" y="5752994"/>
                </a:lnTo>
                <a:cubicBezTo>
                  <a:pt x="1485439" y="5760284"/>
                  <a:pt x="1522810" y="5777757"/>
                  <a:pt x="1562870" y="5800894"/>
                </a:cubicBezTo>
                <a:cubicBezTo>
                  <a:pt x="1616284" y="5831745"/>
                  <a:pt x="1658607" y="5863423"/>
                  <a:pt x="1658607" y="5863423"/>
                </a:cubicBezTo>
                <a:lnTo>
                  <a:pt x="1635980" y="5902624"/>
                </a:lnTo>
                <a:cubicBezTo>
                  <a:pt x="1635980" y="5902624"/>
                  <a:pt x="1587348" y="5881780"/>
                  <a:pt x="1533999" y="5850994"/>
                </a:cubicBezTo>
                <a:cubicBezTo>
                  <a:pt x="1480583" y="5820144"/>
                  <a:pt x="1438259" y="5788465"/>
                  <a:pt x="1438259" y="5788465"/>
                </a:cubicBezTo>
                <a:close/>
                <a:moveTo>
                  <a:pt x="669795" y="5749288"/>
                </a:moveTo>
                <a:lnTo>
                  <a:pt x="678178" y="5752994"/>
                </a:lnTo>
                <a:cubicBezTo>
                  <a:pt x="694360" y="5760284"/>
                  <a:pt x="731732" y="5777757"/>
                  <a:pt x="771792" y="5800894"/>
                </a:cubicBezTo>
                <a:cubicBezTo>
                  <a:pt x="825204" y="5831745"/>
                  <a:pt x="867526" y="5863423"/>
                  <a:pt x="867526" y="5863423"/>
                </a:cubicBezTo>
                <a:lnTo>
                  <a:pt x="844900" y="5902624"/>
                </a:lnTo>
                <a:cubicBezTo>
                  <a:pt x="844900" y="5902624"/>
                  <a:pt x="796268" y="5881780"/>
                  <a:pt x="742918" y="5850994"/>
                </a:cubicBezTo>
                <a:cubicBezTo>
                  <a:pt x="689504" y="5820144"/>
                  <a:pt x="647181" y="5788465"/>
                  <a:pt x="647181" y="5788465"/>
                </a:cubicBezTo>
                <a:close/>
                <a:moveTo>
                  <a:pt x="11745343" y="5749265"/>
                </a:moveTo>
                <a:cubicBezTo>
                  <a:pt x="11745343" y="5749265"/>
                  <a:pt x="11793976" y="5770044"/>
                  <a:pt x="11847390" y="5800894"/>
                </a:cubicBezTo>
                <a:cubicBezTo>
                  <a:pt x="11900804" y="5831745"/>
                  <a:pt x="11943128" y="5863423"/>
                  <a:pt x="11943128" y="5863423"/>
                </a:cubicBezTo>
                <a:lnTo>
                  <a:pt x="11920501" y="5902624"/>
                </a:lnTo>
                <a:cubicBezTo>
                  <a:pt x="11920501" y="5902624"/>
                  <a:pt x="11871931" y="5881780"/>
                  <a:pt x="11818516" y="5850994"/>
                </a:cubicBezTo>
                <a:cubicBezTo>
                  <a:pt x="11765038" y="5820144"/>
                  <a:pt x="11722715" y="5788465"/>
                  <a:pt x="11722715" y="5788465"/>
                </a:cubicBezTo>
                <a:close/>
                <a:moveTo>
                  <a:pt x="11524930" y="5749265"/>
                </a:moveTo>
                <a:lnTo>
                  <a:pt x="11547558" y="5788465"/>
                </a:lnTo>
                <a:cubicBezTo>
                  <a:pt x="11547558" y="5788465"/>
                  <a:pt x="11505234" y="5820144"/>
                  <a:pt x="11451820" y="5850994"/>
                </a:cubicBezTo>
                <a:cubicBezTo>
                  <a:pt x="11398406" y="5881844"/>
                  <a:pt x="11349836" y="5902624"/>
                  <a:pt x="11349836" y="5902624"/>
                </a:cubicBezTo>
                <a:lnTo>
                  <a:pt x="11327208" y="5863423"/>
                </a:lnTo>
                <a:cubicBezTo>
                  <a:pt x="11327208" y="5863423"/>
                  <a:pt x="11369531" y="5831745"/>
                  <a:pt x="11422946" y="5800894"/>
                </a:cubicBezTo>
                <a:cubicBezTo>
                  <a:pt x="11476360" y="5770044"/>
                  <a:pt x="11524930" y="5749265"/>
                  <a:pt x="11524930" y="5749265"/>
                </a:cubicBezTo>
                <a:close/>
                <a:moveTo>
                  <a:pt x="10954265" y="5749265"/>
                </a:moveTo>
                <a:cubicBezTo>
                  <a:pt x="10954265" y="5749265"/>
                  <a:pt x="11002835" y="5770044"/>
                  <a:pt x="11056249" y="5800894"/>
                </a:cubicBezTo>
                <a:cubicBezTo>
                  <a:pt x="11109664" y="5831745"/>
                  <a:pt x="11151987" y="5863423"/>
                  <a:pt x="11151987" y="5863423"/>
                </a:cubicBezTo>
                <a:lnTo>
                  <a:pt x="11129360" y="5902624"/>
                </a:lnTo>
                <a:cubicBezTo>
                  <a:pt x="11129360" y="5902624"/>
                  <a:pt x="11080790" y="5881780"/>
                  <a:pt x="11027376" y="5850994"/>
                </a:cubicBezTo>
                <a:cubicBezTo>
                  <a:pt x="10973961" y="5820144"/>
                  <a:pt x="10931638" y="5788465"/>
                  <a:pt x="10931638" y="5788465"/>
                </a:cubicBezTo>
                <a:close/>
                <a:moveTo>
                  <a:pt x="10733788" y="5749265"/>
                </a:moveTo>
                <a:lnTo>
                  <a:pt x="10756416" y="5788465"/>
                </a:lnTo>
                <a:cubicBezTo>
                  <a:pt x="10756416" y="5788465"/>
                  <a:pt x="10714092" y="5820144"/>
                  <a:pt x="10660678" y="5850994"/>
                </a:cubicBezTo>
                <a:cubicBezTo>
                  <a:pt x="10607264" y="5881844"/>
                  <a:pt x="10558694" y="5902624"/>
                  <a:pt x="10558694" y="5902624"/>
                </a:cubicBezTo>
                <a:lnTo>
                  <a:pt x="10536066" y="5863423"/>
                </a:lnTo>
                <a:cubicBezTo>
                  <a:pt x="10536066" y="5863423"/>
                  <a:pt x="10578389" y="5831745"/>
                  <a:pt x="10631804" y="5800894"/>
                </a:cubicBezTo>
                <a:cubicBezTo>
                  <a:pt x="10685218" y="5770044"/>
                  <a:pt x="10733788" y="5749265"/>
                  <a:pt x="10733788" y="5749265"/>
                </a:cubicBezTo>
                <a:close/>
                <a:moveTo>
                  <a:pt x="10163123" y="5749265"/>
                </a:moveTo>
                <a:cubicBezTo>
                  <a:pt x="10163123" y="5749265"/>
                  <a:pt x="10211693" y="5770044"/>
                  <a:pt x="10265107" y="5800894"/>
                </a:cubicBezTo>
                <a:cubicBezTo>
                  <a:pt x="10318522" y="5831745"/>
                  <a:pt x="10360845" y="5863423"/>
                  <a:pt x="10360845" y="5863423"/>
                </a:cubicBezTo>
                <a:lnTo>
                  <a:pt x="10338218" y="5902624"/>
                </a:lnTo>
                <a:cubicBezTo>
                  <a:pt x="10338218" y="5902624"/>
                  <a:pt x="10289648" y="5881780"/>
                  <a:pt x="10236234" y="5850994"/>
                </a:cubicBezTo>
                <a:cubicBezTo>
                  <a:pt x="10182819" y="5820144"/>
                  <a:pt x="10140496" y="5788465"/>
                  <a:pt x="10140496" y="5788465"/>
                </a:cubicBezTo>
                <a:close/>
                <a:moveTo>
                  <a:pt x="9942711" y="5749265"/>
                </a:moveTo>
                <a:lnTo>
                  <a:pt x="9965339" y="5788465"/>
                </a:lnTo>
                <a:cubicBezTo>
                  <a:pt x="9965339" y="5788465"/>
                  <a:pt x="9922951" y="5820144"/>
                  <a:pt x="9869601" y="5850994"/>
                </a:cubicBezTo>
                <a:cubicBezTo>
                  <a:pt x="9816123" y="5881844"/>
                  <a:pt x="9767553" y="5902624"/>
                  <a:pt x="9767553" y="5902624"/>
                </a:cubicBezTo>
                <a:lnTo>
                  <a:pt x="9744925" y="5863423"/>
                </a:lnTo>
                <a:cubicBezTo>
                  <a:pt x="9744925" y="5863423"/>
                  <a:pt x="9787248" y="5831745"/>
                  <a:pt x="9840663" y="5800894"/>
                </a:cubicBezTo>
                <a:cubicBezTo>
                  <a:pt x="9894077" y="5770044"/>
                  <a:pt x="9942711" y="5749265"/>
                  <a:pt x="9942711" y="5749265"/>
                </a:cubicBezTo>
                <a:close/>
                <a:moveTo>
                  <a:pt x="9371982" y="5749265"/>
                </a:moveTo>
                <a:cubicBezTo>
                  <a:pt x="9371982" y="5749265"/>
                  <a:pt x="9420616" y="5770044"/>
                  <a:pt x="9474030" y="5800894"/>
                </a:cubicBezTo>
                <a:cubicBezTo>
                  <a:pt x="9527444" y="5831745"/>
                  <a:pt x="9569768" y="5863423"/>
                  <a:pt x="9569768" y="5863423"/>
                </a:cubicBezTo>
                <a:lnTo>
                  <a:pt x="9547140" y="5902624"/>
                </a:lnTo>
                <a:cubicBezTo>
                  <a:pt x="9547140" y="5902624"/>
                  <a:pt x="9498507" y="5881780"/>
                  <a:pt x="9445093" y="5850994"/>
                </a:cubicBezTo>
                <a:cubicBezTo>
                  <a:pt x="9391678" y="5820144"/>
                  <a:pt x="9349355" y="5788465"/>
                  <a:pt x="9349355" y="5788465"/>
                </a:cubicBezTo>
                <a:close/>
                <a:moveTo>
                  <a:pt x="9151570" y="5749265"/>
                </a:moveTo>
                <a:lnTo>
                  <a:pt x="9174198" y="5788465"/>
                </a:lnTo>
                <a:cubicBezTo>
                  <a:pt x="9174198" y="5788465"/>
                  <a:pt x="9131874" y="5820144"/>
                  <a:pt x="9078460" y="5850994"/>
                </a:cubicBezTo>
                <a:cubicBezTo>
                  <a:pt x="9025046" y="5881844"/>
                  <a:pt x="8976412" y="5902624"/>
                  <a:pt x="8976412" y="5902624"/>
                </a:cubicBezTo>
                <a:lnTo>
                  <a:pt x="8953784" y="5863423"/>
                </a:lnTo>
                <a:cubicBezTo>
                  <a:pt x="8953784" y="5863423"/>
                  <a:pt x="8996107" y="5831745"/>
                  <a:pt x="9049585" y="5800894"/>
                </a:cubicBezTo>
                <a:cubicBezTo>
                  <a:pt x="9102936" y="5770044"/>
                  <a:pt x="9151570" y="5749265"/>
                  <a:pt x="9151570" y="5749265"/>
                </a:cubicBezTo>
                <a:close/>
                <a:moveTo>
                  <a:pt x="8580840" y="5749265"/>
                </a:moveTo>
                <a:cubicBezTo>
                  <a:pt x="8580840" y="5749265"/>
                  <a:pt x="8629474" y="5770044"/>
                  <a:pt x="8682888" y="5800894"/>
                </a:cubicBezTo>
                <a:cubicBezTo>
                  <a:pt x="8736302" y="5831745"/>
                  <a:pt x="8778626" y="5863423"/>
                  <a:pt x="8778626" y="5863423"/>
                </a:cubicBezTo>
                <a:lnTo>
                  <a:pt x="8755998" y="5902624"/>
                </a:lnTo>
                <a:cubicBezTo>
                  <a:pt x="8755998" y="5902624"/>
                  <a:pt x="8707364" y="5881780"/>
                  <a:pt x="8654014" y="5850994"/>
                </a:cubicBezTo>
                <a:cubicBezTo>
                  <a:pt x="8600536" y="5820144"/>
                  <a:pt x="8558213" y="5788465"/>
                  <a:pt x="8558213" y="5788465"/>
                </a:cubicBezTo>
                <a:close/>
                <a:moveTo>
                  <a:pt x="8360428" y="5749265"/>
                </a:moveTo>
                <a:lnTo>
                  <a:pt x="8383056" y="5788465"/>
                </a:lnTo>
                <a:cubicBezTo>
                  <a:pt x="8383056" y="5788465"/>
                  <a:pt x="8340732" y="5820144"/>
                  <a:pt x="8287318" y="5850994"/>
                </a:cubicBezTo>
                <a:cubicBezTo>
                  <a:pt x="8233904" y="5881844"/>
                  <a:pt x="8185270" y="5902624"/>
                  <a:pt x="8185270" y="5902624"/>
                </a:cubicBezTo>
                <a:lnTo>
                  <a:pt x="8162642" y="5863423"/>
                </a:lnTo>
                <a:cubicBezTo>
                  <a:pt x="8162642" y="5863423"/>
                  <a:pt x="8204965" y="5831745"/>
                  <a:pt x="8258443" y="5800894"/>
                </a:cubicBezTo>
                <a:cubicBezTo>
                  <a:pt x="8311794" y="5770044"/>
                  <a:pt x="8360428" y="5749265"/>
                  <a:pt x="8360428" y="5749265"/>
                </a:cubicBezTo>
                <a:close/>
                <a:moveTo>
                  <a:pt x="7789699" y="5749265"/>
                </a:moveTo>
                <a:cubicBezTo>
                  <a:pt x="7789699" y="5749265"/>
                  <a:pt x="7838333" y="5770044"/>
                  <a:pt x="7891747" y="5800894"/>
                </a:cubicBezTo>
                <a:cubicBezTo>
                  <a:pt x="7945161" y="5831745"/>
                  <a:pt x="7987485" y="5863423"/>
                  <a:pt x="7987485" y="5863423"/>
                </a:cubicBezTo>
                <a:lnTo>
                  <a:pt x="7964857" y="5902624"/>
                </a:lnTo>
                <a:cubicBezTo>
                  <a:pt x="7964857" y="5902624"/>
                  <a:pt x="7916223" y="5881780"/>
                  <a:pt x="7862873" y="5850994"/>
                </a:cubicBezTo>
                <a:cubicBezTo>
                  <a:pt x="7809395" y="5820144"/>
                  <a:pt x="7767072" y="5788465"/>
                  <a:pt x="7767072" y="5788465"/>
                </a:cubicBezTo>
                <a:close/>
                <a:moveTo>
                  <a:pt x="7569286" y="5749265"/>
                </a:moveTo>
                <a:lnTo>
                  <a:pt x="7591913" y="5788465"/>
                </a:lnTo>
                <a:cubicBezTo>
                  <a:pt x="7591913" y="5788465"/>
                  <a:pt x="7549590" y="5820144"/>
                  <a:pt x="7496176" y="5850994"/>
                </a:cubicBezTo>
                <a:cubicBezTo>
                  <a:pt x="7442762" y="5881844"/>
                  <a:pt x="7394192" y="5902624"/>
                  <a:pt x="7394192" y="5902624"/>
                </a:cubicBezTo>
                <a:lnTo>
                  <a:pt x="7371564" y="5863423"/>
                </a:lnTo>
                <a:cubicBezTo>
                  <a:pt x="7371564" y="5863423"/>
                  <a:pt x="7413887" y="5831745"/>
                  <a:pt x="7467302" y="5800894"/>
                </a:cubicBezTo>
                <a:cubicBezTo>
                  <a:pt x="7520716" y="5770044"/>
                  <a:pt x="7569286" y="5749265"/>
                  <a:pt x="7569286" y="5749265"/>
                </a:cubicBezTo>
                <a:close/>
                <a:moveTo>
                  <a:pt x="6998621" y="5749265"/>
                </a:moveTo>
                <a:cubicBezTo>
                  <a:pt x="6998621" y="5749265"/>
                  <a:pt x="7047191" y="5770044"/>
                  <a:pt x="7100606" y="5800894"/>
                </a:cubicBezTo>
                <a:cubicBezTo>
                  <a:pt x="7154020" y="5831745"/>
                  <a:pt x="7196344" y="5863423"/>
                  <a:pt x="7196344" y="5863423"/>
                </a:cubicBezTo>
                <a:lnTo>
                  <a:pt x="7173716" y="5902624"/>
                </a:lnTo>
                <a:cubicBezTo>
                  <a:pt x="7173716" y="5902624"/>
                  <a:pt x="7125146" y="5881780"/>
                  <a:pt x="7071731" y="5850994"/>
                </a:cubicBezTo>
                <a:cubicBezTo>
                  <a:pt x="7018317" y="5820144"/>
                  <a:pt x="6975995" y="5788465"/>
                  <a:pt x="6975995" y="5788465"/>
                </a:cubicBezTo>
                <a:close/>
                <a:moveTo>
                  <a:pt x="6778210" y="5749265"/>
                </a:moveTo>
                <a:lnTo>
                  <a:pt x="6800772" y="5788465"/>
                </a:lnTo>
                <a:cubicBezTo>
                  <a:pt x="6800772" y="5788465"/>
                  <a:pt x="6758449" y="5820144"/>
                  <a:pt x="6705100" y="5850994"/>
                </a:cubicBezTo>
                <a:cubicBezTo>
                  <a:pt x="6651621" y="5881844"/>
                  <a:pt x="6603052" y="5902624"/>
                  <a:pt x="6603052" y="5902624"/>
                </a:cubicBezTo>
                <a:lnTo>
                  <a:pt x="6580424" y="5863423"/>
                </a:lnTo>
                <a:cubicBezTo>
                  <a:pt x="6580424" y="5863423"/>
                  <a:pt x="6622747" y="5831745"/>
                  <a:pt x="6676161" y="5800894"/>
                </a:cubicBezTo>
                <a:cubicBezTo>
                  <a:pt x="6729575" y="5770044"/>
                  <a:pt x="6778210" y="5749265"/>
                  <a:pt x="6778210" y="5749265"/>
                </a:cubicBezTo>
                <a:close/>
                <a:moveTo>
                  <a:pt x="6207480" y="5749265"/>
                </a:moveTo>
                <a:cubicBezTo>
                  <a:pt x="6207480" y="5749265"/>
                  <a:pt x="6256113" y="5770044"/>
                  <a:pt x="6309528" y="5800894"/>
                </a:cubicBezTo>
                <a:cubicBezTo>
                  <a:pt x="6362878" y="5831745"/>
                  <a:pt x="6405266" y="5863423"/>
                  <a:pt x="6405266" y="5863423"/>
                </a:cubicBezTo>
                <a:lnTo>
                  <a:pt x="6382638" y="5902624"/>
                </a:lnTo>
                <a:cubicBezTo>
                  <a:pt x="6382638" y="5902624"/>
                  <a:pt x="6334004" y="5881780"/>
                  <a:pt x="6280590" y="5850994"/>
                </a:cubicBezTo>
                <a:cubicBezTo>
                  <a:pt x="6227176" y="5820144"/>
                  <a:pt x="6184852" y="5788465"/>
                  <a:pt x="6184852" y="5788465"/>
                </a:cubicBezTo>
                <a:close/>
                <a:moveTo>
                  <a:pt x="5987067" y="5749265"/>
                </a:moveTo>
                <a:lnTo>
                  <a:pt x="6009695" y="5788465"/>
                </a:lnTo>
                <a:cubicBezTo>
                  <a:pt x="6009695" y="5788465"/>
                  <a:pt x="5967374" y="5820144"/>
                  <a:pt x="5913960" y="5850994"/>
                </a:cubicBezTo>
                <a:cubicBezTo>
                  <a:pt x="5860547" y="5881844"/>
                  <a:pt x="5811914" y="5902624"/>
                  <a:pt x="5811914" y="5902624"/>
                </a:cubicBezTo>
                <a:lnTo>
                  <a:pt x="5789285" y="5863423"/>
                </a:lnTo>
                <a:cubicBezTo>
                  <a:pt x="5789285" y="5863423"/>
                  <a:pt x="5831608" y="5831745"/>
                  <a:pt x="5885024" y="5800894"/>
                </a:cubicBezTo>
                <a:cubicBezTo>
                  <a:pt x="5938437" y="5770044"/>
                  <a:pt x="5987067" y="5749265"/>
                  <a:pt x="5987067" y="5749265"/>
                </a:cubicBezTo>
                <a:close/>
                <a:moveTo>
                  <a:pt x="5416352" y="5749265"/>
                </a:moveTo>
                <a:lnTo>
                  <a:pt x="5416414" y="5749265"/>
                </a:lnTo>
                <a:lnTo>
                  <a:pt x="5416402" y="5749288"/>
                </a:lnTo>
                <a:close/>
                <a:moveTo>
                  <a:pt x="5196000" y="5749265"/>
                </a:moveTo>
                <a:lnTo>
                  <a:pt x="5218629" y="5788465"/>
                </a:lnTo>
                <a:cubicBezTo>
                  <a:pt x="5218629" y="5788465"/>
                  <a:pt x="5176307" y="5820144"/>
                  <a:pt x="5122891" y="5850994"/>
                </a:cubicBezTo>
                <a:cubicBezTo>
                  <a:pt x="5069478" y="5881844"/>
                  <a:pt x="5020848" y="5902624"/>
                  <a:pt x="5020848" y="5902624"/>
                </a:cubicBezTo>
                <a:lnTo>
                  <a:pt x="4998215" y="5863423"/>
                </a:lnTo>
                <a:cubicBezTo>
                  <a:pt x="4998215" y="5863423"/>
                  <a:pt x="5040542" y="5831745"/>
                  <a:pt x="5093953" y="5800894"/>
                </a:cubicBezTo>
                <a:cubicBezTo>
                  <a:pt x="5147369" y="5770044"/>
                  <a:pt x="5196000" y="5749265"/>
                  <a:pt x="5196000" y="5749265"/>
                </a:cubicBezTo>
                <a:close/>
                <a:moveTo>
                  <a:pt x="4625211" y="5749265"/>
                </a:moveTo>
                <a:lnTo>
                  <a:pt x="4625271" y="5749265"/>
                </a:lnTo>
                <a:lnTo>
                  <a:pt x="4625259" y="5749288"/>
                </a:lnTo>
                <a:close/>
                <a:moveTo>
                  <a:pt x="4404792" y="5749265"/>
                </a:moveTo>
                <a:lnTo>
                  <a:pt x="4427424" y="5788465"/>
                </a:lnTo>
                <a:cubicBezTo>
                  <a:pt x="4427424" y="5788465"/>
                  <a:pt x="4385099" y="5820144"/>
                  <a:pt x="4331686" y="5850994"/>
                </a:cubicBezTo>
                <a:cubicBezTo>
                  <a:pt x="4278272" y="5881844"/>
                  <a:pt x="4229635" y="5902624"/>
                  <a:pt x="4229635" y="5902624"/>
                </a:cubicBezTo>
                <a:lnTo>
                  <a:pt x="4207009" y="5863423"/>
                </a:lnTo>
                <a:lnTo>
                  <a:pt x="4207074" y="5863423"/>
                </a:lnTo>
                <a:cubicBezTo>
                  <a:pt x="4207074" y="5863423"/>
                  <a:pt x="4249395" y="5831745"/>
                  <a:pt x="4302809" y="5800894"/>
                </a:cubicBezTo>
                <a:cubicBezTo>
                  <a:pt x="4356222" y="5770044"/>
                  <a:pt x="4404792" y="5749265"/>
                  <a:pt x="4404792" y="5749265"/>
                </a:cubicBezTo>
                <a:close/>
                <a:moveTo>
                  <a:pt x="3834218" y="5749265"/>
                </a:moveTo>
                <a:lnTo>
                  <a:pt x="3834279" y="5749265"/>
                </a:lnTo>
                <a:lnTo>
                  <a:pt x="3834266" y="5749288"/>
                </a:lnTo>
                <a:close/>
                <a:moveTo>
                  <a:pt x="3613807" y="5749265"/>
                </a:moveTo>
                <a:lnTo>
                  <a:pt x="3636436" y="5788465"/>
                </a:lnTo>
                <a:cubicBezTo>
                  <a:pt x="3636436" y="5788465"/>
                  <a:pt x="3594111" y="5820144"/>
                  <a:pt x="3540702" y="5850994"/>
                </a:cubicBezTo>
                <a:cubicBezTo>
                  <a:pt x="3487289" y="5881844"/>
                  <a:pt x="3438653" y="5902624"/>
                  <a:pt x="3438653" y="5902624"/>
                </a:cubicBezTo>
                <a:lnTo>
                  <a:pt x="3416027" y="5863423"/>
                </a:lnTo>
                <a:cubicBezTo>
                  <a:pt x="3416027" y="5863423"/>
                  <a:pt x="3458348" y="5831745"/>
                  <a:pt x="3511767" y="5800894"/>
                </a:cubicBezTo>
                <a:cubicBezTo>
                  <a:pt x="3565177" y="5770044"/>
                  <a:pt x="3613807" y="5749265"/>
                  <a:pt x="3613807" y="5749265"/>
                </a:cubicBezTo>
                <a:close/>
                <a:moveTo>
                  <a:pt x="3043094" y="5749265"/>
                </a:moveTo>
                <a:lnTo>
                  <a:pt x="3043156" y="5749265"/>
                </a:lnTo>
                <a:lnTo>
                  <a:pt x="3043144" y="5749288"/>
                </a:lnTo>
                <a:close/>
                <a:moveTo>
                  <a:pt x="2822677" y="5749265"/>
                </a:moveTo>
                <a:lnTo>
                  <a:pt x="2845305" y="5788465"/>
                </a:lnTo>
                <a:cubicBezTo>
                  <a:pt x="2845305" y="5788465"/>
                  <a:pt x="2802981" y="5820144"/>
                  <a:pt x="2749571" y="5850994"/>
                </a:cubicBezTo>
                <a:cubicBezTo>
                  <a:pt x="2696153" y="5881844"/>
                  <a:pt x="2647521" y="5902624"/>
                  <a:pt x="2647521" y="5902624"/>
                </a:cubicBezTo>
                <a:lnTo>
                  <a:pt x="2624892" y="5863423"/>
                </a:lnTo>
                <a:cubicBezTo>
                  <a:pt x="2624892" y="5863423"/>
                  <a:pt x="2667217" y="5831745"/>
                  <a:pt x="2720633" y="5800894"/>
                </a:cubicBezTo>
                <a:cubicBezTo>
                  <a:pt x="2774046" y="5770044"/>
                  <a:pt x="2822677" y="5749265"/>
                  <a:pt x="2822677" y="5749265"/>
                </a:cubicBezTo>
                <a:close/>
                <a:moveTo>
                  <a:pt x="2251951" y="5749265"/>
                </a:moveTo>
                <a:lnTo>
                  <a:pt x="2252012" y="5749265"/>
                </a:lnTo>
                <a:lnTo>
                  <a:pt x="2252000" y="5749288"/>
                </a:lnTo>
                <a:close/>
                <a:moveTo>
                  <a:pt x="2031482" y="5749265"/>
                </a:moveTo>
                <a:lnTo>
                  <a:pt x="2054113" y="5788465"/>
                </a:lnTo>
                <a:cubicBezTo>
                  <a:pt x="2054113" y="5788465"/>
                  <a:pt x="2011788" y="5820144"/>
                  <a:pt x="1958376" y="5850994"/>
                </a:cubicBezTo>
                <a:cubicBezTo>
                  <a:pt x="1904962" y="5881844"/>
                  <a:pt x="1856328" y="5902624"/>
                  <a:pt x="1856328" y="5902624"/>
                </a:cubicBezTo>
                <a:lnTo>
                  <a:pt x="1833699" y="5863423"/>
                </a:lnTo>
                <a:lnTo>
                  <a:pt x="1833765" y="5863423"/>
                </a:lnTo>
                <a:cubicBezTo>
                  <a:pt x="1833765" y="5863423"/>
                  <a:pt x="1876088" y="5831745"/>
                  <a:pt x="1929500" y="5800894"/>
                </a:cubicBezTo>
                <a:cubicBezTo>
                  <a:pt x="1982915" y="5770044"/>
                  <a:pt x="2031482" y="5749265"/>
                  <a:pt x="2031482" y="5749265"/>
                </a:cubicBezTo>
                <a:close/>
                <a:moveTo>
                  <a:pt x="1460821" y="5749265"/>
                </a:moveTo>
                <a:lnTo>
                  <a:pt x="1460890" y="5749265"/>
                </a:lnTo>
                <a:lnTo>
                  <a:pt x="1460873" y="5749288"/>
                </a:lnTo>
                <a:close/>
                <a:moveTo>
                  <a:pt x="1240411" y="5749265"/>
                </a:moveTo>
                <a:lnTo>
                  <a:pt x="1263039" y="5788465"/>
                </a:lnTo>
                <a:cubicBezTo>
                  <a:pt x="1263039" y="5788465"/>
                  <a:pt x="1220715" y="5820144"/>
                  <a:pt x="1167301" y="5850994"/>
                </a:cubicBezTo>
                <a:cubicBezTo>
                  <a:pt x="1113887" y="5881844"/>
                  <a:pt x="1065253" y="5902624"/>
                  <a:pt x="1065253" y="5902624"/>
                </a:cubicBezTo>
                <a:lnTo>
                  <a:pt x="1042617" y="5863423"/>
                </a:lnTo>
                <a:lnTo>
                  <a:pt x="1042681" y="5863423"/>
                </a:lnTo>
                <a:cubicBezTo>
                  <a:pt x="1042681" y="5863423"/>
                  <a:pt x="1085014" y="5831745"/>
                  <a:pt x="1138424" y="5800894"/>
                </a:cubicBezTo>
                <a:cubicBezTo>
                  <a:pt x="1191840" y="5770044"/>
                  <a:pt x="1240411" y="5749265"/>
                  <a:pt x="1240411" y="5749265"/>
                </a:cubicBezTo>
                <a:close/>
                <a:moveTo>
                  <a:pt x="669744" y="5749265"/>
                </a:moveTo>
                <a:lnTo>
                  <a:pt x="669808" y="5749265"/>
                </a:lnTo>
                <a:lnTo>
                  <a:pt x="669795" y="5749288"/>
                </a:lnTo>
                <a:close/>
                <a:moveTo>
                  <a:pt x="449268" y="5749265"/>
                </a:moveTo>
                <a:lnTo>
                  <a:pt x="471896" y="5788465"/>
                </a:lnTo>
                <a:cubicBezTo>
                  <a:pt x="471896" y="5788465"/>
                  <a:pt x="429574" y="5820144"/>
                  <a:pt x="376162" y="5850994"/>
                </a:cubicBezTo>
                <a:cubicBezTo>
                  <a:pt x="322748" y="5881844"/>
                  <a:pt x="274116" y="5902624"/>
                  <a:pt x="274116" y="5902624"/>
                </a:cubicBezTo>
                <a:lnTo>
                  <a:pt x="251487" y="5863423"/>
                </a:lnTo>
                <a:lnTo>
                  <a:pt x="251551" y="5863423"/>
                </a:lnTo>
                <a:cubicBezTo>
                  <a:pt x="251551" y="5863423"/>
                  <a:pt x="293874" y="5831745"/>
                  <a:pt x="347288" y="5800894"/>
                </a:cubicBezTo>
                <a:cubicBezTo>
                  <a:pt x="400701" y="5770044"/>
                  <a:pt x="449268" y="5749265"/>
                  <a:pt x="449268" y="5749265"/>
                </a:cubicBezTo>
                <a:close/>
                <a:moveTo>
                  <a:pt x="12008079" y="5597563"/>
                </a:moveTo>
                <a:lnTo>
                  <a:pt x="12053335" y="5597563"/>
                </a:lnTo>
                <a:cubicBezTo>
                  <a:pt x="12053335" y="5597563"/>
                  <a:pt x="12059581" y="5650085"/>
                  <a:pt x="12059581" y="5711785"/>
                </a:cubicBezTo>
                <a:cubicBezTo>
                  <a:pt x="12059581" y="5773486"/>
                  <a:pt x="12053335" y="5825944"/>
                  <a:pt x="12053335" y="5825944"/>
                </a:cubicBezTo>
                <a:lnTo>
                  <a:pt x="12008079" y="5825944"/>
                </a:lnTo>
                <a:cubicBezTo>
                  <a:pt x="12008079" y="5825944"/>
                  <a:pt x="12001833" y="5773422"/>
                  <a:pt x="12001833" y="5711785"/>
                </a:cubicBezTo>
                <a:cubicBezTo>
                  <a:pt x="12001833" y="5650149"/>
                  <a:pt x="12008079" y="5597563"/>
                  <a:pt x="12008079" y="5597563"/>
                </a:cubicBezTo>
                <a:close/>
                <a:moveTo>
                  <a:pt x="11216938" y="5597563"/>
                </a:moveTo>
                <a:lnTo>
                  <a:pt x="11262194" y="5597563"/>
                </a:lnTo>
                <a:cubicBezTo>
                  <a:pt x="11262194" y="5597563"/>
                  <a:pt x="11268504" y="5650085"/>
                  <a:pt x="11268504" y="5711785"/>
                </a:cubicBezTo>
                <a:cubicBezTo>
                  <a:pt x="11268504" y="5773486"/>
                  <a:pt x="11262194" y="5825944"/>
                  <a:pt x="11262194" y="5825944"/>
                </a:cubicBezTo>
                <a:lnTo>
                  <a:pt x="11216938" y="5825944"/>
                </a:lnTo>
                <a:cubicBezTo>
                  <a:pt x="11216938" y="5825944"/>
                  <a:pt x="11210692" y="5773422"/>
                  <a:pt x="11210692" y="5711785"/>
                </a:cubicBezTo>
                <a:cubicBezTo>
                  <a:pt x="11210692" y="5650149"/>
                  <a:pt x="11216938" y="5597563"/>
                  <a:pt x="11216938" y="5597563"/>
                </a:cubicBezTo>
                <a:close/>
                <a:moveTo>
                  <a:pt x="10425796" y="5597563"/>
                </a:moveTo>
                <a:lnTo>
                  <a:pt x="10471052" y="5597563"/>
                </a:lnTo>
                <a:cubicBezTo>
                  <a:pt x="10471052" y="5597563"/>
                  <a:pt x="10477362" y="5650085"/>
                  <a:pt x="10477362" y="5711785"/>
                </a:cubicBezTo>
                <a:cubicBezTo>
                  <a:pt x="10477362" y="5773486"/>
                  <a:pt x="10471052" y="5825944"/>
                  <a:pt x="10471052" y="5825944"/>
                </a:cubicBezTo>
                <a:lnTo>
                  <a:pt x="10425796" y="5825944"/>
                </a:lnTo>
                <a:cubicBezTo>
                  <a:pt x="10425796" y="5825944"/>
                  <a:pt x="10419550" y="5773422"/>
                  <a:pt x="10419550" y="5711785"/>
                </a:cubicBezTo>
                <a:cubicBezTo>
                  <a:pt x="10419550" y="5650149"/>
                  <a:pt x="10425796" y="5597563"/>
                  <a:pt x="10425796" y="5597563"/>
                </a:cubicBezTo>
                <a:close/>
                <a:moveTo>
                  <a:pt x="9634719" y="5597563"/>
                </a:moveTo>
                <a:lnTo>
                  <a:pt x="9679910" y="5597563"/>
                </a:lnTo>
                <a:cubicBezTo>
                  <a:pt x="9679910" y="5597563"/>
                  <a:pt x="9686221" y="5650085"/>
                  <a:pt x="9686221" y="5711785"/>
                </a:cubicBezTo>
                <a:cubicBezTo>
                  <a:pt x="9686221" y="5773486"/>
                  <a:pt x="9679910" y="5825944"/>
                  <a:pt x="9679910" y="5825944"/>
                </a:cubicBezTo>
                <a:lnTo>
                  <a:pt x="9634719" y="5825944"/>
                </a:lnTo>
                <a:cubicBezTo>
                  <a:pt x="9634719" y="5825944"/>
                  <a:pt x="9628408" y="5773422"/>
                  <a:pt x="9628408" y="5711785"/>
                </a:cubicBezTo>
                <a:cubicBezTo>
                  <a:pt x="9628408" y="5650149"/>
                  <a:pt x="9634719" y="5597563"/>
                  <a:pt x="9634719" y="5597563"/>
                </a:cubicBezTo>
                <a:close/>
                <a:moveTo>
                  <a:pt x="8843577" y="5597563"/>
                </a:moveTo>
                <a:lnTo>
                  <a:pt x="8888832" y="5597563"/>
                </a:lnTo>
                <a:cubicBezTo>
                  <a:pt x="8888832" y="5597563"/>
                  <a:pt x="8895079" y="5650085"/>
                  <a:pt x="8895079" y="5711785"/>
                </a:cubicBezTo>
                <a:cubicBezTo>
                  <a:pt x="8895079" y="5773486"/>
                  <a:pt x="8888832" y="5825944"/>
                  <a:pt x="8888832" y="5825944"/>
                </a:cubicBezTo>
                <a:lnTo>
                  <a:pt x="8843577" y="5825944"/>
                </a:lnTo>
                <a:cubicBezTo>
                  <a:pt x="8843577" y="5825944"/>
                  <a:pt x="8837330" y="5773422"/>
                  <a:pt x="8837330" y="5711785"/>
                </a:cubicBezTo>
                <a:cubicBezTo>
                  <a:pt x="8837330" y="5650149"/>
                  <a:pt x="8843577" y="5597563"/>
                  <a:pt x="8843577" y="5597563"/>
                </a:cubicBezTo>
                <a:close/>
                <a:moveTo>
                  <a:pt x="8052435" y="5597563"/>
                </a:moveTo>
                <a:lnTo>
                  <a:pt x="8097691" y="5597563"/>
                </a:lnTo>
                <a:cubicBezTo>
                  <a:pt x="8097691" y="5597563"/>
                  <a:pt x="8103938" y="5650085"/>
                  <a:pt x="8103938" y="5711785"/>
                </a:cubicBezTo>
                <a:cubicBezTo>
                  <a:pt x="8103938" y="5773486"/>
                  <a:pt x="8097691" y="5825944"/>
                  <a:pt x="8097691" y="5825944"/>
                </a:cubicBezTo>
                <a:lnTo>
                  <a:pt x="8052435" y="5825944"/>
                </a:lnTo>
                <a:cubicBezTo>
                  <a:pt x="8052435" y="5825944"/>
                  <a:pt x="8046189" y="5773422"/>
                  <a:pt x="8046189" y="5711785"/>
                </a:cubicBezTo>
                <a:cubicBezTo>
                  <a:pt x="8046189" y="5650149"/>
                  <a:pt x="8052435" y="5597563"/>
                  <a:pt x="8052435" y="5597563"/>
                </a:cubicBezTo>
                <a:close/>
                <a:moveTo>
                  <a:pt x="7261293" y="5597563"/>
                </a:moveTo>
                <a:lnTo>
                  <a:pt x="7306549" y="5597563"/>
                </a:lnTo>
                <a:cubicBezTo>
                  <a:pt x="7306549" y="5597563"/>
                  <a:pt x="7312860" y="5650085"/>
                  <a:pt x="7312860" y="5711785"/>
                </a:cubicBezTo>
                <a:cubicBezTo>
                  <a:pt x="7312860" y="5773486"/>
                  <a:pt x="7306549" y="5825944"/>
                  <a:pt x="7306549" y="5825944"/>
                </a:cubicBezTo>
                <a:lnTo>
                  <a:pt x="7261293" y="5825944"/>
                </a:lnTo>
                <a:cubicBezTo>
                  <a:pt x="7261293" y="5825944"/>
                  <a:pt x="7255047" y="5773422"/>
                  <a:pt x="7255047" y="5711785"/>
                </a:cubicBezTo>
                <a:cubicBezTo>
                  <a:pt x="7255047" y="5650149"/>
                  <a:pt x="7261293" y="5597563"/>
                  <a:pt x="7261293" y="5597563"/>
                </a:cubicBezTo>
                <a:close/>
                <a:moveTo>
                  <a:pt x="6470217" y="5597563"/>
                </a:moveTo>
                <a:lnTo>
                  <a:pt x="6515408" y="5597563"/>
                </a:lnTo>
                <a:cubicBezTo>
                  <a:pt x="6515408" y="5597563"/>
                  <a:pt x="6521719" y="5650085"/>
                  <a:pt x="6521719" y="5711785"/>
                </a:cubicBezTo>
                <a:cubicBezTo>
                  <a:pt x="6521719" y="5773486"/>
                  <a:pt x="6515408" y="5825944"/>
                  <a:pt x="6515408" y="5825944"/>
                </a:cubicBezTo>
                <a:lnTo>
                  <a:pt x="6470217" y="5825944"/>
                </a:lnTo>
                <a:cubicBezTo>
                  <a:pt x="6470217" y="5825944"/>
                  <a:pt x="6463906" y="5773422"/>
                  <a:pt x="6463906" y="5711785"/>
                </a:cubicBezTo>
                <a:cubicBezTo>
                  <a:pt x="6463906" y="5650149"/>
                  <a:pt x="6470217" y="5597563"/>
                  <a:pt x="6470217" y="5597563"/>
                </a:cubicBezTo>
                <a:close/>
                <a:moveTo>
                  <a:pt x="5679084" y="5597563"/>
                </a:moveTo>
                <a:lnTo>
                  <a:pt x="5724338" y="5597563"/>
                </a:lnTo>
                <a:cubicBezTo>
                  <a:pt x="5724338" y="5597563"/>
                  <a:pt x="5730645" y="5650085"/>
                  <a:pt x="5730645" y="5711785"/>
                </a:cubicBezTo>
                <a:cubicBezTo>
                  <a:pt x="5730645" y="5773486"/>
                  <a:pt x="5724338" y="5825944"/>
                  <a:pt x="5724338" y="5825944"/>
                </a:cubicBezTo>
                <a:lnTo>
                  <a:pt x="5679084" y="5825944"/>
                </a:lnTo>
                <a:cubicBezTo>
                  <a:pt x="5679084" y="5825944"/>
                  <a:pt x="5672835" y="5773422"/>
                  <a:pt x="5672835" y="5711785"/>
                </a:cubicBezTo>
                <a:cubicBezTo>
                  <a:pt x="5672835" y="5650149"/>
                  <a:pt x="5679084" y="5597563"/>
                  <a:pt x="5679084" y="5597563"/>
                </a:cubicBezTo>
                <a:close/>
                <a:moveTo>
                  <a:pt x="4887944" y="5597563"/>
                </a:moveTo>
                <a:lnTo>
                  <a:pt x="4933198" y="5597563"/>
                </a:lnTo>
                <a:cubicBezTo>
                  <a:pt x="4933198" y="5597563"/>
                  <a:pt x="4939507" y="5650085"/>
                  <a:pt x="4939507" y="5711785"/>
                </a:cubicBezTo>
                <a:cubicBezTo>
                  <a:pt x="4939507" y="5773486"/>
                  <a:pt x="4933198" y="5825944"/>
                  <a:pt x="4933198" y="5825944"/>
                </a:cubicBezTo>
                <a:lnTo>
                  <a:pt x="4887944" y="5825944"/>
                </a:lnTo>
                <a:cubicBezTo>
                  <a:pt x="4887944" y="5825944"/>
                  <a:pt x="4881632" y="5773422"/>
                  <a:pt x="4881632" y="5711785"/>
                </a:cubicBezTo>
                <a:cubicBezTo>
                  <a:pt x="4881632" y="5650149"/>
                  <a:pt x="4887944" y="5597563"/>
                  <a:pt x="4887944" y="5597563"/>
                </a:cubicBezTo>
                <a:close/>
                <a:moveTo>
                  <a:pt x="4096880" y="5597563"/>
                </a:moveTo>
                <a:lnTo>
                  <a:pt x="4142136" y="5597563"/>
                </a:lnTo>
                <a:cubicBezTo>
                  <a:pt x="4142136" y="5597563"/>
                  <a:pt x="4148446" y="5650085"/>
                  <a:pt x="4148446" y="5711785"/>
                </a:cubicBezTo>
                <a:cubicBezTo>
                  <a:pt x="4148446" y="5773486"/>
                  <a:pt x="4142136" y="5825944"/>
                  <a:pt x="4142136" y="5825944"/>
                </a:cubicBezTo>
                <a:lnTo>
                  <a:pt x="4096880" y="5825944"/>
                </a:lnTo>
                <a:cubicBezTo>
                  <a:pt x="4096880" y="5825944"/>
                  <a:pt x="4090633" y="5773422"/>
                  <a:pt x="4090633" y="5711785"/>
                </a:cubicBezTo>
                <a:cubicBezTo>
                  <a:pt x="4090633" y="5650149"/>
                  <a:pt x="4096880" y="5597563"/>
                  <a:pt x="4096880" y="5597563"/>
                </a:cubicBezTo>
                <a:close/>
                <a:moveTo>
                  <a:pt x="3305820" y="5597563"/>
                </a:moveTo>
                <a:lnTo>
                  <a:pt x="3351078" y="5597563"/>
                </a:lnTo>
                <a:cubicBezTo>
                  <a:pt x="3351078" y="5597563"/>
                  <a:pt x="3357385" y="5650085"/>
                  <a:pt x="3357385" y="5711785"/>
                </a:cubicBezTo>
                <a:cubicBezTo>
                  <a:pt x="3357385" y="5773486"/>
                  <a:pt x="3351078" y="5825944"/>
                  <a:pt x="3351078" y="5825944"/>
                </a:cubicBezTo>
                <a:lnTo>
                  <a:pt x="3305820" y="5825944"/>
                </a:lnTo>
                <a:cubicBezTo>
                  <a:pt x="3305820" y="5825944"/>
                  <a:pt x="3299575" y="5773422"/>
                  <a:pt x="3299575" y="5711785"/>
                </a:cubicBezTo>
                <a:cubicBezTo>
                  <a:pt x="3299575" y="5650149"/>
                  <a:pt x="3305820" y="5597563"/>
                  <a:pt x="3305820" y="5597563"/>
                </a:cubicBezTo>
                <a:close/>
                <a:moveTo>
                  <a:pt x="2514689" y="5597563"/>
                </a:moveTo>
                <a:lnTo>
                  <a:pt x="2559944" y="5597563"/>
                </a:lnTo>
                <a:cubicBezTo>
                  <a:pt x="2559944" y="5597563"/>
                  <a:pt x="2566255" y="5650085"/>
                  <a:pt x="2566255" y="5711785"/>
                </a:cubicBezTo>
                <a:cubicBezTo>
                  <a:pt x="2566255" y="5773486"/>
                  <a:pt x="2559944" y="5825944"/>
                  <a:pt x="2559944" y="5825944"/>
                </a:cubicBezTo>
                <a:lnTo>
                  <a:pt x="2514689" y="5825944"/>
                </a:lnTo>
                <a:cubicBezTo>
                  <a:pt x="2514689" y="5825944"/>
                  <a:pt x="2508380" y="5773422"/>
                  <a:pt x="2508380" y="5711785"/>
                </a:cubicBezTo>
                <a:cubicBezTo>
                  <a:pt x="2508380" y="5650149"/>
                  <a:pt x="2514689" y="5597563"/>
                  <a:pt x="2514689" y="5597563"/>
                </a:cubicBezTo>
                <a:close/>
                <a:moveTo>
                  <a:pt x="1723556" y="5597563"/>
                </a:moveTo>
                <a:lnTo>
                  <a:pt x="1768814" y="5597563"/>
                </a:lnTo>
                <a:cubicBezTo>
                  <a:pt x="1768814" y="5597563"/>
                  <a:pt x="1775124" y="5650085"/>
                  <a:pt x="1775124" y="5711785"/>
                </a:cubicBezTo>
                <a:cubicBezTo>
                  <a:pt x="1775124" y="5773486"/>
                  <a:pt x="1768814" y="5825944"/>
                  <a:pt x="1768814" y="5825944"/>
                </a:cubicBezTo>
                <a:lnTo>
                  <a:pt x="1723556" y="5825944"/>
                </a:lnTo>
                <a:cubicBezTo>
                  <a:pt x="1723556" y="5825944"/>
                  <a:pt x="1717310" y="5773422"/>
                  <a:pt x="1717310" y="5711785"/>
                </a:cubicBezTo>
                <a:cubicBezTo>
                  <a:pt x="1717310" y="5650149"/>
                  <a:pt x="1723556" y="5597563"/>
                  <a:pt x="1723556" y="5597563"/>
                </a:cubicBezTo>
                <a:close/>
                <a:moveTo>
                  <a:pt x="932414" y="5597563"/>
                </a:moveTo>
                <a:lnTo>
                  <a:pt x="977669" y="5597563"/>
                </a:lnTo>
                <a:cubicBezTo>
                  <a:pt x="977669" y="5597563"/>
                  <a:pt x="983979" y="5650085"/>
                  <a:pt x="983979" y="5711785"/>
                </a:cubicBezTo>
                <a:cubicBezTo>
                  <a:pt x="983979" y="5773486"/>
                  <a:pt x="977669" y="5825944"/>
                  <a:pt x="977669" y="5825944"/>
                </a:cubicBezTo>
                <a:lnTo>
                  <a:pt x="932414" y="5825944"/>
                </a:lnTo>
                <a:cubicBezTo>
                  <a:pt x="932414" y="5825944"/>
                  <a:pt x="926104" y="5773422"/>
                  <a:pt x="926104" y="5711785"/>
                </a:cubicBezTo>
                <a:cubicBezTo>
                  <a:pt x="926104" y="5650149"/>
                  <a:pt x="932414" y="5597563"/>
                  <a:pt x="932414" y="5597563"/>
                </a:cubicBezTo>
                <a:close/>
                <a:moveTo>
                  <a:pt x="141346" y="5597563"/>
                </a:moveTo>
                <a:lnTo>
                  <a:pt x="186600" y="5597563"/>
                </a:lnTo>
                <a:cubicBezTo>
                  <a:pt x="186600" y="5597563"/>
                  <a:pt x="192910" y="5650085"/>
                  <a:pt x="192910" y="5711785"/>
                </a:cubicBezTo>
                <a:cubicBezTo>
                  <a:pt x="192910" y="5773486"/>
                  <a:pt x="186600" y="5825944"/>
                  <a:pt x="186600" y="5825944"/>
                </a:cubicBezTo>
                <a:lnTo>
                  <a:pt x="141346" y="5825944"/>
                </a:lnTo>
                <a:cubicBezTo>
                  <a:pt x="141346" y="5825944"/>
                  <a:pt x="135099" y="5773422"/>
                  <a:pt x="135099" y="5711785"/>
                </a:cubicBezTo>
                <a:cubicBezTo>
                  <a:pt x="135099" y="5650149"/>
                  <a:pt x="141346" y="5597563"/>
                  <a:pt x="141346" y="5597563"/>
                </a:cubicBezTo>
                <a:close/>
                <a:moveTo>
                  <a:pt x="5811965" y="5520907"/>
                </a:moveTo>
                <a:lnTo>
                  <a:pt x="5820348" y="5524613"/>
                </a:lnTo>
                <a:cubicBezTo>
                  <a:pt x="5836528" y="5531903"/>
                  <a:pt x="5873901" y="5549376"/>
                  <a:pt x="5913960" y="5572513"/>
                </a:cubicBezTo>
                <a:cubicBezTo>
                  <a:pt x="5967374" y="5603364"/>
                  <a:pt x="6009695" y="5635042"/>
                  <a:pt x="6009695" y="5635042"/>
                </a:cubicBezTo>
                <a:lnTo>
                  <a:pt x="5987067" y="5674243"/>
                </a:lnTo>
                <a:cubicBezTo>
                  <a:pt x="5987067" y="5674243"/>
                  <a:pt x="5938437" y="5653399"/>
                  <a:pt x="5885086" y="5622613"/>
                </a:cubicBezTo>
                <a:cubicBezTo>
                  <a:pt x="5831672" y="5591763"/>
                  <a:pt x="5789350" y="5560084"/>
                  <a:pt x="5789350" y="5560084"/>
                </a:cubicBezTo>
                <a:close/>
                <a:moveTo>
                  <a:pt x="5020837" y="5520907"/>
                </a:moveTo>
                <a:lnTo>
                  <a:pt x="5029217" y="5524613"/>
                </a:lnTo>
                <a:cubicBezTo>
                  <a:pt x="5045401" y="5531903"/>
                  <a:pt x="5082770" y="5549376"/>
                  <a:pt x="5122827" y="5572513"/>
                </a:cubicBezTo>
                <a:cubicBezTo>
                  <a:pt x="5176242" y="5603364"/>
                  <a:pt x="5218566" y="5635042"/>
                  <a:pt x="5218566" y="5635042"/>
                </a:cubicBezTo>
                <a:lnTo>
                  <a:pt x="5195941" y="5674243"/>
                </a:lnTo>
                <a:cubicBezTo>
                  <a:pt x="5195941" y="5674243"/>
                  <a:pt x="5147307" y="5653399"/>
                  <a:pt x="5093953" y="5622613"/>
                </a:cubicBezTo>
                <a:cubicBezTo>
                  <a:pt x="5040542" y="5591763"/>
                  <a:pt x="4998215" y="5560084"/>
                  <a:pt x="4998215" y="5560084"/>
                </a:cubicBezTo>
                <a:close/>
                <a:moveTo>
                  <a:pt x="4229752" y="5520907"/>
                </a:moveTo>
                <a:lnTo>
                  <a:pt x="4238133" y="5524613"/>
                </a:lnTo>
                <a:cubicBezTo>
                  <a:pt x="4254316" y="5531903"/>
                  <a:pt x="4291687" y="5549376"/>
                  <a:pt x="4331748" y="5572513"/>
                </a:cubicBezTo>
                <a:cubicBezTo>
                  <a:pt x="4385164" y="5603364"/>
                  <a:pt x="4427491" y="5635042"/>
                  <a:pt x="4427491" y="5635042"/>
                </a:cubicBezTo>
                <a:lnTo>
                  <a:pt x="4404860" y="5674243"/>
                </a:lnTo>
                <a:cubicBezTo>
                  <a:pt x="4404860" y="5674243"/>
                  <a:pt x="4356228" y="5653399"/>
                  <a:pt x="4302877" y="5622613"/>
                </a:cubicBezTo>
                <a:cubicBezTo>
                  <a:pt x="4249460" y="5591763"/>
                  <a:pt x="4207137" y="5560084"/>
                  <a:pt x="4207137" y="5560084"/>
                </a:cubicBezTo>
                <a:close/>
                <a:moveTo>
                  <a:pt x="3438701" y="5520907"/>
                </a:moveTo>
                <a:lnTo>
                  <a:pt x="3447084" y="5524613"/>
                </a:lnTo>
                <a:cubicBezTo>
                  <a:pt x="3463267" y="5531903"/>
                  <a:pt x="3500641" y="5549376"/>
                  <a:pt x="3540702" y="5572513"/>
                </a:cubicBezTo>
                <a:cubicBezTo>
                  <a:pt x="3594111" y="5603364"/>
                  <a:pt x="3636436" y="5635042"/>
                  <a:pt x="3636436" y="5635042"/>
                </a:cubicBezTo>
                <a:lnTo>
                  <a:pt x="3613807" y="5674243"/>
                </a:lnTo>
                <a:cubicBezTo>
                  <a:pt x="3613807" y="5674243"/>
                  <a:pt x="3565177" y="5653399"/>
                  <a:pt x="3511829" y="5622613"/>
                </a:cubicBezTo>
                <a:cubicBezTo>
                  <a:pt x="3458412" y="5591763"/>
                  <a:pt x="3416090" y="5560084"/>
                  <a:pt x="3416090" y="5560084"/>
                </a:cubicBezTo>
                <a:close/>
                <a:moveTo>
                  <a:pt x="2647573" y="5520907"/>
                </a:moveTo>
                <a:lnTo>
                  <a:pt x="2655955" y="5524613"/>
                </a:lnTo>
                <a:cubicBezTo>
                  <a:pt x="2672137" y="5531903"/>
                  <a:pt x="2709510" y="5549376"/>
                  <a:pt x="2749571" y="5572513"/>
                </a:cubicBezTo>
                <a:cubicBezTo>
                  <a:pt x="2802981" y="5603364"/>
                  <a:pt x="2845305" y="5635042"/>
                  <a:pt x="2845305" y="5635042"/>
                </a:cubicBezTo>
                <a:lnTo>
                  <a:pt x="2822677" y="5674243"/>
                </a:lnTo>
                <a:cubicBezTo>
                  <a:pt x="2822677" y="5674243"/>
                  <a:pt x="2774046" y="5653399"/>
                  <a:pt x="2720696" y="5622613"/>
                </a:cubicBezTo>
                <a:cubicBezTo>
                  <a:pt x="2667283" y="5591763"/>
                  <a:pt x="2624959" y="5560084"/>
                  <a:pt x="2624959" y="5560084"/>
                </a:cubicBezTo>
                <a:close/>
                <a:moveTo>
                  <a:pt x="1856440" y="5520907"/>
                </a:moveTo>
                <a:lnTo>
                  <a:pt x="1864826" y="5524613"/>
                </a:lnTo>
                <a:cubicBezTo>
                  <a:pt x="1881007" y="5531903"/>
                  <a:pt x="1918378" y="5549376"/>
                  <a:pt x="1958439" y="5572513"/>
                </a:cubicBezTo>
                <a:cubicBezTo>
                  <a:pt x="2011851" y="5603364"/>
                  <a:pt x="2054174" y="5635042"/>
                  <a:pt x="2054174" y="5635042"/>
                </a:cubicBezTo>
                <a:lnTo>
                  <a:pt x="2031546" y="5674243"/>
                </a:lnTo>
                <a:cubicBezTo>
                  <a:pt x="2031546" y="5674243"/>
                  <a:pt x="1982915" y="5653399"/>
                  <a:pt x="1929564" y="5622613"/>
                </a:cubicBezTo>
                <a:cubicBezTo>
                  <a:pt x="1876149" y="5591763"/>
                  <a:pt x="1833827" y="5560084"/>
                  <a:pt x="1833827" y="5560084"/>
                </a:cubicBezTo>
                <a:close/>
                <a:moveTo>
                  <a:pt x="1065369" y="5520907"/>
                </a:moveTo>
                <a:lnTo>
                  <a:pt x="1073750" y="5524613"/>
                </a:lnTo>
                <a:cubicBezTo>
                  <a:pt x="1089933" y="5531903"/>
                  <a:pt x="1127304" y="5549376"/>
                  <a:pt x="1167366" y="5572513"/>
                </a:cubicBezTo>
                <a:cubicBezTo>
                  <a:pt x="1220781" y="5603364"/>
                  <a:pt x="1263103" y="5635042"/>
                  <a:pt x="1263103" y="5635042"/>
                </a:cubicBezTo>
                <a:lnTo>
                  <a:pt x="1240476" y="5674243"/>
                </a:lnTo>
                <a:cubicBezTo>
                  <a:pt x="1240476" y="5674243"/>
                  <a:pt x="1191840" y="5653399"/>
                  <a:pt x="1138491" y="5622613"/>
                </a:cubicBezTo>
                <a:cubicBezTo>
                  <a:pt x="1085076" y="5591763"/>
                  <a:pt x="1042746" y="5560084"/>
                  <a:pt x="1042746" y="5560084"/>
                </a:cubicBezTo>
                <a:close/>
                <a:moveTo>
                  <a:pt x="274229" y="5520907"/>
                </a:moveTo>
                <a:lnTo>
                  <a:pt x="282613" y="5524613"/>
                </a:lnTo>
                <a:cubicBezTo>
                  <a:pt x="298794" y="5531903"/>
                  <a:pt x="336166" y="5549376"/>
                  <a:pt x="376224" y="5572513"/>
                </a:cubicBezTo>
                <a:cubicBezTo>
                  <a:pt x="429637" y="5603364"/>
                  <a:pt x="471959" y="5635042"/>
                  <a:pt x="471959" y="5635042"/>
                </a:cubicBezTo>
                <a:lnTo>
                  <a:pt x="449332" y="5674243"/>
                </a:lnTo>
                <a:cubicBezTo>
                  <a:pt x="449332" y="5674243"/>
                  <a:pt x="400701" y="5653399"/>
                  <a:pt x="347352" y="5622613"/>
                </a:cubicBezTo>
                <a:cubicBezTo>
                  <a:pt x="293937" y="5591763"/>
                  <a:pt x="251614" y="5560084"/>
                  <a:pt x="251614" y="5560084"/>
                </a:cubicBezTo>
                <a:close/>
                <a:moveTo>
                  <a:pt x="12140914" y="5520884"/>
                </a:moveTo>
                <a:cubicBezTo>
                  <a:pt x="12140914" y="5520884"/>
                  <a:pt x="12153072" y="5526079"/>
                  <a:pt x="12171908" y="5535130"/>
                </a:cubicBezTo>
                <a:lnTo>
                  <a:pt x="12203753" y="5551884"/>
                </a:lnTo>
                <a:lnTo>
                  <a:pt x="12203753" y="5616097"/>
                </a:lnTo>
                <a:lnTo>
                  <a:pt x="12146156" y="5579780"/>
                </a:lnTo>
                <a:cubicBezTo>
                  <a:pt x="12128883" y="5568004"/>
                  <a:pt x="12118286" y="5560084"/>
                  <a:pt x="12118286" y="5560084"/>
                </a:cubicBezTo>
                <a:close/>
                <a:moveTo>
                  <a:pt x="11920501" y="5520884"/>
                </a:moveTo>
                <a:lnTo>
                  <a:pt x="11943128" y="5560084"/>
                </a:lnTo>
                <a:cubicBezTo>
                  <a:pt x="11943128" y="5560084"/>
                  <a:pt x="11900804" y="5591763"/>
                  <a:pt x="11847390" y="5622613"/>
                </a:cubicBezTo>
                <a:cubicBezTo>
                  <a:pt x="11793976" y="5653463"/>
                  <a:pt x="11745343" y="5674306"/>
                  <a:pt x="11745343" y="5674306"/>
                </a:cubicBezTo>
                <a:lnTo>
                  <a:pt x="11722715" y="5635106"/>
                </a:lnTo>
                <a:lnTo>
                  <a:pt x="11722715" y="5635042"/>
                </a:lnTo>
                <a:cubicBezTo>
                  <a:pt x="11722715" y="5635042"/>
                  <a:pt x="11765038" y="5603364"/>
                  <a:pt x="11818516" y="5572513"/>
                </a:cubicBezTo>
                <a:cubicBezTo>
                  <a:pt x="11871867" y="5541663"/>
                  <a:pt x="11920501" y="5520884"/>
                  <a:pt x="11920501" y="5520884"/>
                </a:cubicBezTo>
                <a:close/>
                <a:moveTo>
                  <a:pt x="11349836" y="5520884"/>
                </a:moveTo>
                <a:cubicBezTo>
                  <a:pt x="11349836" y="5520884"/>
                  <a:pt x="11398406" y="5541663"/>
                  <a:pt x="11451820" y="5572513"/>
                </a:cubicBezTo>
                <a:cubicBezTo>
                  <a:pt x="11505234" y="5603364"/>
                  <a:pt x="11547558" y="5635042"/>
                  <a:pt x="11547558" y="5635042"/>
                </a:cubicBezTo>
                <a:lnTo>
                  <a:pt x="11524930" y="5674243"/>
                </a:lnTo>
                <a:cubicBezTo>
                  <a:pt x="11524930" y="5674243"/>
                  <a:pt x="11476360" y="5653399"/>
                  <a:pt x="11422946" y="5622613"/>
                </a:cubicBezTo>
                <a:cubicBezTo>
                  <a:pt x="11369531" y="5591763"/>
                  <a:pt x="11327208" y="5560084"/>
                  <a:pt x="11327208" y="5560084"/>
                </a:cubicBezTo>
                <a:close/>
                <a:moveTo>
                  <a:pt x="11129360" y="5520884"/>
                </a:moveTo>
                <a:lnTo>
                  <a:pt x="11151987" y="5560084"/>
                </a:lnTo>
                <a:cubicBezTo>
                  <a:pt x="11151987" y="5560084"/>
                  <a:pt x="11109664" y="5591763"/>
                  <a:pt x="11056249" y="5622613"/>
                </a:cubicBezTo>
                <a:cubicBezTo>
                  <a:pt x="11002835" y="5653463"/>
                  <a:pt x="10954265" y="5674306"/>
                  <a:pt x="10954265" y="5674306"/>
                </a:cubicBezTo>
                <a:lnTo>
                  <a:pt x="10931638" y="5635106"/>
                </a:lnTo>
                <a:lnTo>
                  <a:pt x="10931638" y="5635042"/>
                </a:lnTo>
                <a:cubicBezTo>
                  <a:pt x="10931638" y="5635042"/>
                  <a:pt x="10973961" y="5603364"/>
                  <a:pt x="11027376" y="5572513"/>
                </a:cubicBezTo>
                <a:cubicBezTo>
                  <a:pt x="11080790" y="5541663"/>
                  <a:pt x="11129360" y="5520884"/>
                  <a:pt x="11129360" y="5520884"/>
                </a:cubicBezTo>
                <a:close/>
                <a:moveTo>
                  <a:pt x="10558694" y="5520884"/>
                </a:moveTo>
                <a:cubicBezTo>
                  <a:pt x="10558694" y="5520884"/>
                  <a:pt x="10607264" y="5541663"/>
                  <a:pt x="10660678" y="5572513"/>
                </a:cubicBezTo>
                <a:cubicBezTo>
                  <a:pt x="10714092" y="5603364"/>
                  <a:pt x="10756416" y="5635042"/>
                  <a:pt x="10756416" y="5635042"/>
                </a:cubicBezTo>
                <a:lnTo>
                  <a:pt x="10733788" y="5674243"/>
                </a:lnTo>
                <a:cubicBezTo>
                  <a:pt x="10733788" y="5674243"/>
                  <a:pt x="10685218" y="5653399"/>
                  <a:pt x="10631804" y="5622613"/>
                </a:cubicBezTo>
                <a:cubicBezTo>
                  <a:pt x="10578389" y="5591763"/>
                  <a:pt x="10536066" y="5560084"/>
                  <a:pt x="10536066" y="5560084"/>
                </a:cubicBezTo>
                <a:close/>
                <a:moveTo>
                  <a:pt x="10338218" y="5520884"/>
                </a:moveTo>
                <a:lnTo>
                  <a:pt x="10360845" y="5560084"/>
                </a:lnTo>
                <a:cubicBezTo>
                  <a:pt x="10360845" y="5560084"/>
                  <a:pt x="10318522" y="5591763"/>
                  <a:pt x="10265107" y="5622613"/>
                </a:cubicBezTo>
                <a:cubicBezTo>
                  <a:pt x="10211693" y="5653463"/>
                  <a:pt x="10163123" y="5674306"/>
                  <a:pt x="10163123" y="5674306"/>
                </a:cubicBezTo>
                <a:lnTo>
                  <a:pt x="10140496" y="5635106"/>
                </a:lnTo>
                <a:lnTo>
                  <a:pt x="10140496" y="5635042"/>
                </a:lnTo>
                <a:cubicBezTo>
                  <a:pt x="10140496" y="5635042"/>
                  <a:pt x="10182819" y="5603364"/>
                  <a:pt x="10236234" y="5572513"/>
                </a:cubicBezTo>
                <a:cubicBezTo>
                  <a:pt x="10289648" y="5541663"/>
                  <a:pt x="10338218" y="5520884"/>
                  <a:pt x="10338218" y="5520884"/>
                </a:cubicBezTo>
                <a:close/>
                <a:moveTo>
                  <a:pt x="9767553" y="5520884"/>
                </a:moveTo>
                <a:cubicBezTo>
                  <a:pt x="9767553" y="5520884"/>
                  <a:pt x="9816187" y="5541663"/>
                  <a:pt x="9869601" y="5572513"/>
                </a:cubicBezTo>
                <a:cubicBezTo>
                  <a:pt x="9923015" y="5603364"/>
                  <a:pt x="9965339" y="5635042"/>
                  <a:pt x="9965339" y="5635042"/>
                </a:cubicBezTo>
                <a:lnTo>
                  <a:pt x="9942711" y="5674243"/>
                </a:lnTo>
                <a:cubicBezTo>
                  <a:pt x="9942711" y="5674243"/>
                  <a:pt x="9894077" y="5653399"/>
                  <a:pt x="9840663" y="5622613"/>
                </a:cubicBezTo>
                <a:cubicBezTo>
                  <a:pt x="9787248" y="5591763"/>
                  <a:pt x="9744925" y="5560084"/>
                  <a:pt x="9744925" y="5560084"/>
                </a:cubicBezTo>
                <a:close/>
                <a:moveTo>
                  <a:pt x="9547140" y="5520884"/>
                </a:moveTo>
                <a:lnTo>
                  <a:pt x="9569768" y="5560084"/>
                </a:lnTo>
                <a:cubicBezTo>
                  <a:pt x="9569768" y="5560084"/>
                  <a:pt x="9527381" y="5591763"/>
                  <a:pt x="9474030" y="5622613"/>
                </a:cubicBezTo>
                <a:cubicBezTo>
                  <a:pt x="9420552" y="5653463"/>
                  <a:pt x="9371982" y="5674306"/>
                  <a:pt x="9371982" y="5674306"/>
                </a:cubicBezTo>
                <a:lnTo>
                  <a:pt x="9349355" y="5635106"/>
                </a:lnTo>
                <a:lnTo>
                  <a:pt x="9349355" y="5635042"/>
                </a:lnTo>
                <a:cubicBezTo>
                  <a:pt x="9349355" y="5635042"/>
                  <a:pt x="9391678" y="5603364"/>
                  <a:pt x="9445093" y="5572513"/>
                </a:cubicBezTo>
                <a:cubicBezTo>
                  <a:pt x="9498507" y="5541663"/>
                  <a:pt x="9547140" y="5520884"/>
                  <a:pt x="9547140" y="5520884"/>
                </a:cubicBezTo>
                <a:close/>
                <a:moveTo>
                  <a:pt x="8976412" y="5520884"/>
                </a:moveTo>
                <a:cubicBezTo>
                  <a:pt x="8976412" y="5520884"/>
                  <a:pt x="9025046" y="5541663"/>
                  <a:pt x="9078460" y="5572513"/>
                </a:cubicBezTo>
                <a:cubicBezTo>
                  <a:pt x="9131874" y="5603364"/>
                  <a:pt x="9174198" y="5635042"/>
                  <a:pt x="9174198" y="5635042"/>
                </a:cubicBezTo>
                <a:lnTo>
                  <a:pt x="9151570" y="5674243"/>
                </a:lnTo>
                <a:cubicBezTo>
                  <a:pt x="9151570" y="5674243"/>
                  <a:pt x="9102936" y="5653399"/>
                  <a:pt x="9049585" y="5622613"/>
                </a:cubicBezTo>
                <a:cubicBezTo>
                  <a:pt x="8996107" y="5591763"/>
                  <a:pt x="8953784" y="5560084"/>
                  <a:pt x="8953784" y="5560084"/>
                </a:cubicBezTo>
                <a:close/>
                <a:moveTo>
                  <a:pt x="8755998" y="5520884"/>
                </a:moveTo>
                <a:lnTo>
                  <a:pt x="8778626" y="5560084"/>
                </a:lnTo>
                <a:cubicBezTo>
                  <a:pt x="8778626" y="5560084"/>
                  <a:pt x="8736302" y="5591763"/>
                  <a:pt x="8682888" y="5622613"/>
                </a:cubicBezTo>
                <a:cubicBezTo>
                  <a:pt x="8629474" y="5653463"/>
                  <a:pt x="8580840" y="5674306"/>
                  <a:pt x="8580840" y="5674306"/>
                </a:cubicBezTo>
                <a:lnTo>
                  <a:pt x="8558213" y="5635106"/>
                </a:lnTo>
                <a:lnTo>
                  <a:pt x="8558213" y="5635042"/>
                </a:lnTo>
                <a:cubicBezTo>
                  <a:pt x="8558213" y="5635042"/>
                  <a:pt x="8600536" y="5603364"/>
                  <a:pt x="8654014" y="5572513"/>
                </a:cubicBezTo>
                <a:cubicBezTo>
                  <a:pt x="8707364" y="5541663"/>
                  <a:pt x="8755998" y="5520884"/>
                  <a:pt x="8755998" y="5520884"/>
                </a:cubicBezTo>
                <a:close/>
                <a:moveTo>
                  <a:pt x="8185270" y="5520884"/>
                </a:moveTo>
                <a:cubicBezTo>
                  <a:pt x="8185270" y="5520884"/>
                  <a:pt x="8233904" y="5541663"/>
                  <a:pt x="8287318" y="5572513"/>
                </a:cubicBezTo>
                <a:cubicBezTo>
                  <a:pt x="8340732" y="5603364"/>
                  <a:pt x="8383056" y="5635042"/>
                  <a:pt x="8383056" y="5635042"/>
                </a:cubicBezTo>
                <a:lnTo>
                  <a:pt x="8360428" y="5674243"/>
                </a:lnTo>
                <a:cubicBezTo>
                  <a:pt x="8360428" y="5674243"/>
                  <a:pt x="8311794" y="5653399"/>
                  <a:pt x="8258443" y="5622613"/>
                </a:cubicBezTo>
                <a:cubicBezTo>
                  <a:pt x="8204965" y="5591763"/>
                  <a:pt x="8162642" y="5560084"/>
                  <a:pt x="8162642" y="5560084"/>
                </a:cubicBezTo>
                <a:close/>
                <a:moveTo>
                  <a:pt x="7964857" y="5520884"/>
                </a:moveTo>
                <a:lnTo>
                  <a:pt x="7987485" y="5560084"/>
                </a:lnTo>
                <a:cubicBezTo>
                  <a:pt x="7987485" y="5560084"/>
                  <a:pt x="7945161" y="5591763"/>
                  <a:pt x="7891747" y="5622613"/>
                </a:cubicBezTo>
                <a:cubicBezTo>
                  <a:pt x="7838333" y="5653463"/>
                  <a:pt x="7789699" y="5674306"/>
                  <a:pt x="7789699" y="5674306"/>
                </a:cubicBezTo>
                <a:lnTo>
                  <a:pt x="7767072" y="5635106"/>
                </a:lnTo>
                <a:lnTo>
                  <a:pt x="7767072" y="5635042"/>
                </a:lnTo>
                <a:cubicBezTo>
                  <a:pt x="7767072" y="5635042"/>
                  <a:pt x="7809395" y="5603364"/>
                  <a:pt x="7862873" y="5572513"/>
                </a:cubicBezTo>
                <a:cubicBezTo>
                  <a:pt x="7916223" y="5541663"/>
                  <a:pt x="7964857" y="5520884"/>
                  <a:pt x="7964857" y="5520884"/>
                </a:cubicBezTo>
                <a:close/>
                <a:moveTo>
                  <a:pt x="7394192" y="5520884"/>
                </a:moveTo>
                <a:cubicBezTo>
                  <a:pt x="7394192" y="5520884"/>
                  <a:pt x="7442762" y="5541663"/>
                  <a:pt x="7496176" y="5572513"/>
                </a:cubicBezTo>
                <a:cubicBezTo>
                  <a:pt x="7549590" y="5603364"/>
                  <a:pt x="7591913" y="5635042"/>
                  <a:pt x="7591913" y="5635042"/>
                </a:cubicBezTo>
                <a:lnTo>
                  <a:pt x="7569286" y="5674243"/>
                </a:lnTo>
                <a:cubicBezTo>
                  <a:pt x="7569286" y="5674243"/>
                  <a:pt x="7520716" y="5653399"/>
                  <a:pt x="7467302" y="5622613"/>
                </a:cubicBezTo>
                <a:cubicBezTo>
                  <a:pt x="7413887" y="5591763"/>
                  <a:pt x="7371564" y="5560084"/>
                  <a:pt x="7371564" y="5560084"/>
                </a:cubicBezTo>
                <a:close/>
                <a:moveTo>
                  <a:pt x="7173716" y="5520884"/>
                </a:moveTo>
                <a:lnTo>
                  <a:pt x="7196344" y="5560084"/>
                </a:lnTo>
                <a:cubicBezTo>
                  <a:pt x="7196344" y="5560084"/>
                  <a:pt x="7154020" y="5591763"/>
                  <a:pt x="7100606" y="5622613"/>
                </a:cubicBezTo>
                <a:cubicBezTo>
                  <a:pt x="7047191" y="5653463"/>
                  <a:pt x="6998621" y="5674306"/>
                  <a:pt x="6998621" y="5674306"/>
                </a:cubicBezTo>
                <a:lnTo>
                  <a:pt x="6975995" y="5635106"/>
                </a:lnTo>
                <a:lnTo>
                  <a:pt x="6975995" y="5635042"/>
                </a:lnTo>
                <a:cubicBezTo>
                  <a:pt x="6975995" y="5635042"/>
                  <a:pt x="7018317" y="5603364"/>
                  <a:pt x="7071731" y="5572513"/>
                </a:cubicBezTo>
                <a:cubicBezTo>
                  <a:pt x="7125146" y="5541663"/>
                  <a:pt x="7173716" y="5520884"/>
                  <a:pt x="7173716" y="5520884"/>
                </a:cubicBezTo>
                <a:close/>
                <a:moveTo>
                  <a:pt x="6603052" y="5520884"/>
                </a:moveTo>
                <a:cubicBezTo>
                  <a:pt x="6603052" y="5520884"/>
                  <a:pt x="6651621" y="5541663"/>
                  <a:pt x="6705100" y="5572513"/>
                </a:cubicBezTo>
                <a:cubicBezTo>
                  <a:pt x="6758449" y="5603364"/>
                  <a:pt x="6800837" y="5635042"/>
                  <a:pt x="6800837" y="5635042"/>
                </a:cubicBezTo>
                <a:lnTo>
                  <a:pt x="6778210" y="5674243"/>
                </a:lnTo>
                <a:cubicBezTo>
                  <a:pt x="6778210" y="5674243"/>
                  <a:pt x="6729575" y="5653399"/>
                  <a:pt x="6676161" y="5622613"/>
                </a:cubicBezTo>
                <a:cubicBezTo>
                  <a:pt x="6622747" y="5591763"/>
                  <a:pt x="6580424" y="5560084"/>
                  <a:pt x="6580424" y="5560084"/>
                </a:cubicBezTo>
                <a:close/>
                <a:moveTo>
                  <a:pt x="6382638" y="5520884"/>
                </a:moveTo>
                <a:lnTo>
                  <a:pt x="6405266" y="5560084"/>
                </a:lnTo>
                <a:cubicBezTo>
                  <a:pt x="6405266" y="5560084"/>
                  <a:pt x="6362878" y="5591763"/>
                  <a:pt x="6309528" y="5622613"/>
                </a:cubicBezTo>
                <a:cubicBezTo>
                  <a:pt x="6256113" y="5653463"/>
                  <a:pt x="6207480" y="5674306"/>
                  <a:pt x="6207480" y="5674306"/>
                </a:cubicBezTo>
                <a:lnTo>
                  <a:pt x="6184852" y="5635106"/>
                </a:lnTo>
                <a:lnTo>
                  <a:pt x="6184852" y="5635042"/>
                </a:lnTo>
                <a:cubicBezTo>
                  <a:pt x="6184852" y="5635042"/>
                  <a:pt x="6227176" y="5603364"/>
                  <a:pt x="6280590" y="5572513"/>
                </a:cubicBezTo>
                <a:cubicBezTo>
                  <a:pt x="6334004" y="5541663"/>
                  <a:pt x="6382638" y="5520884"/>
                  <a:pt x="6382638" y="5520884"/>
                </a:cubicBezTo>
                <a:close/>
                <a:moveTo>
                  <a:pt x="5811914" y="5520884"/>
                </a:moveTo>
                <a:lnTo>
                  <a:pt x="5811979" y="5520884"/>
                </a:lnTo>
                <a:lnTo>
                  <a:pt x="5811965" y="5520907"/>
                </a:lnTo>
                <a:close/>
                <a:moveTo>
                  <a:pt x="5591444" y="5520884"/>
                </a:moveTo>
                <a:lnTo>
                  <a:pt x="5614067" y="5560084"/>
                </a:lnTo>
                <a:cubicBezTo>
                  <a:pt x="5614067" y="5560084"/>
                  <a:pt x="5571746" y="5591763"/>
                  <a:pt x="5518332" y="5622613"/>
                </a:cubicBezTo>
                <a:cubicBezTo>
                  <a:pt x="5464921" y="5653463"/>
                  <a:pt x="5416289" y="5674306"/>
                  <a:pt x="5416289" y="5674306"/>
                </a:cubicBezTo>
                <a:lnTo>
                  <a:pt x="5393662" y="5635106"/>
                </a:lnTo>
                <a:lnTo>
                  <a:pt x="5393724" y="5635042"/>
                </a:lnTo>
                <a:cubicBezTo>
                  <a:pt x="5393724" y="5635042"/>
                  <a:pt x="5436047" y="5603364"/>
                  <a:pt x="5489459" y="5572513"/>
                </a:cubicBezTo>
                <a:cubicBezTo>
                  <a:pt x="5542870" y="5541663"/>
                  <a:pt x="5591444" y="5520884"/>
                  <a:pt x="5591444" y="5520884"/>
                </a:cubicBezTo>
                <a:close/>
                <a:moveTo>
                  <a:pt x="5020783" y="5520884"/>
                </a:moveTo>
                <a:lnTo>
                  <a:pt x="5020848" y="5520884"/>
                </a:lnTo>
                <a:lnTo>
                  <a:pt x="5020837" y="5520907"/>
                </a:lnTo>
                <a:close/>
                <a:moveTo>
                  <a:pt x="4800426" y="5520884"/>
                </a:moveTo>
                <a:lnTo>
                  <a:pt x="4823054" y="5560084"/>
                </a:lnTo>
                <a:cubicBezTo>
                  <a:pt x="4823054" y="5560084"/>
                  <a:pt x="4780733" y="5591763"/>
                  <a:pt x="4727319" y="5622613"/>
                </a:cubicBezTo>
                <a:cubicBezTo>
                  <a:pt x="4673903" y="5653463"/>
                  <a:pt x="4625271" y="5674306"/>
                  <a:pt x="4625271" y="5674306"/>
                </a:cubicBezTo>
                <a:lnTo>
                  <a:pt x="4602649" y="5635106"/>
                </a:lnTo>
                <a:lnTo>
                  <a:pt x="4602649" y="5635042"/>
                </a:lnTo>
                <a:cubicBezTo>
                  <a:pt x="4602649" y="5635042"/>
                  <a:pt x="4644967" y="5603364"/>
                  <a:pt x="4698380" y="5572513"/>
                </a:cubicBezTo>
                <a:cubicBezTo>
                  <a:pt x="4751795" y="5541663"/>
                  <a:pt x="4800426" y="5520884"/>
                  <a:pt x="4800426" y="5520884"/>
                </a:cubicBezTo>
                <a:close/>
                <a:moveTo>
                  <a:pt x="4229702" y="5520884"/>
                </a:moveTo>
                <a:lnTo>
                  <a:pt x="4229764" y="5520884"/>
                </a:lnTo>
                <a:lnTo>
                  <a:pt x="4229752" y="5520907"/>
                </a:lnTo>
                <a:close/>
                <a:moveTo>
                  <a:pt x="4009366" y="5520884"/>
                </a:moveTo>
                <a:lnTo>
                  <a:pt x="4031992" y="5560084"/>
                </a:lnTo>
                <a:cubicBezTo>
                  <a:pt x="4031992" y="5560084"/>
                  <a:pt x="3989670" y="5591763"/>
                  <a:pt x="3936266" y="5622613"/>
                </a:cubicBezTo>
                <a:cubicBezTo>
                  <a:pt x="3882850" y="5653463"/>
                  <a:pt x="3834218" y="5674306"/>
                  <a:pt x="3834218" y="5674306"/>
                </a:cubicBezTo>
                <a:lnTo>
                  <a:pt x="3811587" y="5635106"/>
                </a:lnTo>
                <a:lnTo>
                  <a:pt x="3811587" y="5635042"/>
                </a:lnTo>
                <a:cubicBezTo>
                  <a:pt x="3811587" y="5635042"/>
                  <a:pt x="3853909" y="5603364"/>
                  <a:pt x="3907323" y="5572513"/>
                </a:cubicBezTo>
                <a:cubicBezTo>
                  <a:pt x="3960740" y="5541663"/>
                  <a:pt x="4009366" y="5520884"/>
                  <a:pt x="4009366" y="5520884"/>
                </a:cubicBezTo>
                <a:close/>
                <a:moveTo>
                  <a:pt x="3438650" y="5520884"/>
                </a:moveTo>
                <a:lnTo>
                  <a:pt x="3438713" y="5520884"/>
                </a:lnTo>
                <a:lnTo>
                  <a:pt x="3438701" y="5520907"/>
                </a:lnTo>
                <a:close/>
                <a:moveTo>
                  <a:pt x="3218179" y="5520884"/>
                </a:moveTo>
                <a:lnTo>
                  <a:pt x="3240807" y="5560084"/>
                </a:lnTo>
                <a:cubicBezTo>
                  <a:pt x="3240807" y="5560084"/>
                  <a:pt x="3198481" y="5591763"/>
                  <a:pt x="3145079" y="5622613"/>
                </a:cubicBezTo>
                <a:cubicBezTo>
                  <a:pt x="3091661" y="5653463"/>
                  <a:pt x="3043026" y="5674306"/>
                  <a:pt x="3043026" y="5674306"/>
                </a:cubicBezTo>
                <a:lnTo>
                  <a:pt x="3020398" y="5635106"/>
                </a:lnTo>
                <a:lnTo>
                  <a:pt x="3020464" y="5635042"/>
                </a:lnTo>
                <a:cubicBezTo>
                  <a:pt x="3020464" y="5635042"/>
                  <a:pt x="3062787" y="5603364"/>
                  <a:pt x="3116202" y="5572513"/>
                </a:cubicBezTo>
                <a:cubicBezTo>
                  <a:pt x="3169618" y="5541663"/>
                  <a:pt x="3218179" y="5520884"/>
                  <a:pt x="3218179" y="5520884"/>
                </a:cubicBezTo>
                <a:close/>
                <a:moveTo>
                  <a:pt x="2647521" y="5520884"/>
                </a:moveTo>
                <a:lnTo>
                  <a:pt x="2647585" y="5520884"/>
                </a:lnTo>
                <a:lnTo>
                  <a:pt x="2647573" y="5520907"/>
                </a:lnTo>
                <a:close/>
                <a:moveTo>
                  <a:pt x="2427043" y="5520884"/>
                </a:moveTo>
                <a:lnTo>
                  <a:pt x="2449673" y="5560084"/>
                </a:lnTo>
                <a:cubicBezTo>
                  <a:pt x="2449673" y="5560084"/>
                  <a:pt x="2407348" y="5591763"/>
                  <a:pt x="2353932" y="5622613"/>
                </a:cubicBezTo>
                <a:cubicBezTo>
                  <a:pt x="2300519" y="5653463"/>
                  <a:pt x="2251888" y="5674306"/>
                  <a:pt x="2251888" y="5674306"/>
                </a:cubicBezTo>
                <a:lnTo>
                  <a:pt x="2229258" y="5635106"/>
                </a:lnTo>
                <a:lnTo>
                  <a:pt x="2229324" y="5635042"/>
                </a:lnTo>
                <a:cubicBezTo>
                  <a:pt x="2229324" y="5635042"/>
                  <a:pt x="2271643" y="5603364"/>
                  <a:pt x="2325057" y="5572513"/>
                </a:cubicBezTo>
                <a:cubicBezTo>
                  <a:pt x="2378472" y="5541663"/>
                  <a:pt x="2427043" y="5520884"/>
                  <a:pt x="2427043" y="5520884"/>
                </a:cubicBezTo>
                <a:close/>
                <a:moveTo>
                  <a:pt x="1856390" y="5520884"/>
                </a:moveTo>
                <a:lnTo>
                  <a:pt x="1856455" y="5520884"/>
                </a:lnTo>
                <a:lnTo>
                  <a:pt x="1856440" y="5520907"/>
                </a:lnTo>
                <a:close/>
                <a:moveTo>
                  <a:pt x="1635915" y="5520884"/>
                </a:moveTo>
                <a:lnTo>
                  <a:pt x="1658544" y="5560084"/>
                </a:lnTo>
                <a:cubicBezTo>
                  <a:pt x="1658544" y="5560084"/>
                  <a:pt x="1616219" y="5591763"/>
                  <a:pt x="1562806" y="5622613"/>
                </a:cubicBezTo>
                <a:cubicBezTo>
                  <a:pt x="1509393" y="5653463"/>
                  <a:pt x="1460759" y="5674306"/>
                  <a:pt x="1460759" y="5674306"/>
                </a:cubicBezTo>
                <a:lnTo>
                  <a:pt x="1438131" y="5635106"/>
                </a:lnTo>
                <a:lnTo>
                  <a:pt x="1438196" y="5635042"/>
                </a:lnTo>
                <a:cubicBezTo>
                  <a:pt x="1438196" y="5635042"/>
                  <a:pt x="1480518" y="5603364"/>
                  <a:pt x="1533932" y="5572513"/>
                </a:cubicBezTo>
                <a:cubicBezTo>
                  <a:pt x="1587347" y="5541663"/>
                  <a:pt x="1635915" y="5520884"/>
                  <a:pt x="1635915" y="5520884"/>
                </a:cubicBezTo>
                <a:close/>
                <a:moveTo>
                  <a:pt x="1065317" y="5520884"/>
                </a:moveTo>
                <a:lnTo>
                  <a:pt x="1065382" y="5520884"/>
                </a:lnTo>
                <a:lnTo>
                  <a:pt x="1065369" y="5520907"/>
                </a:lnTo>
                <a:close/>
                <a:moveTo>
                  <a:pt x="844835" y="5520884"/>
                </a:moveTo>
                <a:lnTo>
                  <a:pt x="867464" y="5560084"/>
                </a:lnTo>
                <a:cubicBezTo>
                  <a:pt x="867464" y="5560084"/>
                  <a:pt x="825140" y="5591763"/>
                  <a:pt x="771727" y="5622613"/>
                </a:cubicBezTo>
                <a:cubicBezTo>
                  <a:pt x="718314" y="5653463"/>
                  <a:pt x="669681" y="5674306"/>
                  <a:pt x="669681" y="5674306"/>
                </a:cubicBezTo>
                <a:lnTo>
                  <a:pt x="647052" y="5635106"/>
                </a:lnTo>
                <a:lnTo>
                  <a:pt x="647116" y="5635042"/>
                </a:lnTo>
                <a:cubicBezTo>
                  <a:pt x="647116" y="5635042"/>
                  <a:pt x="689440" y="5603364"/>
                  <a:pt x="742854" y="5572513"/>
                </a:cubicBezTo>
                <a:cubicBezTo>
                  <a:pt x="796266" y="5541663"/>
                  <a:pt x="844835" y="5520884"/>
                  <a:pt x="844835" y="5520884"/>
                </a:cubicBezTo>
                <a:close/>
                <a:moveTo>
                  <a:pt x="274178" y="5520884"/>
                </a:moveTo>
                <a:lnTo>
                  <a:pt x="274242" y="5520884"/>
                </a:lnTo>
                <a:lnTo>
                  <a:pt x="274229" y="5520907"/>
                </a:lnTo>
                <a:close/>
                <a:moveTo>
                  <a:pt x="53706" y="5520884"/>
                </a:moveTo>
                <a:lnTo>
                  <a:pt x="76333" y="5560084"/>
                </a:lnTo>
                <a:cubicBezTo>
                  <a:pt x="76333" y="5560084"/>
                  <a:pt x="65753" y="5568004"/>
                  <a:pt x="48496" y="5579780"/>
                </a:cubicBezTo>
                <a:lnTo>
                  <a:pt x="0" y="5610373"/>
                </a:lnTo>
                <a:lnTo>
                  <a:pt x="0" y="5547102"/>
                </a:lnTo>
                <a:lnTo>
                  <a:pt x="22745" y="5535130"/>
                </a:lnTo>
                <a:cubicBezTo>
                  <a:pt x="41564" y="5526079"/>
                  <a:pt x="53706" y="5520884"/>
                  <a:pt x="53706" y="5520884"/>
                </a:cubicBezTo>
                <a:close/>
                <a:moveTo>
                  <a:pt x="11612508" y="5369183"/>
                </a:moveTo>
                <a:lnTo>
                  <a:pt x="11657764" y="5369183"/>
                </a:lnTo>
                <a:cubicBezTo>
                  <a:pt x="11657764" y="5369183"/>
                  <a:pt x="11664075" y="5421705"/>
                  <a:pt x="11664075" y="5483405"/>
                </a:cubicBezTo>
                <a:cubicBezTo>
                  <a:pt x="11664075" y="5545105"/>
                  <a:pt x="11657764" y="5597563"/>
                  <a:pt x="11657764" y="5597563"/>
                </a:cubicBezTo>
                <a:lnTo>
                  <a:pt x="11612508" y="5597563"/>
                </a:lnTo>
                <a:cubicBezTo>
                  <a:pt x="11612508" y="5597563"/>
                  <a:pt x="11606262" y="5545042"/>
                  <a:pt x="11606262" y="5483405"/>
                </a:cubicBezTo>
                <a:cubicBezTo>
                  <a:pt x="11606262" y="5421769"/>
                  <a:pt x="11612508" y="5369183"/>
                  <a:pt x="11612508" y="5369183"/>
                </a:cubicBezTo>
                <a:close/>
                <a:moveTo>
                  <a:pt x="10821367" y="5369183"/>
                </a:moveTo>
                <a:lnTo>
                  <a:pt x="10866623" y="5369183"/>
                </a:lnTo>
                <a:cubicBezTo>
                  <a:pt x="10866623" y="5369183"/>
                  <a:pt x="10872933" y="5421705"/>
                  <a:pt x="10872933" y="5483405"/>
                </a:cubicBezTo>
                <a:cubicBezTo>
                  <a:pt x="10872933" y="5545105"/>
                  <a:pt x="10866623" y="5597563"/>
                  <a:pt x="10866623" y="5597563"/>
                </a:cubicBezTo>
                <a:lnTo>
                  <a:pt x="10821367" y="5597563"/>
                </a:lnTo>
                <a:cubicBezTo>
                  <a:pt x="10821367" y="5597563"/>
                  <a:pt x="10815121" y="5545042"/>
                  <a:pt x="10815121" y="5483405"/>
                </a:cubicBezTo>
                <a:cubicBezTo>
                  <a:pt x="10815121" y="5421769"/>
                  <a:pt x="10821367" y="5369183"/>
                  <a:pt x="10821367" y="5369183"/>
                </a:cubicBezTo>
                <a:close/>
                <a:moveTo>
                  <a:pt x="10030289" y="5369183"/>
                </a:moveTo>
                <a:lnTo>
                  <a:pt x="10075481" y="5369183"/>
                </a:lnTo>
                <a:cubicBezTo>
                  <a:pt x="10075481" y="5369183"/>
                  <a:pt x="10081791" y="5421705"/>
                  <a:pt x="10081791" y="5483405"/>
                </a:cubicBezTo>
                <a:cubicBezTo>
                  <a:pt x="10081791" y="5545105"/>
                  <a:pt x="10075481" y="5597563"/>
                  <a:pt x="10075481" y="5597563"/>
                </a:cubicBezTo>
                <a:lnTo>
                  <a:pt x="10030289" y="5597563"/>
                </a:lnTo>
                <a:cubicBezTo>
                  <a:pt x="10030289" y="5597563"/>
                  <a:pt x="10023979" y="5545042"/>
                  <a:pt x="10023979" y="5483405"/>
                </a:cubicBezTo>
                <a:cubicBezTo>
                  <a:pt x="10023979" y="5421769"/>
                  <a:pt x="10030289" y="5369183"/>
                  <a:pt x="10030289" y="5369183"/>
                </a:cubicBezTo>
                <a:close/>
                <a:moveTo>
                  <a:pt x="9239147" y="5369183"/>
                </a:moveTo>
                <a:lnTo>
                  <a:pt x="9284403" y="5369183"/>
                </a:lnTo>
                <a:cubicBezTo>
                  <a:pt x="9284403" y="5369183"/>
                  <a:pt x="9290649" y="5421705"/>
                  <a:pt x="9290649" y="5483405"/>
                </a:cubicBezTo>
                <a:cubicBezTo>
                  <a:pt x="9290649" y="5545105"/>
                  <a:pt x="9284403" y="5597563"/>
                  <a:pt x="9284403" y="5597563"/>
                </a:cubicBezTo>
                <a:lnTo>
                  <a:pt x="9239147" y="5597563"/>
                </a:lnTo>
                <a:cubicBezTo>
                  <a:pt x="9239147" y="5597563"/>
                  <a:pt x="9232901" y="5545042"/>
                  <a:pt x="9232901" y="5483405"/>
                </a:cubicBezTo>
                <a:cubicBezTo>
                  <a:pt x="9232901" y="5421769"/>
                  <a:pt x="9239147" y="5369183"/>
                  <a:pt x="9239147" y="5369183"/>
                </a:cubicBezTo>
                <a:close/>
                <a:moveTo>
                  <a:pt x="8448006" y="5369183"/>
                </a:moveTo>
                <a:lnTo>
                  <a:pt x="8493262" y="5369183"/>
                </a:lnTo>
                <a:cubicBezTo>
                  <a:pt x="8493262" y="5369183"/>
                  <a:pt x="8499508" y="5421705"/>
                  <a:pt x="8499508" y="5483405"/>
                </a:cubicBezTo>
                <a:cubicBezTo>
                  <a:pt x="8499508" y="5545105"/>
                  <a:pt x="8493262" y="5597563"/>
                  <a:pt x="8493262" y="5597563"/>
                </a:cubicBezTo>
                <a:lnTo>
                  <a:pt x="8448006" y="5597563"/>
                </a:lnTo>
                <a:cubicBezTo>
                  <a:pt x="8448006" y="5597563"/>
                  <a:pt x="8441760" y="5545042"/>
                  <a:pt x="8441760" y="5483405"/>
                </a:cubicBezTo>
                <a:cubicBezTo>
                  <a:pt x="8441760" y="5421769"/>
                  <a:pt x="8448006" y="5369183"/>
                  <a:pt x="8448006" y="5369183"/>
                </a:cubicBezTo>
                <a:close/>
                <a:moveTo>
                  <a:pt x="7656865" y="5369183"/>
                </a:moveTo>
                <a:lnTo>
                  <a:pt x="7702121" y="5369183"/>
                </a:lnTo>
                <a:cubicBezTo>
                  <a:pt x="7702121" y="5369183"/>
                  <a:pt x="7708431" y="5421705"/>
                  <a:pt x="7708431" y="5483405"/>
                </a:cubicBezTo>
                <a:cubicBezTo>
                  <a:pt x="7708431" y="5545105"/>
                  <a:pt x="7702121" y="5597563"/>
                  <a:pt x="7702121" y="5597563"/>
                </a:cubicBezTo>
                <a:lnTo>
                  <a:pt x="7656865" y="5597563"/>
                </a:lnTo>
                <a:cubicBezTo>
                  <a:pt x="7656865" y="5597563"/>
                  <a:pt x="7650619" y="5545042"/>
                  <a:pt x="7650619" y="5483405"/>
                </a:cubicBezTo>
                <a:cubicBezTo>
                  <a:pt x="7650619" y="5421769"/>
                  <a:pt x="7656865" y="5369183"/>
                  <a:pt x="7656865" y="5369183"/>
                </a:cubicBezTo>
                <a:close/>
                <a:moveTo>
                  <a:pt x="6865787" y="5369183"/>
                </a:moveTo>
                <a:lnTo>
                  <a:pt x="6910979" y="5369183"/>
                </a:lnTo>
                <a:cubicBezTo>
                  <a:pt x="6910979" y="5369183"/>
                  <a:pt x="6917290" y="5421705"/>
                  <a:pt x="6917290" y="5483405"/>
                </a:cubicBezTo>
                <a:cubicBezTo>
                  <a:pt x="6917290" y="5545105"/>
                  <a:pt x="6910979" y="5597563"/>
                  <a:pt x="6910979" y="5597563"/>
                </a:cubicBezTo>
                <a:lnTo>
                  <a:pt x="6865787" y="5597563"/>
                </a:lnTo>
                <a:cubicBezTo>
                  <a:pt x="6865787" y="5597563"/>
                  <a:pt x="6859477" y="5545042"/>
                  <a:pt x="6859477" y="5483405"/>
                </a:cubicBezTo>
                <a:cubicBezTo>
                  <a:pt x="6859477" y="5421769"/>
                  <a:pt x="6865787" y="5369183"/>
                  <a:pt x="6865787" y="5369183"/>
                </a:cubicBezTo>
                <a:close/>
                <a:moveTo>
                  <a:pt x="6074648" y="5369183"/>
                </a:moveTo>
                <a:lnTo>
                  <a:pt x="6119901" y="5369183"/>
                </a:lnTo>
                <a:cubicBezTo>
                  <a:pt x="6119901" y="5369183"/>
                  <a:pt x="6126212" y="5421705"/>
                  <a:pt x="6126212" y="5483405"/>
                </a:cubicBezTo>
                <a:cubicBezTo>
                  <a:pt x="6126212" y="5545105"/>
                  <a:pt x="6119901" y="5597563"/>
                  <a:pt x="6119901" y="5597563"/>
                </a:cubicBezTo>
                <a:lnTo>
                  <a:pt x="6074648" y="5597563"/>
                </a:lnTo>
                <a:cubicBezTo>
                  <a:pt x="6074648" y="5597563"/>
                  <a:pt x="6068400" y="5545042"/>
                  <a:pt x="6068400" y="5483405"/>
                </a:cubicBezTo>
                <a:cubicBezTo>
                  <a:pt x="6068400" y="5421769"/>
                  <a:pt x="6074648" y="5369183"/>
                  <a:pt x="6074648" y="5369183"/>
                </a:cubicBezTo>
                <a:close/>
                <a:moveTo>
                  <a:pt x="5283517" y="5369183"/>
                </a:moveTo>
                <a:lnTo>
                  <a:pt x="5328774" y="5369183"/>
                </a:lnTo>
                <a:cubicBezTo>
                  <a:pt x="5328774" y="5369183"/>
                  <a:pt x="5335084" y="5421705"/>
                  <a:pt x="5335084" y="5483405"/>
                </a:cubicBezTo>
                <a:cubicBezTo>
                  <a:pt x="5335084" y="5545105"/>
                  <a:pt x="5328774" y="5597563"/>
                  <a:pt x="5328774" y="5597563"/>
                </a:cubicBezTo>
                <a:lnTo>
                  <a:pt x="5283517" y="5597563"/>
                </a:lnTo>
                <a:cubicBezTo>
                  <a:pt x="5283517" y="5597563"/>
                  <a:pt x="5277271" y="5545042"/>
                  <a:pt x="5277271" y="5483405"/>
                </a:cubicBezTo>
                <a:cubicBezTo>
                  <a:pt x="5277271" y="5421769"/>
                  <a:pt x="5283517" y="5369183"/>
                  <a:pt x="5283517" y="5369183"/>
                </a:cubicBezTo>
                <a:close/>
                <a:moveTo>
                  <a:pt x="4492377" y="5369183"/>
                </a:moveTo>
                <a:lnTo>
                  <a:pt x="4537632" y="5369183"/>
                </a:lnTo>
                <a:cubicBezTo>
                  <a:pt x="4537632" y="5369183"/>
                  <a:pt x="4543944" y="5421705"/>
                  <a:pt x="4543944" y="5483405"/>
                </a:cubicBezTo>
                <a:cubicBezTo>
                  <a:pt x="4543944" y="5545105"/>
                  <a:pt x="4537632" y="5597563"/>
                  <a:pt x="4537632" y="5597563"/>
                </a:cubicBezTo>
                <a:lnTo>
                  <a:pt x="4492377" y="5597563"/>
                </a:lnTo>
                <a:cubicBezTo>
                  <a:pt x="4492377" y="5597563"/>
                  <a:pt x="4486066" y="5545042"/>
                  <a:pt x="4486066" y="5483405"/>
                </a:cubicBezTo>
                <a:cubicBezTo>
                  <a:pt x="4486066" y="5421769"/>
                  <a:pt x="4492377" y="5369183"/>
                  <a:pt x="4492377" y="5369183"/>
                </a:cubicBezTo>
                <a:close/>
                <a:moveTo>
                  <a:pt x="3701387" y="5369183"/>
                </a:moveTo>
                <a:lnTo>
                  <a:pt x="3746640" y="5369183"/>
                </a:lnTo>
                <a:cubicBezTo>
                  <a:pt x="3746640" y="5369183"/>
                  <a:pt x="3752950" y="5421705"/>
                  <a:pt x="3752950" y="5483405"/>
                </a:cubicBezTo>
                <a:cubicBezTo>
                  <a:pt x="3752950" y="5545105"/>
                  <a:pt x="3746640" y="5597563"/>
                  <a:pt x="3746640" y="5597563"/>
                </a:cubicBezTo>
                <a:lnTo>
                  <a:pt x="3701387" y="5597563"/>
                </a:lnTo>
                <a:cubicBezTo>
                  <a:pt x="3701387" y="5597563"/>
                  <a:pt x="3695140" y="5545042"/>
                  <a:pt x="3695140" y="5483405"/>
                </a:cubicBezTo>
                <a:cubicBezTo>
                  <a:pt x="3695140" y="5421769"/>
                  <a:pt x="3701387" y="5369183"/>
                  <a:pt x="3701387" y="5369183"/>
                </a:cubicBezTo>
                <a:close/>
                <a:moveTo>
                  <a:pt x="2910259" y="5369183"/>
                </a:moveTo>
                <a:lnTo>
                  <a:pt x="2955512" y="5369183"/>
                </a:lnTo>
                <a:cubicBezTo>
                  <a:pt x="2955512" y="5369183"/>
                  <a:pt x="2961822" y="5421705"/>
                  <a:pt x="2961822" y="5483405"/>
                </a:cubicBezTo>
                <a:cubicBezTo>
                  <a:pt x="2961822" y="5545105"/>
                  <a:pt x="2955512" y="5597563"/>
                  <a:pt x="2955512" y="5597563"/>
                </a:cubicBezTo>
                <a:lnTo>
                  <a:pt x="2910259" y="5597563"/>
                </a:lnTo>
                <a:cubicBezTo>
                  <a:pt x="2910259" y="5597563"/>
                  <a:pt x="2904013" y="5545042"/>
                  <a:pt x="2904013" y="5483405"/>
                </a:cubicBezTo>
                <a:cubicBezTo>
                  <a:pt x="2904013" y="5421769"/>
                  <a:pt x="2910259" y="5369183"/>
                  <a:pt x="2910259" y="5369183"/>
                </a:cubicBezTo>
                <a:close/>
                <a:moveTo>
                  <a:pt x="2119119" y="5369183"/>
                </a:moveTo>
                <a:lnTo>
                  <a:pt x="2164366" y="5369183"/>
                </a:lnTo>
                <a:cubicBezTo>
                  <a:pt x="2164366" y="5369183"/>
                  <a:pt x="2170679" y="5421705"/>
                  <a:pt x="2170679" y="5483405"/>
                </a:cubicBezTo>
                <a:cubicBezTo>
                  <a:pt x="2170679" y="5545105"/>
                  <a:pt x="2164366" y="5597563"/>
                  <a:pt x="2164366" y="5597563"/>
                </a:cubicBezTo>
                <a:lnTo>
                  <a:pt x="2119119" y="5597563"/>
                </a:lnTo>
                <a:cubicBezTo>
                  <a:pt x="2119119" y="5597563"/>
                  <a:pt x="2112868" y="5545042"/>
                  <a:pt x="2112868" y="5483405"/>
                </a:cubicBezTo>
                <a:cubicBezTo>
                  <a:pt x="2112868" y="5421769"/>
                  <a:pt x="2119119" y="5369183"/>
                  <a:pt x="2119119" y="5369183"/>
                </a:cubicBezTo>
                <a:close/>
                <a:moveTo>
                  <a:pt x="1327990" y="5369183"/>
                </a:moveTo>
                <a:lnTo>
                  <a:pt x="1373245" y="5369183"/>
                </a:lnTo>
                <a:cubicBezTo>
                  <a:pt x="1373245" y="5369183"/>
                  <a:pt x="1379556" y="5421705"/>
                  <a:pt x="1379556" y="5483405"/>
                </a:cubicBezTo>
                <a:cubicBezTo>
                  <a:pt x="1379556" y="5545105"/>
                  <a:pt x="1373245" y="5597563"/>
                  <a:pt x="1373245" y="5597563"/>
                </a:cubicBezTo>
                <a:lnTo>
                  <a:pt x="1327990" y="5597563"/>
                </a:lnTo>
                <a:cubicBezTo>
                  <a:pt x="1327990" y="5597563"/>
                  <a:pt x="1321744" y="5545042"/>
                  <a:pt x="1321744" y="5483405"/>
                </a:cubicBezTo>
                <a:cubicBezTo>
                  <a:pt x="1321744" y="5421769"/>
                  <a:pt x="1327990" y="5369183"/>
                  <a:pt x="1327990" y="5369183"/>
                </a:cubicBezTo>
                <a:close/>
                <a:moveTo>
                  <a:pt x="536912" y="5369183"/>
                </a:moveTo>
                <a:lnTo>
                  <a:pt x="582167" y="5369183"/>
                </a:lnTo>
                <a:cubicBezTo>
                  <a:pt x="582167" y="5369183"/>
                  <a:pt x="588477" y="5421705"/>
                  <a:pt x="588477" y="5483405"/>
                </a:cubicBezTo>
                <a:cubicBezTo>
                  <a:pt x="588477" y="5545105"/>
                  <a:pt x="582167" y="5597563"/>
                  <a:pt x="582167" y="5597563"/>
                </a:cubicBezTo>
                <a:lnTo>
                  <a:pt x="536912" y="5597563"/>
                </a:lnTo>
                <a:cubicBezTo>
                  <a:pt x="536912" y="5597563"/>
                  <a:pt x="530665" y="5545042"/>
                  <a:pt x="530665" y="5483405"/>
                </a:cubicBezTo>
                <a:cubicBezTo>
                  <a:pt x="530665" y="5421769"/>
                  <a:pt x="536912" y="5369183"/>
                  <a:pt x="536912" y="5369183"/>
                </a:cubicBezTo>
                <a:close/>
                <a:moveTo>
                  <a:pt x="0" y="5356334"/>
                </a:moveTo>
                <a:lnTo>
                  <a:pt x="48559" y="5386967"/>
                </a:lnTo>
                <a:cubicBezTo>
                  <a:pt x="65816" y="5398744"/>
                  <a:pt x="76396" y="5406663"/>
                  <a:pt x="76396" y="5406663"/>
                </a:cubicBezTo>
                <a:lnTo>
                  <a:pt x="53769" y="5445863"/>
                </a:lnTo>
                <a:cubicBezTo>
                  <a:pt x="53769" y="5445863"/>
                  <a:pt x="41611" y="5440668"/>
                  <a:pt x="22784" y="5431617"/>
                </a:cubicBezTo>
                <a:lnTo>
                  <a:pt x="0" y="5419620"/>
                </a:lnTo>
                <a:close/>
                <a:moveTo>
                  <a:pt x="12203753" y="5350648"/>
                </a:moveTo>
                <a:lnTo>
                  <a:pt x="12203753" y="5414862"/>
                </a:lnTo>
                <a:lnTo>
                  <a:pt x="12171908" y="5431617"/>
                </a:lnTo>
                <a:cubicBezTo>
                  <a:pt x="12153072" y="5440668"/>
                  <a:pt x="12140914" y="5445863"/>
                  <a:pt x="12140914" y="5445863"/>
                </a:cubicBezTo>
                <a:lnTo>
                  <a:pt x="12118286" y="5406663"/>
                </a:lnTo>
                <a:cubicBezTo>
                  <a:pt x="12118286" y="5406663"/>
                  <a:pt x="12128867" y="5398744"/>
                  <a:pt x="12146132" y="5386967"/>
                </a:cubicBezTo>
                <a:close/>
                <a:moveTo>
                  <a:pt x="5416402" y="5292527"/>
                </a:moveTo>
                <a:lnTo>
                  <a:pt x="5424781" y="5296233"/>
                </a:lnTo>
                <a:cubicBezTo>
                  <a:pt x="5440965" y="5303523"/>
                  <a:pt x="5478335" y="5320996"/>
                  <a:pt x="5518395" y="5344134"/>
                </a:cubicBezTo>
                <a:cubicBezTo>
                  <a:pt x="5571809" y="5374984"/>
                  <a:pt x="5614131" y="5406663"/>
                  <a:pt x="5614131" y="5406663"/>
                </a:cubicBezTo>
                <a:lnTo>
                  <a:pt x="5591504" y="5445863"/>
                </a:lnTo>
                <a:cubicBezTo>
                  <a:pt x="5591504" y="5445863"/>
                  <a:pt x="5542870" y="5425083"/>
                  <a:pt x="5489521" y="5394233"/>
                </a:cubicBezTo>
                <a:cubicBezTo>
                  <a:pt x="5436110" y="5363383"/>
                  <a:pt x="5393787" y="5331704"/>
                  <a:pt x="5393787" y="5331704"/>
                </a:cubicBezTo>
                <a:close/>
                <a:moveTo>
                  <a:pt x="4625259" y="5292527"/>
                </a:moveTo>
                <a:lnTo>
                  <a:pt x="4633642" y="5296233"/>
                </a:lnTo>
                <a:cubicBezTo>
                  <a:pt x="4649825" y="5303523"/>
                  <a:pt x="4687193" y="5320996"/>
                  <a:pt x="4727254" y="5344134"/>
                </a:cubicBezTo>
                <a:cubicBezTo>
                  <a:pt x="4780668" y="5374984"/>
                  <a:pt x="4822988" y="5406663"/>
                  <a:pt x="4822988" y="5406663"/>
                </a:cubicBezTo>
                <a:lnTo>
                  <a:pt x="4800366" y="5445863"/>
                </a:lnTo>
                <a:cubicBezTo>
                  <a:pt x="4800366" y="5445863"/>
                  <a:pt x="4751732" y="5425083"/>
                  <a:pt x="4698380" y="5394233"/>
                </a:cubicBezTo>
                <a:cubicBezTo>
                  <a:pt x="4644967" y="5363383"/>
                  <a:pt x="4602649" y="5331704"/>
                  <a:pt x="4602649" y="5331704"/>
                </a:cubicBezTo>
                <a:close/>
                <a:moveTo>
                  <a:pt x="3834266" y="5292527"/>
                </a:moveTo>
                <a:lnTo>
                  <a:pt x="3842651" y="5296233"/>
                </a:lnTo>
                <a:cubicBezTo>
                  <a:pt x="3858829" y="5303523"/>
                  <a:pt x="3896202" y="5320996"/>
                  <a:pt x="3936263" y="5344134"/>
                </a:cubicBezTo>
                <a:cubicBezTo>
                  <a:pt x="3989670" y="5374984"/>
                  <a:pt x="4031992" y="5406663"/>
                  <a:pt x="4031992" y="5406663"/>
                </a:cubicBezTo>
                <a:lnTo>
                  <a:pt x="4009366" y="5445863"/>
                </a:lnTo>
                <a:cubicBezTo>
                  <a:pt x="4009366" y="5445863"/>
                  <a:pt x="3960740" y="5425083"/>
                  <a:pt x="3907391" y="5394233"/>
                </a:cubicBezTo>
                <a:cubicBezTo>
                  <a:pt x="3853972" y="5363383"/>
                  <a:pt x="3811651" y="5331704"/>
                  <a:pt x="3811651" y="5331704"/>
                </a:cubicBezTo>
                <a:close/>
                <a:moveTo>
                  <a:pt x="3043144" y="5292527"/>
                </a:moveTo>
                <a:lnTo>
                  <a:pt x="3051523" y="5296233"/>
                </a:lnTo>
                <a:cubicBezTo>
                  <a:pt x="3067710" y="5303523"/>
                  <a:pt x="3105083" y="5320996"/>
                  <a:pt x="3145144" y="5344134"/>
                </a:cubicBezTo>
                <a:cubicBezTo>
                  <a:pt x="3198544" y="5374984"/>
                  <a:pt x="3240871" y="5406663"/>
                  <a:pt x="3240871" y="5406663"/>
                </a:cubicBezTo>
                <a:lnTo>
                  <a:pt x="3218243" y="5445863"/>
                </a:lnTo>
                <a:cubicBezTo>
                  <a:pt x="3218243" y="5445863"/>
                  <a:pt x="3169618" y="5425083"/>
                  <a:pt x="3116268" y="5394233"/>
                </a:cubicBezTo>
                <a:cubicBezTo>
                  <a:pt x="3062852" y="5363383"/>
                  <a:pt x="3020525" y="5331704"/>
                  <a:pt x="3020525" y="5331704"/>
                </a:cubicBezTo>
                <a:close/>
                <a:moveTo>
                  <a:pt x="2252000" y="5292527"/>
                </a:moveTo>
                <a:lnTo>
                  <a:pt x="2260383" y="5296233"/>
                </a:lnTo>
                <a:cubicBezTo>
                  <a:pt x="2276564" y="5303523"/>
                  <a:pt x="2313933" y="5320996"/>
                  <a:pt x="2353993" y="5344134"/>
                </a:cubicBezTo>
                <a:cubicBezTo>
                  <a:pt x="2407411" y="5374984"/>
                  <a:pt x="2449735" y="5406663"/>
                  <a:pt x="2449735" y="5406663"/>
                </a:cubicBezTo>
                <a:lnTo>
                  <a:pt x="2427108" y="5445863"/>
                </a:lnTo>
                <a:cubicBezTo>
                  <a:pt x="2427108" y="5445863"/>
                  <a:pt x="2378472" y="5425083"/>
                  <a:pt x="2325122" y="5394233"/>
                </a:cubicBezTo>
                <a:cubicBezTo>
                  <a:pt x="2271708" y="5363383"/>
                  <a:pt x="2229387" y="5331704"/>
                  <a:pt x="2229387" y="5331704"/>
                </a:cubicBezTo>
                <a:close/>
                <a:moveTo>
                  <a:pt x="1460873" y="5292527"/>
                </a:moveTo>
                <a:lnTo>
                  <a:pt x="1469257" y="5296233"/>
                </a:lnTo>
                <a:cubicBezTo>
                  <a:pt x="1485439" y="5303523"/>
                  <a:pt x="1522810" y="5320996"/>
                  <a:pt x="1562870" y="5344134"/>
                </a:cubicBezTo>
                <a:cubicBezTo>
                  <a:pt x="1616284" y="5374984"/>
                  <a:pt x="1658607" y="5406663"/>
                  <a:pt x="1658607" y="5406663"/>
                </a:cubicBezTo>
                <a:lnTo>
                  <a:pt x="1635980" y="5445863"/>
                </a:lnTo>
                <a:cubicBezTo>
                  <a:pt x="1635980" y="5445863"/>
                  <a:pt x="1587348" y="5425083"/>
                  <a:pt x="1533999" y="5394233"/>
                </a:cubicBezTo>
                <a:cubicBezTo>
                  <a:pt x="1480583" y="5363383"/>
                  <a:pt x="1438259" y="5331704"/>
                  <a:pt x="1438259" y="5331704"/>
                </a:cubicBezTo>
                <a:close/>
                <a:moveTo>
                  <a:pt x="669795" y="5292527"/>
                </a:moveTo>
                <a:lnTo>
                  <a:pt x="678178" y="5296233"/>
                </a:lnTo>
                <a:cubicBezTo>
                  <a:pt x="694360" y="5303523"/>
                  <a:pt x="731732" y="5320996"/>
                  <a:pt x="771792" y="5344134"/>
                </a:cubicBezTo>
                <a:cubicBezTo>
                  <a:pt x="825204" y="5374984"/>
                  <a:pt x="867526" y="5406663"/>
                  <a:pt x="867526" y="5406663"/>
                </a:cubicBezTo>
                <a:lnTo>
                  <a:pt x="844900" y="5445863"/>
                </a:lnTo>
                <a:cubicBezTo>
                  <a:pt x="844900" y="5445863"/>
                  <a:pt x="796268" y="5425083"/>
                  <a:pt x="742918" y="5394233"/>
                </a:cubicBezTo>
                <a:cubicBezTo>
                  <a:pt x="689504" y="5363383"/>
                  <a:pt x="647181" y="5331704"/>
                  <a:pt x="647181" y="5331704"/>
                </a:cubicBezTo>
                <a:close/>
                <a:moveTo>
                  <a:pt x="11745343" y="5292504"/>
                </a:moveTo>
                <a:cubicBezTo>
                  <a:pt x="11745343" y="5292504"/>
                  <a:pt x="11793976" y="5313283"/>
                  <a:pt x="11847390" y="5344134"/>
                </a:cubicBezTo>
                <a:cubicBezTo>
                  <a:pt x="11900804" y="5374984"/>
                  <a:pt x="11943128" y="5406663"/>
                  <a:pt x="11943128" y="5406663"/>
                </a:cubicBezTo>
                <a:lnTo>
                  <a:pt x="11920501" y="5445863"/>
                </a:lnTo>
                <a:cubicBezTo>
                  <a:pt x="11920501" y="5445863"/>
                  <a:pt x="11871931" y="5425083"/>
                  <a:pt x="11818516" y="5394233"/>
                </a:cubicBezTo>
                <a:cubicBezTo>
                  <a:pt x="11765102" y="5363383"/>
                  <a:pt x="11722715" y="5331704"/>
                  <a:pt x="11722715" y="5331704"/>
                </a:cubicBezTo>
                <a:close/>
                <a:moveTo>
                  <a:pt x="11524930" y="5292504"/>
                </a:moveTo>
                <a:lnTo>
                  <a:pt x="11547558" y="5331704"/>
                </a:lnTo>
                <a:cubicBezTo>
                  <a:pt x="11547558" y="5331704"/>
                  <a:pt x="11505234" y="5363383"/>
                  <a:pt x="11451820" y="5394233"/>
                </a:cubicBezTo>
                <a:cubicBezTo>
                  <a:pt x="11398406" y="5425083"/>
                  <a:pt x="11349836" y="5445863"/>
                  <a:pt x="11349836" y="5445863"/>
                </a:cubicBezTo>
                <a:lnTo>
                  <a:pt x="11327208" y="5406663"/>
                </a:lnTo>
                <a:cubicBezTo>
                  <a:pt x="11327208" y="5406663"/>
                  <a:pt x="11369531" y="5374984"/>
                  <a:pt x="11422946" y="5344134"/>
                </a:cubicBezTo>
                <a:cubicBezTo>
                  <a:pt x="11476360" y="5313283"/>
                  <a:pt x="11524930" y="5292504"/>
                  <a:pt x="11524930" y="5292504"/>
                </a:cubicBezTo>
                <a:close/>
                <a:moveTo>
                  <a:pt x="10954265" y="5292504"/>
                </a:moveTo>
                <a:cubicBezTo>
                  <a:pt x="10954265" y="5292504"/>
                  <a:pt x="11002835" y="5313283"/>
                  <a:pt x="11056249" y="5344134"/>
                </a:cubicBezTo>
                <a:cubicBezTo>
                  <a:pt x="11109664" y="5374984"/>
                  <a:pt x="11151987" y="5406663"/>
                  <a:pt x="11151987" y="5406663"/>
                </a:cubicBezTo>
                <a:lnTo>
                  <a:pt x="11129360" y="5445863"/>
                </a:lnTo>
                <a:cubicBezTo>
                  <a:pt x="11129360" y="5445863"/>
                  <a:pt x="11080790" y="5425083"/>
                  <a:pt x="11027376" y="5394233"/>
                </a:cubicBezTo>
                <a:cubicBezTo>
                  <a:pt x="10973961" y="5363383"/>
                  <a:pt x="10931638" y="5331704"/>
                  <a:pt x="10931638" y="5331704"/>
                </a:cubicBezTo>
                <a:close/>
                <a:moveTo>
                  <a:pt x="10733788" y="5292504"/>
                </a:moveTo>
                <a:lnTo>
                  <a:pt x="10756416" y="5331704"/>
                </a:lnTo>
                <a:cubicBezTo>
                  <a:pt x="10756416" y="5331704"/>
                  <a:pt x="10714092" y="5363383"/>
                  <a:pt x="10660678" y="5394233"/>
                </a:cubicBezTo>
                <a:cubicBezTo>
                  <a:pt x="10607264" y="5425083"/>
                  <a:pt x="10558694" y="5445863"/>
                  <a:pt x="10558694" y="5445863"/>
                </a:cubicBezTo>
                <a:lnTo>
                  <a:pt x="10536066" y="5406663"/>
                </a:lnTo>
                <a:cubicBezTo>
                  <a:pt x="10536066" y="5406663"/>
                  <a:pt x="10578389" y="5374984"/>
                  <a:pt x="10631804" y="5344134"/>
                </a:cubicBezTo>
                <a:cubicBezTo>
                  <a:pt x="10685218" y="5313283"/>
                  <a:pt x="10733788" y="5292504"/>
                  <a:pt x="10733788" y="5292504"/>
                </a:cubicBezTo>
                <a:close/>
                <a:moveTo>
                  <a:pt x="10163123" y="5292504"/>
                </a:moveTo>
                <a:cubicBezTo>
                  <a:pt x="10163123" y="5292504"/>
                  <a:pt x="10211693" y="5313283"/>
                  <a:pt x="10265107" y="5344134"/>
                </a:cubicBezTo>
                <a:cubicBezTo>
                  <a:pt x="10318522" y="5374984"/>
                  <a:pt x="10360845" y="5406663"/>
                  <a:pt x="10360845" y="5406663"/>
                </a:cubicBezTo>
                <a:lnTo>
                  <a:pt x="10338218" y="5445863"/>
                </a:lnTo>
                <a:cubicBezTo>
                  <a:pt x="10338218" y="5445863"/>
                  <a:pt x="10289648" y="5425083"/>
                  <a:pt x="10236234" y="5394233"/>
                </a:cubicBezTo>
                <a:cubicBezTo>
                  <a:pt x="10182819" y="5363383"/>
                  <a:pt x="10140496" y="5331704"/>
                  <a:pt x="10140496" y="5331704"/>
                </a:cubicBezTo>
                <a:close/>
                <a:moveTo>
                  <a:pt x="9942711" y="5292504"/>
                </a:moveTo>
                <a:lnTo>
                  <a:pt x="9965339" y="5331704"/>
                </a:lnTo>
                <a:cubicBezTo>
                  <a:pt x="9965339" y="5331704"/>
                  <a:pt x="9922951" y="5363383"/>
                  <a:pt x="9869601" y="5394233"/>
                </a:cubicBezTo>
                <a:cubicBezTo>
                  <a:pt x="9816123" y="5425083"/>
                  <a:pt x="9767553" y="5445863"/>
                  <a:pt x="9767553" y="5445863"/>
                </a:cubicBezTo>
                <a:lnTo>
                  <a:pt x="9744925" y="5406663"/>
                </a:lnTo>
                <a:cubicBezTo>
                  <a:pt x="9744925" y="5406663"/>
                  <a:pt x="9787248" y="5374984"/>
                  <a:pt x="9840663" y="5344134"/>
                </a:cubicBezTo>
                <a:cubicBezTo>
                  <a:pt x="9894077" y="5313283"/>
                  <a:pt x="9942711" y="5292504"/>
                  <a:pt x="9942711" y="5292504"/>
                </a:cubicBezTo>
                <a:close/>
                <a:moveTo>
                  <a:pt x="9371982" y="5292504"/>
                </a:moveTo>
                <a:cubicBezTo>
                  <a:pt x="9371982" y="5292504"/>
                  <a:pt x="9420616" y="5313283"/>
                  <a:pt x="9474030" y="5344134"/>
                </a:cubicBezTo>
                <a:cubicBezTo>
                  <a:pt x="9527444" y="5374984"/>
                  <a:pt x="9569768" y="5406663"/>
                  <a:pt x="9569768" y="5406663"/>
                </a:cubicBezTo>
                <a:lnTo>
                  <a:pt x="9547140" y="5445863"/>
                </a:lnTo>
                <a:cubicBezTo>
                  <a:pt x="9547140" y="5445863"/>
                  <a:pt x="9498507" y="5425083"/>
                  <a:pt x="9445093" y="5394233"/>
                </a:cubicBezTo>
                <a:cubicBezTo>
                  <a:pt x="9391678" y="5363383"/>
                  <a:pt x="9349355" y="5331704"/>
                  <a:pt x="9349355" y="5331704"/>
                </a:cubicBezTo>
                <a:close/>
                <a:moveTo>
                  <a:pt x="9151570" y="5292504"/>
                </a:moveTo>
                <a:lnTo>
                  <a:pt x="9174198" y="5331704"/>
                </a:lnTo>
                <a:cubicBezTo>
                  <a:pt x="9174198" y="5331704"/>
                  <a:pt x="9131874" y="5363383"/>
                  <a:pt x="9078460" y="5394233"/>
                </a:cubicBezTo>
                <a:cubicBezTo>
                  <a:pt x="9025046" y="5425083"/>
                  <a:pt x="8976412" y="5445863"/>
                  <a:pt x="8976412" y="5445863"/>
                </a:cubicBezTo>
                <a:lnTo>
                  <a:pt x="8953784" y="5406663"/>
                </a:lnTo>
                <a:cubicBezTo>
                  <a:pt x="8953784" y="5406663"/>
                  <a:pt x="8996107" y="5374984"/>
                  <a:pt x="9049585" y="5344134"/>
                </a:cubicBezTo>
                <a:cubicBezTo>
                  <a:pt x="9102936" y="5313283"/>
                  <a:pt x="9151570" y="5292504"/>
                  <a:pt x="9151570" y="5292504"/>
                </a:cubicBezTo>
                <a:close/>
                <a:moveTo>
                  <a:pt x="8580840" y="5292504"/>
                </a:moveTo>
                <a:cubicBezTo>
                  <a:pt x="8580840" y="5292504"/>
                  <a:pt x="8629474" y="5313283"/>
                  <a:pt x="8682888" y="5344134"/>
                </a:cubicBezTo>
                <a:cubicBezTo>
                  <a:pt x="8736302" y="5374984"/>
                  <a:pt x="8778626" y="5406663"/>
                  <a:pt x="8778626" y="5406663"/>
                </a:cubicBezTo>
                <a:lnTo>
                  <a:pt x="8755998" y="5445863"/>
                </a:lnTo>
                <a:cubicBezTo>
                  <a:pt x="8755998" y="5445863"/>
                  <a:pt x="8707364" y="5425083"/>
                  <a:pt x="8654014" y="5394233"/>
                </a:cubicBezTo>
                <a:cubicBezTo>
                  <a:pt x="8600536" y="5363383"/>
                  <a:pt x="8558213" y="5331704"/>
                  <a:pt x="8558213" y="5331704"/>
                </a:cubicBezTo>
                <a:close/>
                <a:moveTo>
                  <a:pt x="8360428" y="5292504"/>
                </a:moveTo>
                <a:lnTo>
                  <a:pt x="8383056" y="5331704"/>
                </a:lnTo>
                <a:cubicBezTo>
                  <a:pt x="8383056" y="5331704"/>
                  <a:pt x="8340732" y="5363383"/>
                  <a:pt x="8287318" y="5394233"/>
                </a:cubicBezTo>
                <a:cubicBezTo>
                  <a:pt x="8233904" y="5425083"/>
                  <a:pt x="8185270" y="5445863"/>
                  <a:pt x="8185270" y="5445863"/>
                </a:cubicBezTo>
                <a:lnTo>
                  <a:pt x="8162642" y="5406663"/>
                </a:lnTo>
                <a:cubicBezTo>
                  <a:pt x="8162642" y="5406663"/>
                  <a:pt x="8204965" y="5374984"/>
                  <a:pt x="8258443" y="5344134"/>
                </a:cubicBezTo>
                <a:cubicBezTo>
                  <a:pt x="8311794" y="5313283"/>
                  <a:pt x="8360428" y="5292504"/>
                  <a:pt x="8360428" y="5292504"/>
                </a:cubicBezTo>
                <a:close/>
                <a:moveTo>
                  <a:pt x="7789699" y="5292504"/>
                </a:moveTo>
                <a:cubicBezTo>
                  <a:pt x="7789699" y="5292504"/>
                  <a:pt x="7838333" y="5313283"/>
                  <a:pt x="7891747" y="5344134"/>
                </a:cubicBezTo>
                <a:cubicBezTo>
                  <a:pt x="7945161" y="5374984"/>
                  <a:pt x="7987485" y="5406663"/>
                  <a:pt x="7987485" y="5406663"/>
                </a:cubicBezTo>
                <a:lnTo>
                  <a:pt x="7964857" y="5445863"/>
                </a:lnTo>
                <a:cubicBezTo>
                  <a:pt x="7964857" y="5445863"/>
                  <a:pt x="7916223" y="5425083"/>
                  <a:pt x="7862873" y="5394233"/>
                </a:cubicBezTo>
                <a:cubicBezTo>
                  <a:pt x="7809395" y="5363383"/>
                  <a:pt x="7767072" y="5331704"/>
                  <a:pt x="7767072" y="5331704"/>
                </a:cubicBezTo>
                <a:close/>
                <a:moveTo>
                  <a:pt x="7569286" y="5292504"/>
                </a:moveTo>
                <a:lnTo>
                  <a:pt x="7591913" y="5331704"/>
                </a:lnTo>
                <a:cubicBezTo>
                  <a:pt x="7591913" y="5331704"/>
                  <a:pt x="7549590" y="5363383"/>
                  <a:pt x="7496176" y="5394233"/>
                </a:cubicBezTo>
                <a:cubicBezTo>
                  <a:pt x="7442762" y="5425083"/>
                  <a:pt x="7394192" y="5445863"/>
                  <a:pt x="7394192" y="5445863"/>
                </a:cubicBezTo>
                <a:lnTo>
                  <a:pt x="7371564" y="5406663"/>
                </a:lnTo>
                <a:cubicBezTo>
                  <a:pt x="7371564" y="5406663"/>
                  <a:pt x="7413887" y="5374984"/>
                  <a:pt x="7467302" y="5344134"/>
                </a:cubicBezTo>
                <a:cubicBezTo>
                  <a:pt x="7520716" y="5313283"/>
                  <a:pt x="7569286" y="5292504"/>
                  <a:pt x="7569286" y="5292504"/>
                </a:cubicBezTo>
                <a:close/>
                <a:moveTo>
                  <a:pt x="6998621" y="5292504"/>
                </a:moveTo>
                <a:cubicBezTo>
                  <a:pt x="6998621" y="5292504"/>
                  <a:pt x="7047191" y="5313283"/>
                  <a:pt x="7100606" y="5344134"/>
                </a:cubicBezTo>
                <a:cubicBezTo>
                  <a:pt x="7154020" y="5374984"/>
                  <a:pt x="7196344" y="5406663"/>
                  <a:pt x="7196344" y="5406663"/>
                </a:cubicBezTo>
                <a:lnTo>
                  <a:pt x="7173716" y="5445863"/>
                </a:lnTo>
                <a:cubicBezTo>
                  <a:pt x="7173716" y="5445863"/>
                  <a:pt x="7125146" y="5425083"/>
                  <a:pt x="7071731" y="5394233"/>
                </a:cubicBezTo>
                <a:cubicBezTo>
                  <a:pt x="7018317" y="5363383"/>
                  <a:pt x="6975995" y="5331704"/>
                  <a:pt x="6975995" y="5331704"/>
                </a:cubicBezTo>
                <a:close/>
                <a:moveTo>
                  <a:pt x="6778210" y="5292504"/>
                </a:moveTo>
                <a:lnTo>
                  <a:pt x="6800837" y="5331704"/>
                </a:lnTo>
                <a:cubicBezTo>
                  <a:pt x="6800837" y="5331704"/>
                  <a:pt x="6758449" y="5363383"/>
                  <a:pt x="6705100" y="5394233"/>
                </a:cubicBezTo>
                <a:cubicBezTo>
                  <a:pt x="6651621" y="5425083"/>
                  <a:pt x="6603052" y="5445863"/>
                  <a:pt x="6603052" y="5445863"/>
                </a:cubicBezTo>
                <a:lnTo>
                  <a:pt x="6580424" y="5406663"/>
                </a:lnTo>
                <a:cubicBezTo>
                  <a:pt x="6580424" y="5406663"/>
                  <a:pt x="6622747" y="5374984"/>
                  <a:pt x="6676161" y="5344134"/>
                </a:cubicBezTo>
                <a:cubicBezTo>
                  <a:pt x="6729575" y="5313283"/>
                  <a:pt x="6778210" y="5292504"/>
                  <a:pt x="6778210" y="5292504"/>
                </a:cubicBezTo>
                <a:close/>
                <a:moveTo>
                  <a:pt x="6207480" y="5292504"/>
                </a:moveTo>
                <a:cubicBezTo>
                  <a:pt x="6207480" y="5292504"/>
                  <a:pt x="6256113" y="5313283"/>
                  <a:pt x="6309528" y="5344134"/>
                </a:cubicBezTo>
                <a:cubicBezTo>
                  <a:pt x="6362878" y="5374984"/>
                  <a:pt x="6405266" y="5406663"/>
                  <a:pt x="6405266" y="5406663"/>
                </a:cubicBezTo>
                <a:lnTo>
                  <a:pt x="6382638" y="5445863"/>
                </a:lnTo>
                <a:cubicBezTo>
                  <a:pt x="6382638" y="5445863"/>
                  <a:pt x="6334004" y="5425083"/>
                  <a:pt x="6280590" y="5394233"/>
                </a:cubicBezTo>
                <a:cubicBezTo>
                  <a:pt x="6227176" y="5363383"/>
                  <a:pt x="6184852" y="5331704"/>
                  <a:pt x="6184852" y="5331704"/>
                </a:cubicBezTo>
                <a:close/>
                <a:moveTo>
                  <a:pt x="5987067" y="5292504"/>
                </a:moveTo>
                <a:lnTo>
                  <a:pt x="6009695" y="5331704"/>
                </a:lnTo>
                <a:cubicBezTo>
                  <a:pt x="6009695" y="5331704"/>
                  <a:pt x="5967374" y="5363383"/>
                  <a:pt x="5913960" y="5394233"/>
                </a:cubicBezTo>
                <a:cubicBezTo>
                  <a:pt x="5860547" y="5425083"/>
                  <a:pt x="5811914" y="5445863"/>
                  <a:pt x="5811914" y="5445863"/>
                </a:cubicBezTo>
                <a:lnTo>
                  <a:pt x="5789285" y="5406663"/>
                </a:lnTo>
                <a:cubicBezTo>
                  <a:pt x="5789285" y="5406663"/>
                  <a:pt x="5831608" y="5374984"/>
                  <a:pt x="5885024" y="5344134"/>
                </a:cubicBezTo>
                <a:cubicBezTo>
                  <a:pt x="5938437" y="5313283"/>
                  <a:pt x="5987067" y="5292504"/>
                  <a:pt x="5987067" y="5292504"/>
                </a:cubicBezTo>
                <a:close/>
                <a:moveTo>
                  <a:pt x="5416352" y="5292504"/>
                </a:moveTo>
                <a:lnTo>
                  <a:pt x="5416414" y="5292504"/>
                </a:lnTo>
                <a:lnTo>
                  <a:pt x="5416402" y="5292527"/>
                </a:lnTo>
                <a:close/>
                <a:moveTo>
                  <a:pt x="5196000" y="5292504"/>
                </a:moveTo>
                <a:lnTo>
                  <a:pt x="5218629" y="5331704"/>
                </a:lnTo>
                <a:cubicBezTo>
                  <a:pt x="5218629" y="5331704"/>
                  <a:pt x="5176307" y="5363383"/>
                  <a:pt x="5122891" y="5394233"/>
                </a:cubicBezTo>
                <a:cubicBezTo>
                  <a:pt x="5069478" y="5425083"/>
                  <a:pt x="5020848" y="5445863"/>
                  <a:pt x="5020848" y="5445863"/>
                </a:cubicBezTo>
                <a:lnTo>
                  <a:pt x="4998215" y="5406663"/>
                </a:lnTo>
                <a:cubicBezTo>
                  <a:pt x="4998215" y="5406663"/>
                  <a:pt x="5040542" y="5374984"/>
                  <a:pt x="5093953" y="5344134"/>
                </a:cubicBezTo>
                <a:cubicBezTo>
                  <a:pt x="5147369" y="5313283"/>
                  <a:pt x="5196000" y="5292504"/>
                  <a:pt x="5196000" y="5292504"/>
                </a:cubicBezTo>
                <a:close/>
                <a:moveTo>
                  <a:pt x="4625211" y="5292504"/>
                </a:moveTo>
                <a:lnTo>
                  <a:pt x="4625271" y="5292504"/>
                </a:lnTo>
                <a:lnTo>
                  <a:pt x="4625259" y="5292527"/>
                </a:lnTo>
                <a:close/>
                <a:moveTo>
                  <a:pt x="4404792" y="5292504"/>
                </a:moveTo>
                <a:lnTo>
                  <a:pt x="4427424" y="5331704"/>
                </a:lnTo>
                <a:cubicBezTo>
                  <a:pt x="4427424" y="5331704"/>
                  <a:pt x="4385099" y="5363383"/>
                  <a:pt x="4331686" y="5394233"/>
                </a:cubicBezTo>
                <a:cubicBezTo>
                  <a:pt x="4278272" y="5425083"/>
                  <a:pt x="4229635" y="5445863"/>
                  <a:pt x="4229635" y="5445863"/>
                </a:cubicBezTo>
                <a:lnTo>
                  <a:pt x="4207009" y="5406663"/>
                </a:lnTo>
                <a:lnTo>
                  <a:pt x="4207074" y="5406663"/>
                </a:lnTo>
                <a:cubicBezTo>
                  <a:pt x="4207074" y="5406663"/>
                  <a:pt x="4249395" y="5374984"/>
                  <a:pt x="4302809" y="5344134"/>
                </a:cubicBezTo>
                <a:cubicBezTo>
                  <a:pt x="4356222" y="5313283"/>
                  <a:pt x="4404792" y="5292504"/>
                  <a:pt x="4404792" y="5292504"/>
                </a:cubicBezTo>
                <a:close/>
                <a:moveTo>
                  <a:pt x="3834218" y="5292504"/>
                </a:moveTo>
                <a:lnTo>
                  <a:pt x="3834279" y="5292504"/>
                </a:lnTo>
                <a:lnTo>
                  <a:pt x="3834266" y="5292527"/>
                </a:lnTo>
                <a:close/>
                <a:moveTo>
                  <a:pt x="3613742" y="5292504"/>
                </a:moveTo>
                <a:lnTo>
                  <a:pt x="3636372" y="5331704"/>
                </a:lnTo>
                <a:cubicBezTo>
                  <a:pt x="3636372" y="5331704"/>
                  <a:pt x="3594049" y="5363383"/>
                  <a:pt x="3540639" y="5394233"/>
                </a:cubicBezTo>
                <a:cubicBezTo>
                  <a:pt x="3487224" y="5425083"/>
                  <a:pt x="3438588" y="5445863"/>
                  <a:pt x="3438588" y="5445863"/>
                </a:cubicBezTo>
                <a:lnTo>
                  <a:pt x="3415959" y="5406663"/>
                </a:lnTo>
                <a:lnTo>
                  <a:pt x="3416027" y="5406663"/>
                </a:lnTo>
                <a:cubicBezTo>
                  <a:pt x="3416027" y="5406663"/>
                  <a:pt x="3458348" y="5374984"/>
                  <a:pt x="3511767" y="5344134"/>
                </a:cubicBezTo>
                <a:cubicBezTo>
                  <a:pt x="3565177" y="5313283"/>
                  <a:pt x="3613742" y="5292504"/>
                  <a:pt x="3613742" y="5292504"/>
                </a:cubicBezTo>
                <a:close/>
                <a:moveTo>
                  <a:pt x="3043094" y="5292504"/>
                </a:moveTo>
                <a:lnTo>
                  <a:pt x="3043156" y="5292504"/>
                </a:lnTo>
                <a:lnTo>
                  <a:pt x="3043144" y="5292527"/>
                </a:lnTo>
                <a:close/>
                <a:moveTo>
                  <a:pt x="2822615" y="5292504"/>
                </a:moveTo>
                <a:lnTo>
                  <a:pt x="2845242" y="5331704"/>
                </a:lnTo>
                <a:cubicBezTo>
                  <a:pt x="2845242" y="5331704"/>
                  <a:pt x="2802921" y="5363383"/>
                  <a:pt x="2749503" y="5394233"/>
                </a:cubicBezTo>
                <a:cubicBezTo>
                  <a:pt x="2696091" y="5425083"/>
                  <a:pt x="2647458" y="5445863"/>
                  <a:pt x="2647458" y="5445863"/>
                </a:cubicBezTo>
                <a:lnTo>
                  <a:pt x="2624830" y="5406663"/>
                </a:lnTo>
                <a:lnTo>
                  <a:pt x="2624892" y="5406663"/>
                </a:lnTo>
                <a:cubicBezTo>
                  <a:pt x="2624892" y="5406663"/>
                  <a:pt x="2667217" y="5374984"/>
                  <a:pt x="2720633" y="5344134"/>
                </a:cubicBezTo>
                <a:cubicBezTo>
                  <a:pt x="2774046" y="5313283"/>
                  <a:pt x="2822615" y="5292504"/>
                  <a:pt x="2822615" y="5292504"/>
                </a:cubicBezTo>
                <a:close/>
                <a:moveTo>
                  <a:pt x="2251951" y="5292504"/>
                </a:moveTo>
                <a:lnTo>
                  <a:pt x="2252012" y="5292504"/>
                </a:lnTo>
                <a:lnTo>
                  <a:pt x="2252000" y="5292527"/>
                </a:lnTo>
                <a:close/>
                <a:moveTo>
                  <a:pt x="2031482" y="5292504"/>
                </a:moveTo>
                <a:lnTo>
                  <a:pt x="2054113" y="5331704"/>
                </a:lnTo>
                <a:cubicBezTo>
                  <a:pt x="2054113" y="5331704"/>
                  <a:pt x="2011788" y="5363383"/>
                  <a:pt x="1958376" y="5394233"/>
                </a:cubicBezTo>
                <a:cubicBezTo>
                  <a:pt x="1904962" y="5425083"/>
                  <a:pt x="1856328" y="5445863"/>
                  <a:pt x="1856328" y="5445863"/>
                </a:cubicBezTo>
                <a:lnTo>
                  <a:pt x="1833699" y="5406663"/>
                </a:lnTo>
                <a:lnTo>
                  <a:pt x="1833765" y="5406663"/>
                </a:lnTo>
                <a:cubicBezTo>
                  <a:pt x="1833765" y="5406663"/>
                  <a:pt x="1876088" y="5374984"/>
                  <a:pt x="1929500" y="5344134"/>
                </a:cubicBezTo>
                <a:cubicBezTo>
                  <a:pt x="1982915" y="5313283"/>
                  <a:pt x="2031482" y="5292504"/>
                  <a:pt x="2031482" y="5292504"/>
                </a:cubicBezTo>
                <a:close/>
                <a:moveTo>
                  <a:pt x="1460821" y="5292504"/>
                </a:moveTo>
                <a:lnTo>
                  <a:pt x="1460890" y="5292504"/>
                </a:lnTo>
                <a:lnTo>
                  <a:pt x="1460873" y="5292527"/>
                </a:lnTo>
                <a:close/>
                <a:moveTo>
                  <a:pt x="1240411" y="5292504"/>
                </a:moveTo>
                <a:lnTo>
                  <a:pt x="1263039" y="5331704"/>
                </a:lnTo>
                <a:cubicBezTo>
                  <a:pt x="1263039" y="5331704"/>
                  <a:pt x="1220715" y="5363383"/>
                  <a:pt x="1167301" y="5394233"/>
                </a:cubicBezTo>
                <a:cubicBezTo>
                  <a:pt x="1113887" y="5425083"/>
                  <a:pt x="1065253" y="5445863"/>
                  <a:pt x="1065253" y="5445863"/>
                </a:cubicBezTo>
                <a:lnTo>
                  <a:pt x="1042617" y="5406663"/>
                </a:lnTo>
                <a:lnTo>
                  <a:pt x="1042681" y="5406663"/>
                </a:lnTo>
                <a:cubicBezTo>
                  <a:pt x="1042681" y="5406663"/>
                  <a:pt x="1085014" y="5374984"/>
                  <a:pt x="1138424" y="5344134"/>
                </a:cubicBezTo>
                <a:cubicBezTo>
                  <a:pt x="1191840" y="5313283"/>
                  <a:pt x="1240411" y="5292504"/>
                  <a:pt x="1240411" y="5292504"/>
                </a:cubicBezTo>
                <a:close/>
                <a:moveTo>
                  <a:pt x="669744" y="5292504"/>
                </a:moveTo>
                <a:lnTo>
                  <a:pt x="669808" y="5292504"/>
                </a:lnTo>
                <a:lnTo>
                  <a:pt x="669795" y="5292527"/>
                </a:lnTo>
                <a:close/>
                <a:moveTo>
                  <a:pt x="449268" y="5292504"/>
                </a:moveTo>
                <a:lnTo>
                  <a:pt x="471896" y="5331704"/>
                </a:lnTo>
                <a:cubicBezTo>
                  <a:pt x="471896" y="5331704"/>
                  <a:pt x="429574" y="5363383"/>
                  <a:pt x="376162" y="5394233"/>
                </a:cubicBezTo>
                <a:cubicBezTo>
                  <a:pt x="322748" y="5425083"/>
                  <a:pt x="274116" y="5445863"/>
                  <a:pt x="274116" y="5445863"/>
                </a:cubicBezTo>
                <a:lnTo>
                  <a:pt x="251487" y="5406663"/>
                </a:lnTo>
                <a:lnTo>
                  <a:pt x="251551" y="5406663"/>
                </a:lnTo>
                <a:cubicBezTo>
                  <a:pt x="251551" y="5406663"/>
                  <a:pt x="293874" y="5374984"/>
                  <a:pt x="347288" y="5344134"/>
                </a:cubicBezTo>
                <a:cubicBezTo>
                  <a:pt x="400701" y="5313283"/>
                  <a:pt x="449268" y="5292504"/>
                  <a:pt x="449268" y="5292504"/>
                </a:cubicBezTo>
                <a:close/>
                <a:moveTo>
                  <a:pt x="12008079" y="5140802"/>
                </a:moveTo>
                <a:lnTo>
                  <a:pt x="12053335" y="5140802"/>
                </a:lnTo>
                <a:cubicBezTo>
                  <a:pt x="12053335" y="5140802"/>
                  <a:pt x="12059581" y="5193324"/>
                  <a:pt x="12059581" y="5255024"/>
                </a:cubicBezTo>
                <a:cubicBezTo>
                  <a:pt x="12059581" y="5316724"/>
                  <a:pt x="12053335" y="5369183"/>
                  <a:pt x="12053335" y="5369183"/>
                </a:cubicBezTo>
                <a:lnTo>
                  <a:pt x="12008079" y="5369183"/>
                </a:lnTo>
                <a:cubicBezTo>
                  <a:pt x="12008079" y="5369183"/>
                  <a:pt x="12001833" y="5316661"/>
                  <a:pt x="12001833" y="5255024"/>
                </a:cubicBezTo>
                <a:cubicBezTo>
                  <a:pt x="12001833" y="5193388"/>
                  <a:pt x="12008079" y="5140802"/>
                  <a:pt x="12008079" y="5140802"/>
                </a:cubicBezTo>
                <a:close/>
                <a:moveTo>
                  <a:pt x="11216938" y="5140802"/>
                </a:moveTo>
                <a:lnTo>
                  <a:pt x="11262194" y="5140802"/>
                </a:lnTo>
                <a:cubicBezTo>
                  <a:pt x="11262194" y="5140802"/>
                  <a:pt x="11268504" y="5193324"/>
                  <a:pt x="11268504" y="5255024"/>
                </a:cubicBezTo>
                <a:cubicBezTo>
                  <a:pt x="11268504" y="5316724"/>
                  <a:pt x="11262194" y="5369183"/>
                  <a:pt x="11262194" y="5369183"/>
                </a:cubicBezTo>
                <a:lnTo>
                  <a:pt x="11216938" y="5369183"/>
                </a:lnTo>
                <a:cubicBezTo>
                  <a:pt x="11216938" y="5369183"/>
                  <a:pt x="11210692" y="5316661"/>
                  <a:pt x="11210692" y="5255024"/>
                </a:cubicBezTo>
                <a:cubicBezTo>
                  <a:pt x="11210692" y="5193388"/>
                  <a:pt x="11216938" y="5140802"/>
                  <a:pt x="11216938" y="5140802"/>
                </a:cubicBezTo>
                <a:close/>
                <a:moveTo>
                  <a:pt x="10425796" y="5140802"/>
                </a:moveTo>
                <a:lnTo>
                  <a:pt x="10471052" y="5140802"/>
                </a:lnTo>
                <a:cubicBezTo>
                  <a:pt x="10471052" y="5140802"/>
                  <a:pt x="10477362" y="5193324"/>
                  <a:pt x="10477362" y="5255024"/>
                </a:cubicBezTo>
                <a:cubicBezTo>
                  <a:pt x="10477362" y="5316724"/>
                  <a:pt x="10471052" y="5369183"/>
                  <a:pt x="10471052" y="5369183"/>
                </a:cubicBezTo>
                <a:lnTo>
                  <a:pt x="10425796" y="5369183"/>
                </a:lnTo>
                <a:cubicBezTo>
                  <a:pt x="10425796" y="5369183"/>
                  <a:pt x="10419550" y="5316661"/>
                  <a:pt x="10419550" y="5255024"/>
                </a:cubicBezTo>
                <a:cubicBezTo>
                  <a:pt x="10419550" y="5193388"/>
                  <a:pt x="10425796" y="5140802"/>
                  <a:pt x="10425796" y="5140802"/>
                </a:cubicBezTo>
                <a:close/>
                <a:moveTo>
                  <a:pt x="9634719" y="5140802"/>
                </a:moveTo>
                <a:lnTo>
                  <a:pt x="9679910" y="5140802"/>
                </a:lnTo>
                <a:cubicBezTo>
                  <a:pt x="9679910" y="5140802"/>
                  <a:pt x="9686221" y="5193324"/>
                  <a:pt x="9686221" y="5255024"/>
                </a:cubicBezTo>
                <a:cubicBezTo>
                  <a:pt x="9686221" y="5316724"/>
                  <a:pt x="9679910" y="5369183"/>
                  <a:pt x="9679910" y="5369183"/>
                </a:cubicBezTo>
                <a:lnTo>
                  <a:pt x="9634719" y="5369183"/>
                </a:lnTo>
                <a:cubicBezTo>
                  <a:pt x="9634719" y="5369183"/>
                  <a:pt x="9628408" y="5316661"/>
                  <a:pt x="9628408" y="5255024"/>
                </a:cubicBezTo>
                <a:cubicBezTo>
                  <a:pt x="9628408" y="5193388"/>
                  <a:pt x="9634719" y="5140802"/>
                  <a:pt x="9634719" y="5140802"/>
                </a:cubicBezTo>
                <a:close/>
                <a:moveTo>
                  <a:pt x="8843577" y="5140802"/>
                </a:moveTo>
                <a:lnTo>
                  <a:pt x="8888832" y="5140802"/>
                </a:lnTo>
                <a:cubicBezTo>
                  <a:pt x="8888832" y="5140802"/>
                  <a:pt x="8895079" y="5193324"/>
                  <a:pt x="8895079" y="5255024"/>
                </a:cubicBezTo>
                <a:cubicBezTo>
                  <a:pt x="8895079" y="5316724"/>
                  <a:pt x="8888832" y="5369183"/>
                  <a:pt x="8888832" y="5369183"/>
                </a:cubicBezTo>
                <a:lnTo>
                  <a:pt x="8843577" y="5369183"/>
                </a:lnTo>
                <a:cubicBezTo>
                  <a:pt x="8843577" y="5369183"/>
                  <a:pt x="8837330" y="5316661"/>
                  <a:pt x="8837330" y="5255024"/>
                </a:cubicBezTo>
                <a:cubicBezTo>
                  <a:pt x="8837330" y="5193388"/>
                  <a:pt x="8843577" y="5140802"/>
                  <a:pt x="8843577" y="5140802"/>
                </a:cubicBezTo>
                <a:close/>
                <a:moveTo>
                  <a:pt x="8052435" y="5140802"/>
                </a:moveTo>
                <a:lnTo>
                  <a:pt x="8097691" y="5140802"/>
                </a:lnTo>
                <a:cubicBezTo>
                  <a:pt x="8097691" y="5140802"/>
                  <a:pt x="8103938" y="5193324"/>
                  <a:pt x="8103938" y="5255024"/>
                </a:cubicBezTo>
                <a:cubicBezTo>
                  <a:pt x="8103938" y="5316724"/>
                  <a:pt x="8097691" y="5369183"/>
                  <a:pt x="8097691" y="5369183"/>
                </a:cubicBezTo>
                <a:lnTo>
                  <a:pt x="8052435" y="5369183"/>
                </a:lnTo>
                <a:cubicBezTo>
                  <a:pt x="8052435" y="5369183"/>
                  <a:pt x="8046189" y="5316661"/>
                  <a:pt x="8046189" y="5255024"/>
                </a:cubicBezTo>
                <a:cubicBezTo>
                  <a:pt x="8046189" y="5193388"/>
                  <a:pt x="8052435" y="5140802"/>
                  <a:pt x="8052435" y="5140802"/>
                </a:cubicBezTo>
                <a:close/>
                <a:moveTo>
                  <a:pt x="7261293" y="5140802"/>
                </a:moveTo>
                <a:lnTo>
                  <a:pt x="7306549" y="5140802"/>
                </a:lnTo>
                <a:cubicBezTo>
                  <a:pt x="7306549" y="5140802"/>
                  <a:pt x="7312860" y="5193324"/>
                  <a:pt x="7312860" y="5255024"/>
                </a:cubicBezTo>
                <a:cubicBezTo>
                  <a:pt x="7312860" y="5316724"/>
                  <a:pt x="7306549" y="5369183"/>
                  <a:pt x="7306549" y="5369183"/>
                </a:cubicBezTo>
                <a:lnTo>
                  <a:pt x="7261293" y="5369183"/>
                </a:lnTo>
                <a:cubicBezTo>
                  <a:pt x="7261293" y="5369183"/>
                  <a:pt x="7255047" y="5316661"/>
                  <a:pt x="7255047" y="5255024"/>
                </a:cubicBezTo>
                <a:cubicBezTo>
                  <a:pt x="7255047" y="5193388"/>
                  <a:pt x="7261293" y="5140802"/>
                  <a:pt x="7261293" y="5140802"/>
                </a:cubicBezTo>
                <a:close/>
                <a:moveTo>
                  <a:pt x="6470217" y="5140802"/>
                </a:moveTo>
                <a:lnTo>
                  <a:pt x="6515408" y="5140802"/>
                </a:lnTo>
                <a:cubicBezTo>
                  <a:pt x="6515408" y="5140802"/>
                  <a:pt x="6521719" y="5193324"/>
                  <a:pt x="6521719" y="5255024"/>
                </a:cubicBezTo>
                <a:cubicBezTo>
                  <a:pt x="6521719" y="5316724"/>
                  <a:pt x="6515408" y="5369183"/>
                  <a:pt x="6515408" y="5369183"/>
                </a:cubicBezTo>
                <a:lnTo>
                  <a:pt x="6470217" y="5369183"/>
                </a:lnTo>
                <a:cubicBezTo>
                  <a:pt x="6470217" y="5369183"/>
                  <a:pt x="6463906" y="5316661"/>
                  <a:pt x="6463906" y="5255024"/>
                </a:cubicBezTo>
                <a:cubicBezTo>
                  <a:pt x="6463906" y="5193388"/>
                  <a:pt x="6470217" y="5140802"/>
                  <a:pt x="6470217" y="5140802"/>
                </a:cubicBezTo>
                <a:close/>
                <a:moveTo>
                  <a:pt x="5679084" y="5140802"/>
                </a:moveTo>
                <a:lnTo>
                  <a:pt x="5724338" y="5140802"/>
                </a:lnTo>
                <a:cubicBezTo>
                  <a:pt x="5724338" y="5140802"/>
                  <a:pt x="5730645" y="5193324"/>
                  <a:pt x="5730645" y="5255024"/>
                </a:cubicBezTo>
                <a:cubicBezTo>
                  <a:pt x="5730645" y="5316724"/>
                  <a:pt x="5724338" y="5369183"/>
                  <a:pt x="5724338" y="5369183"/>
                </a:cubicBezTo>
                <a:lnTo>
                  <a:pt x="5679084" y="5369183"/>
                </a:lnTo>
                <a:cubicBezTo>
                  <a:pt x="5679084" y="5369183"/>
                  <a:pt x="5672835" y="5316661"/>
                  <a:pt x="5672835" y="5255024"/>
                </a:cubicBezTo>
                <a:cubicBezTo>
                  <a:pt x="5672835" y="5193388"/>
                  <a:pt x="5679084" y="5140802"/>
                  <a:pt x="5679084" y="5140802"/>
                </a:cubicBezTo>
                <a:close/>
                <a:moveTo>
                  <a:pt x="4887944" y="5140802"/>
                </a:moveTo>
                <a:lnTo>
                  <a:pt x="4933198" y="5140802"/>
                </a:lnTo>
                <a:cubicBezTo>
                  <a:pt x="4933198" y="5140802"/>
                  <a:pt x="4939507" y="5193324"/>
                  <a:pt x="4939507" y="5255024"/>
                </a:cubicBezTo>
                <a:cubicBezTo>
                  <a:pt x="4939507" y="5316724"/>
                  <a:pt x="4933198" y="5369183"/>
                  <a:pt x="4933198" y="5369183"/>
                </a:cubicBezTo>
                <a:lnTo>
                  <a:pt x="4887944" y="5369183"/>
                </a:lnTo>
                <a:cubicBezTo>
                  <a:pt x="4887944" y="5369183"/>
                  <a:pt x="4881632" y="5316661"/>
                  <a:pt x="4881632" y="5255024"/>
                </a:cubicBezTo>
                <a:cubicBezTo>
                  <a:pt x="4881632" y="5193388"/>
                  <a:pt x="4887944" y="5140802"/>
                  <a:pt x="4887944" y="5140802"/>
                </a:cubicBezTo>
                <a:close/>
                <a:moveTo>
                  <a:pt x="4096880" y="5140802"/>
                </a:moveTo>
                <a:lnTo>
                  <a:pt x="4142136" y="5140802"/>
                </a:lnTo>
                <a:cubicBezTo>
                  <a:pt x="4142136" y="5140802"/>
                  <a:pt x="4148446" y="5193324"/>
                  <a:pt x="4148446" y="5255024"/>
                </a:cubicBezTo>
                <a:cubicBezTo>
                  <a:pt x="4148446" y="5316724"/>
                  <a:pt x="4142136" y="5369183"/>
                  <a:pt x="4142136" y="5369183"/>
                </a:cubicBezTo>
                <a:lnTo>
                  <a:pt x="4096880" y="5369183"/>
                </a:lnTo>
                <a:cubicBezTo>
                  <a:pt x="4096880" y="5369183"/>
                  <a:pt x="4090633" y="5316661"/>
                  <a:pt x="4090633" y="5255024"/>
                </a:cubicBezTo>
                <a:cubicBezTo>
                  <a:pt x="4090633" y="5193388"/>
                  <a:pt x="4096880" y="5140802"/>
                  <a:pt x="4096880" y="5140802"/>
                </a:cubicBezTo>
                <a:close/>
                <a:moveTo>
                  <a:pt x="3305820" y="5140802"/>
                </a:moveTo>
                <a:lnTo>
                  <a:pt x="3351078" y="5140802"/>
                </a:lnTo>
                <a:cubicBezTo>
                  <a:pt x="3351078" y="5140802"/>
                  <a:pt x="3357385" y="5193324"/>
                  <a:pt x="3357385" y="5255024"/>
                </a:cubicBezTo>
                <a:cubicBezTo>
                  <a:pt x="3357385" y="5316724"/>
                  <a:pt x="3351078" y="5369183"/>
                  <a:pt x="3351078" y="5369183"/>
                </a:cubicBezTo>
                <a:lnTo>
                  <a:pt x="3305820" y="5369183"/>
                </a:lnTo>
                <a:cubicBezTo>
                  <a:pt x="3305820" y="5369183"/>
                  <a:pt x="3299575" y="5316661"/>
                  <a:pt x="3299575" y="5255024"/>
                </a:cubicBezTo>
                <a:cubicBezTo>
                  <a:pt x="3299575" y="5193388"/>
                  <a:pt x="3305820" y="5140802"/>
                  <a:pt x="3305820" y="5140802"/>
                </a:cubicBezTo>
                <a:close/>
                <a:moveTo>
                  <a:pt x="2514689" y="5140802"/>
                </a:moveTo>
                <a:lnTo>
                  <a:pt x="2559944" y="5140802"/>
                </a:lnTo>
                <a:cubicBezTo>
                  <a:pt x="2559944" y="5140802"/>
                  <a:pt x="2566255" y="5193324"/>
                  <a:pt x="2566255" y="5255024"/>
                </a:cubicBezTo>
                <a:cubicBezTo>
                  <a:pt x="2566255" y="5316724"/>
                  <a:pt x="2559944" y="5369183"/>
                  <a:pt x="2559944" y="5369183"/>
                </a:cubicBezTo>
                <a:lnTo>
                  <a:pt x="2514689" y="5369183"/>
                </a:lnTo>
                <a:cubicBezTo>
                  <a:pt x="2514689" y="5369183"/>
                  <a:pt x="2508380" y="5316661"/>
                  <a:pt x="2508380" y="5255024"/>
                </a:cubicBezTo>
                <a:cubicBezTo>
                  <a:pt x="2508380" y="5193388"/>
                  <a:pt x="2514689" y="5140802"/>
                  <a:pt x="2514689" y="5140802"/>
                </a:cubicBezTo>
                <a:close/>
                <a:moveTo>
                  <a:pt x="1723556" y="5140802"/>
                </a:moveTo>
                <a:lnTo>
                  <a:pt x="1768814" y="5140802"/>
                </a:lnTo>
                <a:cubicBezTo>
                  <a:pt x="1768814" y="5140802"/>
                  <a:pt x="1775124" y="5193324"/>
                  <a:pt x="1775124" y="5255024"/>
                </a:cubicBezTo>
                <a:cubicBezTo>
                  <a:pt x="1775124" y="5316724"/>
                  <a:pt x="1768814" y="5369183"/>
                  <a:pt x="1768814" y="5369183"/>
                </a:cubicBezTo>
                <a:lnTo>
                  <a:pt x="1723556" y="5369183"/>
                </a:lnTo>
                <a:cubicBezTo>
                  <a:pt x="1723556" y="5369183"/>
                  <a:pt x="1717310" y="5316661"/>
                  <a:pt x="1717310" y="5255024"/>
                </a:cubicBezTo>
                <a:cubicBezTo>
                  <a:pt x="1717310" y="5193388"/>
                  <a:pt x="1723556" y="5140802"/>
                  <a:pt x="1723556" y="5140802"/>
                </a:cubicBezTo>
                <a:close/>
                <a:moveTo>
                  <a:pt x="932414" y="5140802"/>
                </a:moveTo>
                <a:lnTo>
                  <a:pt x="977669" y="5140802"/>
                </a:lnTo>
                <a:cubicBezTo>
                  <a:pt x="977669" y="5140802"/>
                  <a:pt x="983979" y="5193324"/>
                  <a:pt x="983979" y="5255024"/>
                </a:cubicBezTo>
                <a:cubicBezTo>
                  <a:pt x="983979" y="5316724"/>
                  <a:pt x="977669" y="5369183"/>
                  <a:pt x="977669" y="5369183"/>
                </a:cubicBezTo>
                <a:lnTo>
                  <a:pt x="932414" y="5369183"/>
                </a:lnTo>
                <a:cubicBezTo>
                  <a:pt x="932414" y="5369183"/>
                  <a:pt x="926104" y="5316661"/>
                  <a:pt x="926104" y="5255024"/>
                </a:cubicBezTo>
                <a:cubicBezTo>
                  <a:pt x="926104" y="5193388"/>
                  <a:pt x="932414" y="5140802"/>
                  <a:pt x="932414" y="5140802"/>
                </a:cubicBezTo>
                <a:close/>
                <a:moveTo>
                  <a:pt x="141346" y="5140802"/>
                </a:moveTo>
                <a:lnTo>
                  <a:pt x="186600" y="5140802"/>
                </a:lnTo>
                <a:cubicBezTo>
                  <a:pt x="186600" y="5140802"/>
                  <a:pt x="192910" y="5193324"/>
                  <a:pt x="192910" y="5255024"/>
                </a:cubicBezTo>
                <a:cubicBezTo>
                  <a:pt x="192910" y="5316724"/>
                  <a:pt x="186600" y="5369183"/>
                  <a:pt x="186600" y="5369183"/>
                </a:cubicBezTo>
                <a:lnTo>
                  <a:pt x="141346" y="5369183"/>
                </a:lnTo>
                <a:cubicBezTo>
                  <a:pt x="141346" y="5369183"/>
                  <a:pt x="135099" y="5316661"/>
                  <a:pt x="135099" y="5255024"/>
                </a:cubicBezTo>
                <a:cubicBezTo>
                  <a:pt x="135099" y="5193388"/>
                  <a:pt x="141346" y="5140802"/>
                  <a:pt x="141346" y="5140802"/>
                </a:cubicBezTo>
                <a:close/>
                <a:moveTo>
                  <a:pt x="5811965" y="5064146"/>
                </a:moveTo>
                <a:lnTo>
                  <a:pt x="5820348" y="5067852"/>
                </a:lnTo>
                <a:cubicBezTo>
                  <a:pt x="5836528" y="5075142"/>
                  <a:pt x="5873901" y="5092615"/>
                  <a:pt x="5913960" y="5115752"/>
                </a:cubicBezTo>
                <a:cubicBezTo>
                  <a:pt x="5967374" y="5146602"/>
                  <a:pt x="6009695" y="5178281"/>
                  <a:pt x="6009695" y="5178281"/>
                </a:cubicBezTo>
                <a:lnTo>
                  <a:pt x="5987067" y="5217482"/>
                </a:lnTo>
                <a:cubicBezTo>
                  <a:pt x="5987067" y="5217482"/>
                  <a:pt x="5938437" y="5196638"/>
                  <a:pt x="5885086" y="5165852"/>
                </a:cubicBezTo>
                <a:cubicBezTo>
                  <a:pt x="5831672" y="5135002"/>
                  <a:pt x="5789350" y="5103323"/>
                  <a:pt x="5789350" y="5103323"/>
                </a:cubicBezTo>
                <a:close/>
                <a:moveTo>
                  <a:pt x="5020837" y="5064146"/>
                </a:moveTo>
                <a:lnTo>
                  <a:pt x="5029217" y="5067852"/>
                </a:lnTo>
                <a:cubicBezTo>
                  <a:pt x="5045401" y="5075142"/>
                  <a:pt x="5082770" y="5092615"/>
                  <a:pt x="5122827" y="5115752"/>
                </a:cubicBezTo>
                <a:cubicBezTo>
                  <a:pt x="5176242" y="5146602"/>
                  <a:pt x="5218566" y="5178281"/>
                  <a:pt x="5218566" y="5178281"/>
                </a:cubicBezTo>
                <a:lnTo>
                  <a:pt x="5195941" y="5217482"/>
                </a:lnTo>
                <a:cubicBezTo>
                  <a:pt x="5195941" y="5217482"/>
                  <a:pt x="5147307" y="5196638"/>
                  <a:pt x="5093953" y="5165852"/>
                </a:cubicBezTo>
                <a:cubicBezTo>
                  <a:pt x="5040542" y="5135002"/>
                  <a:pt x="4998215" y="5103323"/>
                  <a:pt x="4998215" y="5103323"/>
                </a:cubicBezTo>
                <a:close/>
                <a:moveTo>
                  <a:pt x="4229752" y="5064146"/>
                </a:moveTo>
                <a:lnTo>
                  <a:pt x="4238133" y="5067852"/>
                </a:lnTo>
                <a:cubicBezTo>
                  <a:pt x="4254316" y="5075142"/>
                  <a:pt x="4291687" y="5092615"/>
                  <a:pt x="4331748" y="5115752"/>
                </a:cubicBezTo>
                <a:cubicBezTo>
                  <a:pt x="4385164" y="5146602"/>
                  <a:pt x="4427491" y="5178281"/>
                  <a:pt x="4427491" y="5178281"/>
                </a:cubicBezTo>
                <a:lnTo>
                  <a:pt x="4404860" y="5217482"/>
                </a:lnTo>
                <a:cubicBezTo>
                  <a:pt x="4404860" y="5217482"/>
                  <a:pt x="4356228" y="5196638"/>
                  <a:pt x="4302877" y="5165852"/>
                </a:cubicBezTo>
                <a:cubicBezTo>
                  <a:pt x="4249460" y="5135002"/>
                  <a:pt x="4207137" y="5103323"/>
                  <a:pt x="4207137" y="5103323"/>
                </a:cubicBezTo>
                <a:close/>
                <a:moveTo>
                  <a:pt x="3438701" y="5064146"/>
                </a:moveTo>
                <a:lnTo>
                  <a:pt x="3447084" y="5067852"/>
                </a:lnTo>
                <a:cubicBezTo>
                  <a:pt x="3463267" y="5075142"/>
                  <a:pt x="3500641" y="5092615"/>
                  <a:pt x="3540702" y="5115752"/>
                </a:cubicBezTo>
                <a:cubicBezTo>
                  <a:pt x="3594111" y="5146602"/>
                  <a:pt x="3636436" y="5178281"/>
                  <a:pt x="3636436" y="5178281"/>
                </a:cubicBezTo>
                <a:lnTo>
                  <a:pt x="3613807" y="5217482"/>
                </a:lnTo>
                <a:cubicBezTo>
                  <a:pt x="3613807" y="5217482"/>
                  <a:pt x="3565177" y="5196638"/>
                  <a:pt x="3511829" y="5165852"/>
                </a:cubicBezTo>
                <a:cubicBezTo>
                  <a:pt x="3458412" y="5135002"/>
                  <a:pt x="3416090" y="5103323"/>
                  <a:pt x="3416090" y="5103323"/>
                </a:cubicBezTo>
                <a:close/>
                <a:moveTo>
                  <a:pt x="2647573" y="5064146"/>
                </a:moveTo>
                <a:lnTo>
                  <a:pt x="2655955" y="5067852"/>
                </a:lnTo>
                <a:cubicBezTo>
                  <a:pt x="2672137" y="5075142"/>
                  <a:pt x="2709510" y="5092615"/>
                  <a:pt x="2749571" y="5115752"/>
                </a:cubicBezTo>
                <a:cubicBezTo>
                  <a:pt x="2802981" y="5146602"/>
                  <a:pt x="2845305" y="5178281"/>
                  <a:pt x="2845305" y="5178281"/>
                </a:cubicBezTo>
                <a:lnTo>
                  <a:pt x="2822677" y="5217482"/>
                </a:lnTo>
                <a:cubicBezTo>
                  <a:pt x="2822677" y="5217482"/>
                  <a:pt x="2774046" y="5196638"/>
                  <a:pt x="2720696" y="5165852"/>
                </a:cubicBezTo>
                <a:cubicBezTo>
                  <a:pt x="2667283" y="5135002"/>
                  <a:pt x="2624959" y="5103323"/>
                  <a:pt x="2624959" y="5103323"/>
                </a:cubicBezTo>
                <a:close/>
                <a:moveTo>
                  <a:pt x="1856440" y="5064146"/>
                </a:moveTo>
                <a:lnTo>
                  <a:pt x="1864826" y="5067852"/>
                </a:lnTo>
                <a:cubicBezTo>
                  <a:pt x="1881007" y="5075142"/>
                  <a:pt x="1918378" y="5092615"/>
                  <a:pt x="1958439" y="5115752"/>
                </a:cubicBezTo>
                <a:cubicBezTo>
                  <a:pt x="2011851" y="5146602"/>
                  <a:pt x="2054174" y="5178281"/>
                  <a:pt x="2054174" y="5178281"/>
                </a:cubicBezTo>
                <a:lnTo>
                  <a:pt x="2031546" y="5217482"/>
                </a:lnTo>
                <a:cubicBezTo>
                  <a:pt x="2031546" y="5217482"/>
                  <a:pt x="1982915" y="5196638"/>
                  <a:pt x="1929564" y="5165852"/>
                </a:cubicBezTo>
                <a:cubicBezTo>
                  <a:pt x="1876149" y="5135002"/>
                  <a:pt x="1833827" y="5103323"/>
                  <a:pt x="1833827" y="5103323"/>
                </a:cubicBezTo>
                <a:close/>
                <a:moveTo>
                  <a:pt x="1065369" y="5064146"/>
                </a:moveTo>
                <a:lnTo>
                  <a:pt x="1073750" y="5067852"/>
                </a:lnTo>
                <a:cubicBezTo>
                  <a:pt x="1089933" y="5075142"/>
                  <a:pt x="1127304" y="5092615"/>
                  <a:pt x="1167366" y="5115752"/>
                </a:cubicBezTo>
                <a:cubicBezTo>
                  <a:pt x="1220781" y="5146602"/>
                  <a:pt x="1263103" y="5178281"/>
                  <a:pt x="1263103" y="5178281"/>
                </a:cubicBezTo>
                <a:lnTo>
                  <a:pt x="1240476" y="5217482"/>
                </a:lnTo>
                <a:cubicBezTo>
                  <a:pt x="1240476" y="5217482"/>
                  <a:pt x="1191840" y="5196638"/>
                  <a:pt x="1138491" y="5165852"/>
                </a:cubicBezTo>
                <a:cubicBezTo>
                  <a:pt x="1085076" y="5135002"/>
                  <a:pt x="1042746" y="5103323"/>
                  <a:pt x="1042746" y="5103323"/>
                </a:cubicBezTo>
                <a:close/>
                <a:moveTo>
                  <a:pt x="274229" y="5064146"/>
                </a:moveTo>
                <a:lnTo>
                  <a:pt x="282613" y="5067852"/>
                </a:lnTo>
                <a:cubicBezTo>
                  <a:pt x="298794" y="5075142"/>
                  <a:pt x="336166" y="5092615"/>
                  <a:pt x="376224" y="5115752"/>
                </a:cubicBezTo>
                <a:cubicBezTo>
                  <a:pt x="429637" y="5146602"/>
                  <a:pt x="471959" y="5178281"/>
                  <a:pt x="471959" y="5178281"/>
                </a:cubicBezTo>
                <a:lnTo>
                  <a:pt x="449332" y="5217482"/>
                </a:lnTo>
                <a:cubicBezTo>
                  <a:pt x="449332" y="5217482"/>
                  <a:pt x="400701" y="5196638"/>
                  <a:pt x="347352" y="5165852"/>
                </a:cubicBezTo>
                <a:cubicBezTo>
                  <a:pt x="293937" y="5135002"/>
                  <a:pt x="251614" y="5103323"/>
                  <a:pt x="251614" y="5103323"/>
                </a:cubicBezTo>
                <a:close/>
                <a:moveTo>
                  <a:pt x="12140914" y="5064123"/>
                </a:moveTo>
                <a:cubicBezTo>
                  <a:pt x="12140914" y="5064123"/>
                  <a:pt x="12153072" y="5069318"/>
                  <a:pt x="12171908" y="5078369"/>
                </a:cubicBezTo>
                <a:lnTo>
                  <a:pt x="12203753" y="5095124"/>
                </a:lnTo>
                <a:lnTo>
                  <a:pt x="12203753" y="5159336"/>
                </a:lnTo>
                <a:lnTo>
                  <a:pt x="12146156" y="5123019"/>
                </a:lnTo>
                <a:cubicBezTo>
                  <a:pt x="12128883" y="5111243"/>
                  <a:pt x="12118286" y="5103323"/>
                  <a:pt x="12118286" y="5103323"/>
                </a:cubicBezTo>
                <a:close/>
                <a:moveTo>
                  <a:pt x="11920501" y="5064123"/>
                </a:moveTo>
                <a:lnTo>
                  <a:pt x="11943128" y="5103323"/>
                </a:lnTo>
                <a:cubicBezTo>
                  <a:pt x="11943128" y="5103323"/>
                  <a:pt x="11900804" y="5135002"/>
                  <a:pt x="11847390" y="5165852"/>
                </a:cubicBezTo>
                <a:cubicBezTo>
                  <a:pt x="11793976" y="5196702"/>
                  <a:pt x="11745343" y="5217482"/>
                  <a:pt x="11745343" y="5217482"/>
                </a:cubicBezTo>
                <a:lnTo>
                  <a:pt x="11722715" y="5178281"/>
                </a:lnTo>
                <a:cubicBezTo>
                  <a:pt x="11722715" y="5178281"/>
                  <a:pt x="11765038" y="5146602"/>
                  <a:pt x="11818516" y="5115752"/>
                </a:cubicBezTo>
                <a:cubicBezTo>
                  <a:pt x="11871867" y="5084902"/>
                  <a:pt x="11920501" y="5064123"/>
                  <a:pt x="11920501" y="5064123"/>
                </a:cubicBezTo>
                <a:close/>
                <a:moveTo>
                  <a:pt x="11349836" y="5064123"/>
                </a:moveTo>
                <a:cubicBezTo>
                  <a:pt x="11349836" y="5064123"/>
                  <a:pt x="11398406" y="5084902"/>
                  <a:pt x="11451820" y="5115752"/>
                </a:cubicBezTo>
                <a:cubicBezTo>
                  <a:pt x="11505234" y="5146602"/>
                  <a:pt x="11547558" y="5178281"/>
                  <a:pt x="11547558" y="5178281"/>
                </a:cubicBezTo>
                <a:lnTo>
                  <a:pt x="11524930" y="5217482"/>
                </a:lnTo>
                <a:cubicBezTo>
                  <a:pt x="11524930" y="5217482"/>
                  <a:pt x="11476360" y="5196638"/>
                  <a:pt x="11422946" y="5165852"/>
                </a:cubicBezTo>
                <a:cubicBezTo>
                  <a:pt x="11369531" y="5135002"/>
                  <a:pt x="11327208" y="5103323"/>
                  <a:pt x="11327208" y="5103323"/>
                </a:cubicBezTo>
                <a:close/>
                <a:moveTo>
                  <a:pt x="11129360" y="5064123"/>
                </a:moveTo>
                <a:lnTo>
                  <a:pt x="11151987" y="5103323"/>
                </a:lnTo>
                <a:cubicBezTo>
                  <a:pt x="11151987" y="5103323"/>
                  <a:pt x="11109664" y="5135002"/>
                  <a:pt x="11056249" y="5165852"/>
                </a:cubicBezTo>
                <a:cubicBezTo>
                  <a:pt x="11002835" y="5196702"/>
                  <a:pt x="10954265" y="5217482"/>
                  <a:pt x="10954265" y="5217482"/>
                </a:cubicBezTo>
                <a:lnTo>
                  <a:pt x="10931638" y="5178281"/>
                </a:lnTo>
                <a:cubicBezTo>
                  <a:pt x="10931638" y="5178281"/>
                  <a:pt x="10973961" y="5146602"/>
                  <a:pt x="11027376" y="5115752"/>
                </a:cubicBezTo>
                <a:cubicBezTo>
                  <a:pt x="11080790" y="5084902"/>
                  <a:pt x="11129360" y="5064123"/>
                  <a:pt x="11129360" y="5064123"/>
                </a:cubicBezTo>
                <a:close/>
                <a:moveTo>
                  <a:pt x="10558694" y="5064123"/>
                </a:moveTo>
                <a:cubicBezTo>
                  <a:pt x="10558694" y="5064123"/>
                  <a:pt x="10607264" y="5084902"/>
                  <a:pt x="10660678" y="5115752"/>
                </a:cubicBezTo>
                <a:cubicBezTo>
                  <a:pt x="10714092" y="5146602"/>
                  <a:pt x="10756416" y="5178281"/>
                  <a:pt x="10756416" y="5178281"/>
                </a:cubicBezTo>
                <a:lnTo>
                  <a:pt x="10733788" y="5217482"/>
                </a:lnTo>
                <a:cubicBezTo>
                  <a:pt x="10733788" y="5217482"/>
                  <a:pt x="10685218" y="5196638"/>
                  <a:pt x="10631804" y="5165852"/>
                </a:cubicBezTo>
                <a:cubicBezTo>
                  <a:pt x="10578389" y="5135002"/>
                  <a:pt x="10536066" y="5103323"/>
                  <a:pt x="10536066" y="5103323"/>
                </a:cubicBezTo>
                <a:close/>
                <a:moveTo>
                  <a:pt x="10338218" y="5064123"/>
                </a:moveTo>
                <a:lnTo>
                  <a:pt x="10360845" y="5103323"/>
                </a:lnTo>
                <a:cubicBezTo>
                  <a:pt x="10360845" y="5103323"/>
                  <a:pt x="10318522" y="5135002"/>
                  <a:pt x="10265107" y="5165852"/>
                </a:cubicBezTo>
                <a:cubicBezTo>
                  <a:pt x="10211693" y="5196702"/>
                  <a:pt x="10163123" y="5217482"/>
                  <a:pt x="10163123" y="5217482"/>
                </a:cubicBezTo>
                <a:lnTo>
                  <a:pt x="10140496" y="5178281"/>
                </a:lnTo>
                <a:cubicBezTo>
                  <a:pt x="10140496" y="5178281"/>
                  <a:pt x="10182819" y="5146602"/>
                  <a:pt x="10236234" y="5115752"/>
                </a:cubicBezTo>
                <a:cubicBezTo>
                  <a:pt x="10289648" y="5084902"/>
                  <a:pt x="10338218" y="5064123"/>
                  <a:pt x="10338218" y="5064123"/>
                </a:cubicBezTo>
                <a:close/>
                <a:moveTo>
                  <a:pt x="9767553" y="5064123"/>
                </a:moveTo>
                <a:cubicBezTo>
                  <a:pt x="9767553" y="5064123"/>
                  <a:pt x="9816187" y="5084902"/>
                  <a:pt x="9869601" y="5115752"/>
                </a:cubicBezTo>
                <a:cubicBezTo>
                  <a:pt x="9923015" y="5146602"/>
                  <a:pt x="9965339" y="5178281"/>
                  <a:pt x="9965339" y="5178281"/>
                </a:cubicBezTo>
                <a:lnTo>
                  <a:pt x="9942711" y="5217482"/>
                </a:lnTo>
                <a:cubicBezTo>
                  <a:pt x="9942711" y="5217482"/>
                  <a:pt x="9894077" y="5196638"/>
                  <a:pt x="9840663" y="5165852"/>
                </a:cubicBezTo>
                <a:cubicBezTo>
                  <a:pt x="9787248" y="5135002"/>
                  <a:pt x="9744925" y="5103323"/>
                  <a:pt x="9744925" y="5103323"/>
                </a:cubicBezTo>
                <a:close/>
                <a:moveTo>
                  <a:pt x="9547140" y="5064123"/>
                </a:moveTo>
                <a:lnTo>
                  <a:pt x="9569768" y="5103323"/>
                </a:lnTo>
                <a:cubicBezTo>
                  <a:pt x="9569768" y="5103323"/>
                  <a:pt x="9527381" y="5135002"/>
                  <a:pt x="9474030" y="5165852"/>
                </a:cubicBezTo>
                <a:cubicBezTo>
                  <a:pt x="9420552" y="5196702"/>
                  <a:pt x="9371982" y="5217482"/>
                  <a:pt x="9371982" y="5217482"/>
                </a:cubicBezTo>
                <a:lnTo>
                  <a:pt x="9349355" y="5178281"/>
                </a:lnTo>
                <a:cubicBezTo>
                  <a:pt x="9349355" y="5178281"/>
                  <a:pt x="9391678" y="5146602"/>
                  <a:pt x="9445093" y="5115752"/>
                </a:cubicBezTo>
                <a:cubicBezTo>
                  <a:pt x="9498507" y="5084902"/>
                  <a:pt x="9547140" y="5064123"/>
                  <a:pt x="9547140" y="5064123"/>
                </a:cubicBezTo>
                <a:close/>
                <a:moveTo>
                  <a:pt x="8976412" y="5064123"/>
                </a:moveTo>
                <a:cubicBezTo>
                  <a:pt x="8976412" y="5064123"/>
                  <a:pt x="9025046" y="5084902"/>
                  <a:pt x="9078460" y="5115752"/>
                </a:cubicBezTo>
                <a:cubicBezTo>
                  <a:pt x="9131874" y="5146602"/>
                  <a:pt x="9174198" y="5178281"/>
                  <a:pt x="9174198" y="5178281"/>
                </a:cubicBezTo>
                <a:lnTo>
                  <a:pt x="9151570" y="5217482"/>
                </a:lnTo>
                <a:cubicBezTo>
                  <a:pt x="9151570" y="5217482"/>
                  <a:pt x="9102936" y="5196638"/>
                  <a:pt x="9049585" y="5165852"/>
                </a:cubicBezTo>
                <a:cubicBezTo>
                  <a:pt x="8996107" y="5135002"/>
                  <a:pt x="8953784" y="5103323"/>
                  <a:pt x="8953784" y="5103323"/>
                </a:cubicBezTo>
                <a:close/>
                <a:moveTo>
                  <a:pt x="8755998" y="5064123"/>
                </a:moveTo>
                <a:lnTo>
                  <a:pt x="8778626" y="5103323"/>
                </a:lnTo>
                <a:cubicBezTo>
                  <a:pt x="8778626" y="5103323"/>
                  <a:pt x="8736302" y="5135002"/>
                  <a:pt x="8682888" y="5165852"/>
                </a:cubicBezTo>
                <a:cubicBezTo>
                  <a:pt x="8629474" y="5196702"/>
                  <a:pt x="8580840" y="5217482"/>
                  <a:pt x="8580840" y="5217482"/>
                </a:cubicBezTo>
                <a:lnTo>
                  <a:pt x="8558213" y="5178281"/>
                </a:lnTo>
                <a:cubicBezTo>
                  <a:pt x="8558213" y="5178281"/>
                  <a:pt x="8600536" y="5146602"/>
                  <a:pt x="8654014" y="5115752"/>
                </a:cubicBezTo>
                <a:cubicBezTo>
                  <a:pt x="8707364" y="5084902"/>
                  <a:pt x="8755998" y="5064123"/>
                  <a:pt x="8755998" y="5064123"/>
                </a:cubicBezTo>
                <a:close/>
                <a:moveTo>
                  <a:pt x="8185270" y="5064123"/>
                </a:moveTo>
                <a:cubicBezTo>
                  <a:pt x="8185270" y="5064123"/>
                  <a:pt x="8233904" y="5084902"/>
                  <a:pt x="8287318" y="5115752"/>
                </a:cubicBezTo>
                <a:cubicBezTo>
                  <a:pt x="8340732" y="5146602"/>
                  <a:pt x="8383056" y="5178281"/>
                  <a:pt x="8383056" y="5178281"/>
                </a:cubicBezTo>
                <a:lnTo>
                  <a:pt x="8360428" y="5217482"/>
                </a:lnTo>
                <a:cubicBezTo>
                  <a:pt x="8360428" y="5217482"/>
                  <a:pt x="8311794" y="5196638"/>
                  <a:pt x="8258443" y="5165852"/>
                </a:cubicBezTo>
                <a:cubicBezTo>
                  <a:pt x="8204965" y="5135002"/>
                  <a:pt x="8162642" y="5103323"/>
                  <a:pt x="8162642" y="5103323"/>
                </a:cubicBezTo>
                <a:close/>
                <a:moveTo>
                  <a:pt x="7964857" y="5064123"/>
                </a:moveTo>
                <a:lnTo>
                  <a:pt x="7987485" y="5103323"/>
                </a:lnTo>
                <a:cubicBezTo>
                  <a:pt x="7987485" y="5103323"/>
                  <a:pt x="7945161" y="5135002"/>
                  <a:pt x="7891747" y="5165852"/>
                </a:cubicBezTo>
                <a:cubicBezTo>
                  <a:pt x="7838333" y="5196702"/>
                  <a:pt x="7789699" y="5217482"/>
                  <a:pt x="7789699" y="5217482"/>
                </a:cubicBezTo>
                <a:lnTo>
                  <a:pt x="7767072" y="5178281"/>
                </a:lnTo>
                <a:cubicBezTo>
                  <a:pt x="7767072" y="5178281"/>
                  <a:pt x="7809395" y="5146602"/>
                  <a:pt x="7862873" y="5115752"/>
                </a:cubicBezTo>
                <a:cubicBezTo>
                  <a:pt x="7916223" y="5084902"/>
                  <a:pt x="7964857" y="5064123"/>
                  <a:pt x="7964857" y="5064123"/>
                </a:cubicBezTo>
                <a:close/>
                <a:moveTo>
                  <a:pt x="7394192" y="5064123"/>
                </a:moveTo>
                <a:cubicBezTo>
                  <a:pt x="7394192" y="5064123"/>
                  <a:pt x="7442762" y="5084902"/>
                  <a:pt x="7496176" y="5115752"/>
                </a:cubicBezTo>
                <a:cubicBezTo>
                  <a:pt x="7549590" y="5146602"/>
                  <a:pt x="7591913" y="5178281"/>
                  <a:pt x="7591913" y="5178281"/>
                </a:cubicBezTo>
                <a:lnTo>
                  <a:pt x="7569286" y="5217482"/>
                </a:lnTo>
                <a:cubicBezTo>
                  <a:pt x="7569286" y="5217482"/>
                  <a:pt x="7520716" y="5196638"/>
                  <a:pt x="7467302" y="5165852"/>
                </a:cubicBezTo>
                <a:cubicBezTo>
                  <a:pt x="7413887" y="5135002"/>
                  <a:pt x="7371564" y="5103323"/>
                  <a:pt x="7371564" y="5103323"/>
                </a:cubicBezTo>
                <a:close/>
                <a:moveTo>
                  <a:pt x="7173716" y="5064123"/>
                </a:moveTo>
                <a:lnTo>
                  <a:pt x="7196344" y="5103323"/>
                </a:lnTo>
                <a:cubicBezTo>
                  <a:pt x="7196344" y="5103323"/>
                  <a:pt x="7154020" y="5135002"/>
                  <a:pt x="7100606" y="5165852"/>
                </a:cubicBezTo>
                <a:cubicBezTo>
                  <a:pt x="7047191" y="5196702"/>
                  <a:pt x="6998621" y="5217482"/>
                  <a:pt x="6998621" y="5217482"/>
                </a:cubicBezTo>
                <a:lnTo>
                  <a:pt x="6975995" y="5178281"/>
                </a:lnTo>
                <a:cubicBezTo>
                  <a:pt x="6975995" y="5178281"/>
                  <a:pt x="7018317" y="5146602"/>
                  <a:pt x="7071731" y="5115752"/>
                </a:cubicBezTo>
                <a:cubicBezTo>
                  <a:pt x="7125146" y="5084902"/>
                  <a:pt x="7173716" y="5064123"/>
                  <a:pt x="7173716" y="5064123"/>
                </a:cubicBezTo>
                <a:close/>
                <a:moveTo>
                  <a:pt x="6603052" y="5064123"/>
                </a:moveTo>
                <a:cubicBezTo>
                  <a:pt x="6603052" y="5064123"/>
                  <a:pt x="6651621" y="5084902"/>
                  <a:pt x="6705100" y="5115752"/>
                </a:cubicBezTo>
                <a:cubicBezTo>
                  <a:pt x="6758449" y="5146602"/>
                  <a:pt x="6800837" y="5178281"/>
                  <a:pt x="6800837" y="5178281"/>
                </a:cubicBezTo>
                <a:lnTo>
                  <a:pt x="6778210" y="5217482"/>
                </a:lnTo>
                <a:cubicBezTo>
                  <a:pt x="6778210" y="5217482"/>
                  <a:pt x="6729575" y="5196638"/>
                  <a:pt x="6676161" y="5165852"/>
                </a:cubicBezTo>
                <a:cubicBezTo>
                  <a:pt x="6622747" y="5135002"/>
                  <a:pt x="6580424" y="5103323"/>
                  <a:pt x="6580424" y="5103323"/>
                </a:cubicBezTo>
                <a:close/>
                <a:moveTo>
                  <a:pt x="6382638" y="5064123"/>
                </a:moveTo>
                <a:lnTo>
                  <a:pt x="6405266" y="5103323"/>
                </a:lnTo>
                <a:cubicBezTo>
                  <a:pt x="6405266" y="5103323"/>
                  <a:pt x="6362878" y="5135002"/>
                  <a:pt x="6309528" y="5165852"/>
                </a:cubicBezTo>
                <a:cubicBezTo>
                  <a:pt x="6256113" y="5196702"/>
                  <a:pt x="6207480" y="5217482"/>
                  <a:pt x="6207480" y="5217482"/>
                </a:cubicBezTo>
                <a:lnTo>
                  <a:pt x="6184852" y="5178281"/>
                </a:lnTo>
                <a:cubicBezTo>
                  <a:pt x="6184852" y="5178281"/>
                  <a:pt x="6227176" y="5146602"/>
                  <a:pt x="6280590" y="5115752"/>
                </a:cubicBezTo>
                <a:cubicBezTo>
                  <a:pt x="6334004" y="5084902"/>
                  <a:pt x="6382638" y="5064123"/>
                  <a:pt x="6382638" y="5064123"/>
                </a:cubicBezTo>
                <a:close/>
                <a:moveTo>
                  <a:pt x="5811914" y="5064123"/>
                </a:moveTo>
                <a:lnTo>
                  <a:pt x="5811979" y="5064123"/>
                </a:lnTo>
                <a:lnTo>
                  <a:pt x="5811965" y="5064146"/>
                </a:lnTo>
                <a:close/>
                <a:moveTo>
                  <a:pt x="5591444" y="5064123"/>
                </a:moveTo>
                <a:lnTo>
                  <a:pt x="5614067" y="5103323"/>
                </a:lnTo>
                <a:cubicBezTo>
                  <a:pt x="5614067" y="5103323"/>
                  <a:pt x="5571746" y="5135002"/>
                  <a:pt x="5518332" y="5165852"/>
                </a:cubicBezTo>
                <a:cubicBezTo>
                  <a:pt x="5464921" y="5196702"/>
                  <a:pt x="5416289" y="5217482"/>
                  <a:pt x="5416289" y="5217482"/>
                </a:cubicBezTo>
                <a:lnTo>
                  <a:pt x="5393662" y="5178281"/>
                </a:lnTo>
                <a:lnTo>
                  <a:pt x="5393724" y="5178281"/>
                </a:lnTo>
                <a:cubicBezTo>
                  <a:pt x="5393724" y="5178281"/>
                  <a:pt x="5436047" y="5146602"/>
                  <a:pt x="5489459" y="5115752"/>
                </a:cubicBezTo>
                <a:cubicBezTo>
                  <a:pt x="5542870" y="5084902"/>
                  <a:pt x="5591444" y="5064123"/>
                  <a:pt x="5591444" y="5064123"/>
                </a:cubicBezTo>
                <a:close/>
                <a:moveTo>
                  <a:pt x="5020783" y="5064123"/>
                </a:moveTo>
                <a:lnTo>
                  <a:pt x="5020848" y="5064123"/>
                </a:lnTo>
                <a:lnTo>
                  <a:pt x="5020837" y="5064146"/>
                </a:lnTo>
                <a:close/>
                <a:moveTo>
                  <a:pt x="4800426" y="5064123"/>
                </a:moveTo>
                <a:lnTo>
                  <a:pt x="4823054" y="5103323"/>
                </a:lnTo>
                <a:cubicBezTo>
                  <a:pt x="4823054" y="5103323"/>
                  <a:pt x="4780733" y="5135002"/>
                  <a:pt x="4727319" y="5165852"/>
                </a:cubicBezTo>
                <a:cubicBezTo>
                  <a:pt x="4673903" y="5196702"/>
                  <a:pt x="4625271" y="5217482"/>
                  <a:pt x="4625271" y="5217482"/>
                </a:cubicBezTo>
                <a:lnTo>
                  <a:pt x="4602649" y="5178281"/>
                </a:lnTo>
                <a:cubicBezTo>
                  <a:pt x="4602649" y="5178281"/>
                  <a:pt x="4644967" y="5146602"/>
                  <a:pt x="4698380" y="5115752"/>
                </a:cubicBezTo>
                <a:cubicBezTo>
                  <a:pt x="4751795" y="5084902"/>
                  <a:pt x="4800426" y="5064123"/>
                  <a:pt x="4800426" y="5064123"/>
                </a:cubicBezTo>
                <a:close/>
                <a:moveTo>
                  <a:pt x="4229702" y="5064123"/>
                </a:moveTo>
                <a:lnTo>
                  <a:pt x="4229764" y="5064123"/>
                </a:lnTo>
                <a:lnTo>
                  <a:pt x="4229752" y="5064146"/>
                </a:lnTo>
                <a:close/>
                <a:moveTo>
                  <a:pt x="4009366" y="5064123"/>
                </a:moveTo>
                <a:lnTo>
                  <a:pt x="4031992" y="5103323"/>
                </a:lnTo>
                <a:cubicBezTo>
                  <a:pt x="4031992" y="5103323"/>
                  <a:pt x="3989670" y="5135002"/>
                  <a:pt x="3936266" y="5165852"/>
                </a:cubicBezTo>
                <a:cubicBezTo>
                  <a:pt x="3882850" y="5196702"/>
                  <a:pt x="3834218" y="5217482"/>
                  <a:pt x="3834218" y="5217482"/>
                </a:cubicBezTo>
                <a:lnTo>
                  <a:pt x="3811587" y="5178281"/>
                </a:lnTo>
                <a:cubicBezTo>
                  <a:pt x="3811587" y="5178281"/>
                  <a:pt x="3853909" y="5146602"/>
                  <a:pt x="3907323" y="5115752"/>
                </a:cubicBezTo>
                <a:cubicBezTo>
                  <a:pt x="3960740" y="5084902"/>
                  <a:pt x="4009366" y="5064123"/>
                  <a:pt x="4009366" y="5064123"/>
                </a:cubicBezTo>
                <a:close/>
                <a:moveTo>
                  <a:pt x="3438650" y="5064123"/>
                </a:moveTo>
                <a:lnTo>
                  <a:pt x="3438713" y="5064123"/>
                </a:lnTo>
                <a:lnTo>
                  <a:pt x="3438701" y="5064146"/>
                </a:lnTo>
                <a:close/>
                <a:moveTo>
                  <a:pt x="3218179" y="5064123"/>
                </a:moveTo>
                <a:lnTo>
                  <a:pt x="3240807" y="5103323"/>
                </a:lnTo>
                <a:cubicBezTo>
                  <a:pt x="3240807" y="5103323"/>
                  <a:pt x="3198481" y="5135002"/>
                  <a:pt x="3145079" y="5165852"/>
                </a:cubicBezTo>
                <a:cubicBezTo>
                  <a:pt x="3091661" y="5196702"/>
                  <a:pt x="3043026" y="5217482"/>
                  <a:pt x="3043026" y="5217482"/>
                </a:cubicBezTo>
                <a:lnTo>
                  <a:pt x="3020398" y="5178281"/>
                </a:lnTo>
                <a:lnTo>
                  <a:pt x="3020464" y="5178281"/>
                </a:lnTo>
                <a:cubicBezTo>
                  <a:pt x="3020464" y="5178281"/>
                  <a:pt x="3062787" y="5146602"/>
                  <a:pt x="3116202" y="5115752"/>
                </a:cubicBezTo>
                <a:cubicBezTo>
                  <a:pt x="3169618" y="5084902"/>
                  <a:pt x="3218179" y="5064123"/>
                  <a:pt x="3218179" y="5064123"/>
                </a:cubicBezTo>
                <a:close/>
                <a:moveTo>
                  <a:pt x="2647521" y="5064123"/>
                </a:moveTo>
                <a:lnTo>
                  <a:pt x="2647585" y="5064123"/>
                </a:lnTo>
                <a:lnTo>
                  <a:pt x="2647573" y="5064146"/>
                </a:lnTo>
                <a:close/>
                <a:moveTo>
                  <a:pt x="2427043" y="5064123"/>
                </a:moveTo>
                <a:lnTo>
                  <a:pt x="2449673" y="5103323"/>
                </a:lnTo>
                <a:cubicBezTo>
                  <a:pt x="2449673" y="5103323"/>
                  <a:pt x="2407348" y="5135002"/>
                  <a:pt x="2353932" y="5165852"/>
                </a:cubicBezTo>
                <a:cubicBezTo>
                  <a:pt x="2300519" y="5196702"/>
                  <a:pt x="2251888" y="5217482"/>
                  <a:pt x="2251888" y="5217482"/>
                </a:cubicBezTo>
                <a:lnTo>
                  <a:pt x="2229258" y="5178281"/>
                </a:lnTo>
                <a:lnTo>
                  <a:pt x="2229324" y="5178281"/>
                </a:lnTo>
                <a:cubicBezTo>
                  <a:pt x="2229324" y="5178281"/>
                  <a:pt x="2271643" y="5146602"/>
                  <a:pt x="2325057" y="5115752"/>
                </a:cubicBezTo>
                <a:cubicBezTo>
                  <a:pt x="2378472" y="5084902"/>
                  <a:pt x="2427043" y="5064123"/>
                  <a:pt x="2427043" y="5064123"/>
                </a:cubicBezTo>
                <a:close/>
                <a:moveTo>
                  <a:pt x="1856390" y="5064123"/>
                </a:moveTo>
                <a:lnTo>
                  <a:pt x="1856455" y="5064123"/>
                </a:lnTo>
                <a:lnTo>
                  <a:pt x="1856440" y="5064146"/>
                </a:lnTo>
                <a:close/>
                <a:moveTo>
                  <a:pt x="1635915" y="5064123"/>
                </a:moveTo>
                <a:lnTo>
                  <a:pt x="1658544" y="5103323"/>
                </a:lnTo>
                <a:cubicBezTo>
                  <a:pt x="1658544" y="5103323"/>
                  <a:pt x="1616219" y="5135002"/>
                  <a:pt x="1562806" y="5165852"/>
                </a:cubicBezTo>
                <a:cubicBezTo>
                  <a:pt x="1509393" y="5196702"/>
                  <a:pt x="1460759" y="5217482"/>
                  <a:pt x="1460759" y="5217482"/>
                </a:cubicBezTo>
                <a:lnTo>
                  <a:pt x="1438131" y="5178281"/>
                </a:lnTo>
                <a:lnTo>
                  <a:pt x="1438196" y="5178281"/>
                </a:lnTo>
                <a:cubicBezTo>
                  <a:pt x="1438196" y="5178281"/>
                  <a:pt x="1480518" y="5146602"/>
                  <a:pt x="1533932" y="5115752"/>
                </a:cubicBezTo>
                <a:cubicBezTo>
                  <a:pt x="1587347" y="5084902"/>
                  <a:pt x="1635915" y="5064123"/>
                  <a:pt x="1635915" y="5064123"/>
                </a:cubicBezTo>
                <a:close/>
                <a:moveTo>
                  <a:pt x="1065317" y="5064123"/>
                </a:moveTo>
                <a:lnTo>
                  <a:pt x="1065382" y="5064123"/>
                </a:lnTo>
                <a:lnTo>
                  <a:pt x="1065369" y="5064146"/>
                </a:lnTo>
                <a:close/>
                <a:moveTo>
                  <a:pt x="844835" y="5064123"/>
                </a:moveTo>
                <a:lnTo>
                  <a:pt x="867464" y="5103323"/>
                </a:lnTo>
                <a:cubicBezTo>
                  <a:pt x="867464" y="5103323"/>
                  <a:pt x="825140" y="5135002"/>
                  <a:pt x="771727" y="5165852"/>
                </a:cubicBezTo>
                <a:cubicBezTo>
                  <a:pt x="718314" y="5196702"/>
                  <a:pt x="669681" y="5217482"/>
                  <a:pt x="669681" y="5217482"/>
                </a:cubicBezTo>
                <a:lnTo>
                  <a:pt x="647052" y="5178281"/>
                </a:lnTo>
                <a:lnTo>
                  <a:pt x="647116" y="5178281"/>
                </a:lnTo>
                <a:cubicBezTo>
                  <a:pt x="647116" y="5178281"/>
                  <a:pt x="689440" y="5146602"/>
                  <a:pt x="742854" y="5115752"/>
                </a:cubicBezTo>
                <a:cubicBezTo>
                  <a:pt x="796266" y="5084902"/>
                  <a:pt x="844835" y="5064123"/>
                  <a:pt x="844835" y="5064123"/>
                </a:cubicBezTo>
                <a:close/>
                <a:moveTo>
                  <a:pt x="274178" y="5064123"/>
                </a:moveTo>
                <a:lnTo>
                  <a:pt x="274242" y="5064123"/>
                </a:lnTo>
                <a:lnTo>
                  <a:pt x="274229" y="5064146"/>
                </a:lnTo>
                <a:close/>
                <a:moveTo>
                  <a:pt x="53706" y="5064123"/>
                </a:moveTo>
                <a:lnTo>
                  <a:pt x="76333" y="5103323"/>
                </a:lnTo>
                <a:cubicBezTo>
                  <a:pt x="76333" y="5103323"/>
                  <a:pt x="65753" y="5111243"/>
                  <a:pt x="48496" y="5123019"/>
                </a:cubicBezTo>
                <a:lnTo>
                  <a:pt x="0" y="5153612"/>
                </a:lnTo>
                <a:lnTo>
                  <a:pt x="0" y="5090341"/>
                </a:lnTo>
                <a:lnTo>
                  <a:pt x="22745" y="5078369"/>
                </a:lnTo>
                <a:cubicBezTo>
                  <a:pt x="41564" y="5069318"/>
                  <a:pt x="53706" y="5064123"/>
                  <a:pt x="53706" y="5064123"/>
                </a:cubicBezTo>
                <a:close/>
                <a:moveTo>
                  <a:pt x="11612508" y="4912422"/>
                </a:moveTo>
                <a:lnTo>
                  <a:pt x="11657764" y="4912422"/>
                </a:lnTo>
                <a:cubicBezTo>
                  <a:pt x="11657764" y="4912422"/>
                  <a:pt x="11664075" y="4964944"/>
                  <a:pt x="11664075" y="5026644"/>
                </a:cubicBezTo>
                <a:cubicBezTo>
                  <a:pt x="11664075" y="5088345"/>
                  <a:pt x="11657764" y="5140803"/>
                  <a:pt x="11657764" y="5140803"/>
                </a:cubicBezTo>
                <a:lnTo>
                  <a:pt x="11612508" y="5140803"/>
                </a:lnTo>
                <a:cubicBezTo>
                  <a:pt x="11612508" y="5140803"/>
                  <a:pt x="11606262" y="5088281"/>
                  <a:pt x="11606262" y="5026644"/>
                </a:cubicBezTo>
                <a:cubicBezTo>
                  <a:pt x="11606262" y="4965008"/>
                  <a:pt x="11612508" y="4912422"/>
                  <a:pt x="11612508" y="4912422"/>
                </a:cubicBezTo>
                <a:close/>
                <a:moveTo>
                  <a:pt x="10821431" y="4912422"/>
                </a:moveTo>
                <a:lnTo>
                  <a:pt x="10866623" y="4912422"/>
                </a:lnTo>
                <a:cubicBezTo>
                  <a:pt x="10866623" y="4912422"/>
                  <a:pt x="10872933" y="4964944"/>
                  <a:pt x="10872933" y="5026644"/>
                </a:cubicBezTo>
                <a:cubicBezTo>
                  <a:pt x="10872933" y="5088345"/>
                  <a:pt x="10866623" y="5140803"/>
                  <a:pt x="10866623" y="5140803"/>
                </a:cubicBezTo>
                <a:lnTo>
                  <a:pt x="10821431" y="5140803"/>
                </a:lnTo>
                <a:cubicBezTo>
                  <a:pt x="10821431" y="5140803"/>
                  <a:pt x="10815121" y="5088281"/>
                  <a:pt x="10815121" y="5026644"/>
                </a:cubicBezTo>
                <a:cubicBezTo>
                  <a:pt x="10815121" y="4965008"/>
                  <a:pt x="10821431" y="4912422"/>
                  <a:pt x="10821431" y="4912422"/>
                </a:cubicBezTo>
                <a:close/>
                <a:moveTo>
                  <a:pt x="10030289" y="4912422"/>
                </a:moveTo>
                <a:lnTo>
                  <a:pt x="10075544" y="4912422"/>
                </a:lnTo>
                <a:cubicBezTo>
                  <a:pt x="10075544" y="4912422"/>
                  <a:pt x="10081791" y="4964944"/>
                  <a:pt x="10081791" y="5026644"/>
                </a:cubicBezTo>
                <a:cubicBezTo>
                  <a:pt x="10081791" y="5088345"/>
                  <a:pt x="10075544" y="5140803"/>
                  <a:pt x="10075544" y="5140803"/>
                </a:cubicBezTo>
                <a:lnTo>
                  <a:pt x="10030289" y="5140803"/>
                </a:lnTo>
                <a:cubicBezTo>
                  <a:pt x="10030289" y="5140803"/>
                  <a:pt x="10023979" y="5088281"/>
                  <a:pt x="10023979" y="5026644"/>
                </a:cubicBezTo>
                <a:cubicBezTo>
                  <a:pt x="10023979" y="4965008"/>
                  <a:pt x="10030289" y="4912422"/>
                  <a:pt x="10030289" y="4912422"/>
                </a:cubicBezTo>
                <a:close/>
                <a:moveTo>
                  <a:pt x="9239147" y="4912422"/>
                </a:moveTo>
                <a:lnTo>
                  <a:pt x="9284403" y="4912422"/>
                </a:lnTo>
                <a:cubicBezTo>
                  <a:pt x="9284403" y="4912422"/>
                  <a:pt x="9290649" y="4964944"/>
                  <a:pt x="9290649" y="5026644"/>
                </a:cubicBezTo>
                <a:cubicBezTo>
                  <a:pt x="9290649" y="5088345"/>
                  <a:pt x="9284403" y="5140803"/>
                  <a:pt x="9284403" y="5140803"/>
                </a:cubicBezTo>
                <a:lnTo>
                  <a:pt x="9239147" y="5140803"/>
                </a:lnTo>
                <a:cubicBezTo>
                  <a:pt x="9239147" y="5140803"/>
                  <a:pt x="9232901" y="5088281"/>
                  <a:pt x="9232901" y="5026644"/>
                </a:cubicBezTo>
                <a:cubicBezTo>
                  <a:pt x="9232901" y="4965008"/>
                  <a:pt x="9239147" y="4912422"/>
                  <a:pt x="9239147" y="4912422"/>
                </a:cubicBezTo>
                <a:close/>
                <a:moveTo>
                  <a:pt x="8448006" y="4912422"/>
                </a:moveTo>
                <a:lnTo>
                  <a:pt x="8493262" y="4912422"/>
                </a:lnTo>
                <a:cubicBezTo>
                  <a:pt x="8493262" y="4912422"/>
                  <a:pt x="8499508" y="4964944"/>
                  <a:pt x="8499508" y="5026644"/>
                </a:cubicBezTo>
                <a:cubicBezTo>
                  <a:pt x="8499508" y="5088345"/>
                  <a:pt x="8493262" y="5140803"/>
                  <a:pt x="8493262" y="5140803"/>
                </a:cubicBezTo>
                <a:lnTo>
                  <a:pt x="8448006" y="5140803"/>
                </a:lnTo>
                <a:cubicBezTo>
                  <a:pt x="8448006" y="5140803"/>
                  <a:pt x="8441760" y="5088281"/>
                  <a:pt x="8441760" y="5026644"/>
                </a:cubicBezTo>
                <a:cubicBezTo>
                  <a:pt x="8441760" y="4965008"/>
                  <a:pt x="8448006" y="4912422"/>
                  <a:pt x="8448006" y="4912422"/>
                </a:cubicBezTo>
                <a:close/>
                <a:moveTo>
                  <a:pt x="7656865" y="4912422"/>
                </a:moveTo>
                <a:lnTo>
                  <a:pt x="7702121" y="4912422"/>
                </a:lnTo>
                <a:cubicBezTo>
                  <a:pt x="7702121" y="4912422"/>
                  <a:pt x="7708431" y="4964944"/>
                  <a:pt x="7708431" y="5026644"/>
                </a:cubicBezTo>
                <a:cubicBezTo>
                  <a:pt x="7708431" y="5088345"/>
                  <a:pt x="7702121" y="5140803"/>
                  <a:pt x="7702121" y="5140803"/>
                </a:cubicBezTo>
                <a:lnTo>
                  <a:pt x="7656865" y="5140803"/>
                </a:lnTo>
                <a:cubicBezTo>
                  <a:pt x="7656865" y="5140803"/>
                  <a:pt x="7650619" y="5088281"/>
                  <a:pt x="7650619" y="5026644"/>
                </a:cubicBezTo>
                <a:cubicBezTo>
                  <a:pt x="7650619" y="4965008"/>
                  <a:pt x="7656865" y="4912422"/>
                  <a:pt x="7656865" y="4912422"/>
                </a:cubicBezTo>
                <a:close/>
                <a:moveTo>
                  <a:pt x="6865787" y="4912422"/>
                </a:moveTo>
                <a:lnTo>
                  <a:pt x="6910979" y="4912422"/>
                </a:lnTo>
                <a:cubicBezTo>
                  <a:pt x="6910979" y="4912422"/>
                  <a:pt x="6917290" y="4964944"/>
                  <a:pt x="6917290" y="5026644"/>
                </a:cubicBezTo>
                <a:cubicBezTo>
                  <a:pt x="6917290" y="5088345"/>
                  <a:pt x="6910979" y="5140803"/>
                  <a:pt x="6910979" y="5140803"/>
                </a:cubicBezTo>
                <a:lnTo>
                  <a:pt x="6865787" y="5140803"/>
                </a:lnTo>
                <a:cubicBezTo>
                  <a:pt x="6865787" y="5140803"/>
                  <a:pt x="6859477" y="5088281"/>
                  <a:pt x="6859477" y="5026644"/>
                </a:cubicBezTo>
                <a:cubicBezTo>
                  <a:pt x="6859477" y="4965008"/>
                  <a:pt x="6865787" y="4912422"/>
                  <a:pt x="6865787" y="4912422"/>
                </a:cubicBezTo>
                <a:close/>
                <a:moveTo>
                  <a:pt x="6074648" y="4912422"/>
                </a:moveTo>
                <a:lnTo>
                  <a:pt x="6119901" y="4912422"/>
                </a:lnTo>
                <a:cubicBezTo>
                  <a:pt x="6119901" y="4912422"/>
                  <a:pt x="6126212" y="4964944"/>
                  <a:pt x="6126212" y="5026644"/>
                </a:cubicBezTo>
                <a:cubicBezTo>
                  <a:pt x="6126212" y="5088345"/>
                  <a:pt x="6119901" y="5140803"/>
                  <a:pt x="6119901" y="5140803"/>
                </a:cubicBezTo>
                <a:lnTo>
                  <a:pt x="6074648" y="5140803"/>
                </a:lnTo>
                <a:cubicBezTo>
                  <a:pt x="6074648" y="5140803"/>
                  <a:pt x="6068337" y="5088281"/>
                  <a:pt x="6068337" y="5026644"/>
                </a:cubicBezTo>
                <a:cubicBezTo>
                  <a:pt x="6068337" y="4965008"/>
                  <a:pt x="6074648" y="4912422"/>
                  <a:pt x="6074648" y="4912422"/>
                </a:cubicBezTo>
                <a:close/>
                <a:moveTo>
                  <a:pt x="5283517" y="4912422"/>
                </a:moveTo>
                <a:lnTo>
                  <a:pt x="5328774" y="4912422"/>
                </a:lnTo>
                <a:cubicBezTo>
                  <a:pt x="5328774" y="4912422"/>
                  <a:pt x="5335084" y="4964944"/>
                  <a:pt x="5335084" y="5026644"/>
                </a:cubicBezTo>
                <a:cubicBezTo>
                  <a:pt x="5335084" y="5088345"/>
                  <a:pt x="5328774" y="5140803"/>
                  <a:pt x="5328774" y="5140803"/>
                </a:cubicBezTo>
                <a:lnTo>
                  <a:pt x="5283517" y="5140803"/>
                </a:lnTo>
                <a:cubicBezTo>
                  <a:pt x="5283517" y="5140803"/>
                  <a:pt x="5277271" y="5088281"/>
                  <a:pt x="5277271" y="5026644"/>
                </a:cubicBezTo>
                <a:cubicBezTo>
                  <a:pt x="5277271" y="4965008"/>
                  <a:pt x="5283517" y="4912422"/>
                  <a:pt x="5283517" y="4912422"/>
                </a:cubicBezTo>
                <a:close/>
                <a:moveTo>
                  <a:pt x="4492377" y="4912422"/>
                </a:moveTo>
                <a:lnTo>
                  <a:pt x="4537632" y="4912422"/>
                </a:lnTo>
                <a:cubicBezTo>
                  <a:pt x="4537632" y="4912422"/>
                  <a:pt x="4543944" y="4964944"/>
                  <a:pt x="4543944" y="5026644"/>
                </a:cubicBezTo>
                <a:cubicBezTo>
                  <a:pt x="4543944" y="5088345"/>
                  <a:pt x="4537632" y="5140803"/>
                  <a:pt x="4537632" y="5140803"/>
                </a:cubicBezTo>
                <a:lnTo>
                  <a:pt x="4492377" y="5140803"/>
                </a:lnTo>
                <a:cubicBezTo>
                  <a:pt x="4492377" y="5140803"/>
                  <a:pt x="4486066" y="5088281"/>
                  <a:pt x="4486066" y="5026644"/>
                </a:cubicBezTo>
                <a:cubicBezTo>
                  <a:pt x="4486066" y="4965008"/>
                  <a:pt x="4492377" y="4912422"/>
                  <a:pt x="4492377" y="4912422"/>
                </a:cubicBezTo>
                <a:close/>
                <a:moveTo>
                  <a:pt x="3701387" y="4912422"/>
                </a:moveTo>
                <a:lnTo>
                  <a:pt x="3746640" y="4912422"/>
                </a:lnTo>
                <a:cubicBezTo>
                  <a:pt x="3746640" y="4912422"/>
                  <a:pt x="3752950" y="4964944"/>
                  <a:pt x="3752950" y="5026644"/>
                </a:cubicBezTo>
                <a:cubicBezTo>
                  <a:pt x="3752950" y="5088345"/>
                  <a:pt x="3746640" y="5140803"/>
                  <a:pt x="3746640" y="5140803"/>
                </a:cubicBezTo>
                <a:lnTo>
                  <a:pt x="3701387" y="5140803"/>
                </a:lnTo>
                <a:cubicBezTo>
                  <a:pt x="3701387" y="5140803"/>
                  <a:pt x="3695140" y="5088281"/>
                  <a:pt x="3695140" y="5026644"/>
                </a:cubicBezTo>
                <a:cubicBezTo>
                  <a:pt x="3695140" y="4965008"/>
                  <a:pt x="3701387" y="4912422"/>
                  <a:pt x="3701387" y="4912422"/>
                </a:cubicBezTo>
                <a:close/>
                <a:moveTo>
                  <a:pt x="2910259" y="4912422"/>
                </a:moveTo>
                <a:lnTo>
                  <a:pt x="2955512" y="4912422"/>
                </a:lnTo>
                <a:cubicBezTo>
                  <a:pt x="2955512" y="4912422"/>
                  <a:pt x="2961822" y="4964944"/>
                  <a:pt x="2961822" y="5026644"/>
                </a:cubicBezTo>
                <a:cubicBezTo>
                  <a:pt x="2961822" y="5088345"/>
                  <a:pt x="2955512" y="5140803"/>
                  <a:pt x="2955512" y="5140803"/>
                </a:cubicBezTo>
                <a:lnTo>
                  <a:pt x="2910259" y="5140803"/>
                </a:lnTo>
                <a:cubicBezTo>
                  <a:pt x="2910259" y="5140803"/>
                  <a:pt x="2904013" y="5088281"/>
                  <a:pt x="2904013" y="5026644"/>
                </a:cubicBezTo>
                <a:cubicBezTo>
                  <a:pt x="2904013" y="4965008"/>
                  <a:pt x="2910259" y="4912422"/>
                  <a:pt x="2910259" y="4912422"/>
                </a:cubicBezTo>
                <a:close/>
                <a:moveTo>
                  <a:pt x="2119119" y="4912422"/>
                </a:moveTo>
                <a:lnTo>
                  <a:pt x="2164366" y="4912422"/>
                </a:lnTo>
                <a:cubicBezTo>
                  <a:pt x="2164366" y="4912422"/>
                  <a:pt x="2170679" y="4964944"/>
                  <a:pt x="2170679" y="5026644"/>
                </a:cubicBezTo>
                <a:cubicBezTo>
                  <a:pt x="2170679" y="5088345"/>
                  <a:pt x="2164366" y="5140803"/>
                  <a:pt x="2164366" y="5140803"/>
                </a:cubicBezTo>
                <a:lnTo>
                  <a:pt x="2119119" y="5140803"/>
                </a:lnTo>
                <a:cubicBezTo>
                  <a:pt x="2119119" y="5140803"/>
                  <a:pt x="2112868" y="5088281"/>
                  <a:pt x="2112868" y="5026644"/>
                </a:cubicBezTo>
                <a:cubicBezTo>
                  <a:pt x="2112868" y="4965008"/>
                  <a:pt x="2119119" y="4912422"/>
                  <a:pt x="2119119" y="4912422"/>
                </a:cubicBezTo>
                <a:close/>
                <a:moveTo>
                  <a:pt x="1327990" y="4912422"/>
                </a:moveTo>
                <a:lnTo>
                  <a:pt x="1373245" y="4912422"/>
                </a:lnTo>
                <a:cubicBezTo>
                  <a:pt x="1373245" y="4912422"/>
                  <a:pt x="1379556" y="4964944"/>
                  <a:pt x="1379556" y="5026644"/>
                </a:cubicBezTo>
                <a:cubicBezTo>
                  <a:pt x="1379556" y="5088345"/>
                  <a:pt x="1373245" y="5140803"/>
                  <a:pt x="1373245" y="5140803"/>
                </a:cubicBezTo>
                <a:lnTo>
                  <a:pt x="1327990" y="5140803"/>
                </a:lnTo>
                <a:cubicBezTo>
                  <a:pt x="1327990" y="5140803"/>
                  <a:pt x="1321744" y="5088281"/>
                  <a:pt x="1321744" y="5026644"/>
                </a:cubicBezTo>
                <a:cubicBezTo>
                  <a:pt x="1321744" y="4965008"/>
                  <a:pt x="1327990" y="4912422"/>
                  <a:pt x="1327990" y="4912422"/>
                </a:cubicBezTo>
                <a:close/>
                <a:moveTo>
                  <a:pt x="536912" y="4912422"/>
                </a:moveTo>
                <a:lnTo>
                  <a:pt x="582167" y="4912422"/>
                </a:lnTo>
                <a:cubicBezTo>
                  <a:pt x="582167" y="4912422"/>
                  <a:pt x="588477" y="4964944"/>
                  <a:pt x="588477" y="5026644"/>
                </a:cubicBezTo>
                <a:cubicBezTo>
                  <a:pt x="588477" y="5088345"/>
                  <a:pt x="582167" y="5140803"/>
                  <a:pt x="582167" y="5140803"/>
                </a:cubicBezTo>
                <a:lnTo>
                  <a:pt x="536912" y="5140803"/>
                </a:lnTo>
                <a:cubicBezTo>
                  <a:pt x="536912" y="5140803"/>
                  <a:pt x="530665" y="5088281"/>
                  <a:pt x="530665" y="5026644"/>
                </a:cubicBezTo>
                <a:cubicBezTo>
                  <a:pt x="530665" y="4965008"/>
                  <a:pt x="536912" y="4912422"/>
                  <a:pt x="536912" y="4912422"/>
                </a:cubicBezTo>
                <a:close/>
                <a:moveTo>
                  <a:pt x="0" y="4899572"/>
                </a:moveTo>
                <a:lnTo>
                  <a:pt x="48559" y="4930206"/>
                </a:lnTo>
                <a:cubicBezTo>
                  <a:pt x="65816" y="4941982"/>
                  <a:pt x="76396" y="4949901"/>
                  <a:pt x="76396" y="4949901"/>
                </a:cubicBezTo>
                <a:lnTo>
                  <a:pt x="53769" y="4989102"/>
                </a:lnTo>
                <a:cubicBezTo>
                  <a:pt x="53769" y="4989102"/>
                  <a:pt x="41611" y="4983891"/>
                  <a:pt x="22784" y="4974832"/>
                </a:cubicBezTo>
                <a:lnTo>
                  <a:pt x="0" y="4962843"/>
                </a:lnTo>
                <a:close/>
                <a:moveTo>
                  <a:pt x="12203753" y="4893886"/>
                </a:moveTo>
                <a:lnTo>
                  <a:pt x="12203753" y="4958101"/>
                </a:lnTo>
                <a:lnTo>
                  <a:pt x="12171908" y="4974856"/>
                </a:lnTo>
                <a:cubicBezTo>
                  <a:pt x="12153072" y="4983907"/>
                  <a:pt x="12140914" y="4989102"/>
                  <a:pt x="12140914" y="4989102"/>
                </a:cubicBezTo>
                <a:lnTo>
                  <a:pt x="12118286" y="4949901"/>
                </a:lnTo>
                <a:cubicBezTo>
                  <a:pt x="12118286" y="4949901"/>
                  <a:pt x="12128867" y="4941982"/>
                  <a:pt x="12146132" y="4930206"/>
                </a:cubicBezTo>
                <a:close/>
                <a:moveTo>
                  <a:pt x="5416402" y="4835766"/>
                </a:moveTo>
                <a:lnTo>
                  <a:pt x="5424781" y="4839481"/>
                </a:lnTo>
                <a:cubicBezTo>
                  <a:pt x="5440965" y="4846786"/>
                  <a:pt x="5478335" y="4864283"/>
                  <a:pt x="5518395" y="4887372"/>
                </a:cubicBezTo>
                <a:cubicBezTo>
                  <a:pt x="5571809" y="4918223"/>
                  <a:pt x="5614131" y="4949901"/>
                  <a:pt x="5614131" y="4949901"/>
                </a:cubicBezTo>
                <a:lnTo>
                  <a:pt x="5591504" y="4989102"/>
                </a:lnTo>
                <a:cubicBezTo>
                  <a:pt x="5591504" y="4989102"/>
                  <a:pt x="5542870" y="4968258"/>
                  <a:pt x="5489521" y="4937472"/>
                </a:cubicBezTo>
                <a:cubicBezTo>
                  <a:pt x="5436110" y="4906622"/>
                  <a:pt x="5393787" y="4874943"/>
                  <a:pt x="5393787" y="4874943"/>
                </a:cubicBezTo>
                <a:close/>
                <a:moveTo>
                  <a:pt x="4625259" y="4835766"/>
                </a:moveTo>
                <a:lnTo>
                  <a:pt x="4633642" y="4839481"/>
                </a:lnTo>
                <a:cubicBezTo>
                  <a:pt x="4649825" y="4846786"/>
                  <a:pt x="4687193" y="4864283"/>
                  <a:pt x="4727254" y="4887372"/>
                </a:cubicBezTo>
                <a:cubicBezTo>
                  <a:pt x="4780668" y="4918223"/>
                  <a:pt x="4822988" y="4949901"/>
                  <a:pt x="4822988" y="4949901"/>
                </a:cubicBezTo>
                <a:lnTo>
                  <a:pt x="4800366" y="4989102"/>
                </a:lnTo>
                <a:cubicBezTo>
                  <a:pt x="4800366" y="4989102"/>
                  <a:pt x="4751732" y="4968258"/>
                  <a:pt x="4698380" y="4937472"/>
                </a:cubicBezTo>
                <a:cubicBezTo>
                  <a:pt x="4644967" y="4906622"/>
                  <a:pt x="4602649" y="4874943"/>
                  <a:pt x="4602649" y="4874943"/>
                </a:cubicBezTo>
                <a:close/>
                <a:moveTo>
                  <a:pt x="3834266" y="4835766"/>
                </a:moveTo>
                <a:lnTo>
                  <a:pt x="3842651" y="4839481"/>
                </a:lnTo>
                <a:cubicBezTo>
                  <a:pt x="3858829" y="4846786"/>
                  <a:pt x="3896202" y="4864283"/>
                  <a:pt x="3936263" y="4887372"/>
                </a:cubicBezTo>
                <a:cubicBezTo>
                  <a:pt x="3989670" y="4918223"/>
                  <a:pt x="4031992" y="4949901"/>
                  <a:pt x="4031992" y="4949901"/>
                </a:cubicBezTo>
                <a:lnTo>
                  <a:pt x="4009366" y="4989102"/>
                </a:lnTo>
                <a:cubicBezTo>
                  <a:pt x="4009366" y="4989102"/>
                  <a:pt x="3960740" y="4968258"/>
                  <a:pt x="3907391" y="4937472"/>
                </a:cubicBezTo>
                <a:cubicBezTo>
                  <a:pt x="3853972" y="4906622"/>
                  <a:pt x="3811651" y="4874943"/>
                  <a:pt x="3811651" y="4874943"/>
                </a:cubicBezTo>
                <a:close/>
                <a:moveTo>
                  <a:pt x="3043144" y="4835766"/>
                </a:moveTo>
                <a:lnTo>
                  <a:pt x="3051523" y="4839481"/>
                </a:lnTo>
                <a:cubicBezTo>
                  <a:pt x="3067710" y="4846786"/>
                  <a:pt x="3105083" y="4864283"/>
                  <a:pt x="3145144" y="4887372"/>
                </a:cubicBezTo>
                <a:cubicBezTo>
                  <a:pt x="3198544" y="4918223"/>
                  <a:pt x="3240871" y="4949901"/>
                  <a:pt x="3240871" y="4949901"/>
                </a:cubicBezTo>
                <a:lnTo>
                  <a:pt x="3218243" y="4989102"/>
                </a:lnTo>
                <a:cubicBezTo>
                  <a:pt x="3218243" y="4989102"/>
                  <a:pt x="3169618" y="4968258"/>
                  <a:pt x="3116268" y="4937472"/>
                </a:cubicBezTo>
                <a:cubicBezTo>
                  <a:pt x="3062852" y="4906622"/>
                  <a:pt x="3020525" y="4874943"/>
                  <a:pt x="3020525" y="4874943"/>
                </a:cubicBezTo>
                <a:close/>
                <a:moveTo>
                  <a:pt x="2252000" y="4835766"/>
                </a:moveTo>
                <a:lnTo>
                  <a:pt x="2260383" y="4839481"/>
                </a:lnTo>
                <a:cubicBezTo>
                  <a:pt x="2276564" y="4846786"/>
                  <a:pt x="2313933" y="4864283"/>
                  <a:pt x="2353993" y="4887372"/>
                </a:cubicBezTo>
                <a:cubicBezTo>
                  <a:pt x="2407411" y="4918223"/>
                  <a:pt x="2449735" y="4949901"/>
                  <a:pt x="2449735" y="4949901"/>
                </a:cubicBezTo>
                <a:lnTo>
                  <a:pt x="2427108" y="4989102"/>
                </a:lnTo>
                <a:cubicBezTo>
                  <a:pt x="2427108" y="4989102"/>
                  <a:pt x="2378472" y="4968258"/>
                  <a:pt x="2325122" y="4937472"/>
                </a:cubicBezTo>
                <a:cubicBezTo>
                  <a:pt x="2271708" y="4906622"/>
                  <a:pt x="2229387" y="4874943"/>
                  <a:pt x="2229387" y="4874943"/>
                </a:cubicBezTo>
                <a:close/>
                <a:moveTo>
                  <a:pt x="1460873" y="4835766"/>
                </a:moveTo>
                <a:lnTo>
                  <a:pt x="1469257" y="4839481"/>
                </a:lnTo>
                <a:cubicBezTo>
                  <a:pt x="1485439" y="4846786"/>
                  <a:pt x="1522810" y="4864283"/>
                  <a:pt x="1562870" y="4887372"/>
                </a:cubicBezTo>
                <a:cubicBezTo>
                  <a:pt x="1616284" y="4918223"/>
                  <a:pt x="1658607" y="4949901"/>
                  <a:pt x="1658607" y="4949901"/>
                </a:cubicBezTo>
                <a:lnTo>
                  <a:pt x="1635980" y="4989102"/>
                </a:lnTo>
                <a:cubicBezTo>
                  <a:pt x="1635980" y="4989102"/>
                  <a:pt x="1587348" y="4968258"/>
                  <a:pt x="1533999" y="4937472"/>
                </a:cubicBezTo>
                <a:cubicBezTo>
                  <a:pt x="1480583" y="4906622"/>
                  <a:pt x="1438259" y="4874943"/>
                  <a:pt x="1438259" y="4874943"/>
                </a:cubicBezTo>
                <a:close/>
                <a:moveTo>
                  <a:pt x="669795" y="4835766"/>
                </a:moveTo>
                <a:lnTo>
                  <a:pt x="678178" y="4839481"/>
                </a:lnTo>
                <a:cubicBezTo>
                  <a:pt x="694360" y="4846786"/>
                  <a:pt x="731732" y="4864283"/>
                  <a:pt x="771792" y="4887372"/>
                </a:cubicBezTo>
                <a:cubicBezTo>
                  <a:pt x="825204" y="4918223"/>
                  <a:pt x="867526" y="4949901"/>
                  <a:pt x="867526" y="4949901"/>
                </a:cubicBezTo>
                <a:lnTo>
                  <a:pt x="844900" y="4989102"/>
                </a:lnTo>
                <a:cubicBezTo>
                  <a:pt x="844900" y="4989102"/>
                  <a:pt x="796268" y="4968258"/>
                  <a:pt x="742918" y="4937472"/>
                </a:cubicBezTo>
                <a:cubicBezTo>
                  <a:pt x="689504" y="4906622"/>
                  <a:pt x="647181" y="4874943"/>
                  <a:pt x="647181" y="4874943"/>
                </a:cubicBezTo>
                <a:close/>
                <a:moveTo>
                  <a:pt x="11745343" y="4835743"/>
                </a:moveTo>
                <a:cubicBezTo>
                  <a:pt x="11745343" y="4835743"/>
                  <a:pt x="11793976" y="4856586"/>
                  <a:pt x="11847390" y="4887372"/>
                </a:cubicBezTo>
                <a:cubicBezTo>
                  <a:pt x="11900804" y="4918223"/>
                  <a:pt x="11943128" y="4949901"/>
                  <a:pt x="11943128" y="4949901"/>
                </a:cubicBezTo>
                <a:lnTo>
                  <a:pt x="11920501" y="4989102"/>
                </a:lnTo>
                <a:cubicBezTo>
                  <a:pt x="11920501" y="4989102"/>
                  <a:pt x="11871931" y="4968258"/>
                  <a:pt x="11818516" y="4937472"/>
                </a:cubicBezTo>
                <a:cubicBezTo>
                  <a:pt x="11765102" y="4906622"/>
                  <a:pt x="11722715" y="4874943"/>
                  <a:pt x="11722715" y="4874943"/>
                </a:cubicBezTo>
                <a:close/>
                <a:moveTo>
                  <a:pt x="11524930" y="4835743"/>
                </a:moveTo>
                <a:lnTo>
                  <a:pt x="11547558" y="4874943"/>
                </a:lnTo>
                <a:cubicBezTo>
                  <a:pt x="11547558" y="4874943"/>
                  <a:pt x="11505234" y="4906622"/>
                  <a:pt x="11451820" y="4937472"/>
                </a:cubicBezTo>
                <a:cubicBezTo>
                  <a:pt x="11398406" y="4968322"/>
                  <a:pt x="11349836" y="4989102"/>
                  <a:pt x="11349836" y="4989102"/>
                </a:cubicBezTo>
                <a:lnTo>
                  <a:pt x="11327208" y="4949901"/>
                </a:lnTo>
                <a:cubicBezTo>
                  <a:pt x="11327208" y="4949901"/>
                  <a:pt x="11369531" y="4918223"/>
                  <a:pt x="11422946" y="4887372"/>
                </a:cubicBezTo>
                <a:cubicBezTo>
                  <a:pt x="11476360" y="4856522"/>
                  <a:pt x="11524930" y="4835743"/>
                  <a:pt x="11524930" y="4835743"/>
                </a:cubicBezTo>
                <a:close/>
                <a:moveTo>
                  <a:pt x="10954265" y="4835743"/>
                </a:moveTo>
                <a:cubicBezTo>
                  <a:pt x="10954265" y="4835743"/>
                  <a:pt x="11002835" y="4856586"/>
                  <a:pt x="11056249" y="4887372"/>
                </a:cubicBezTo>
                <a:cubicBezTo>
                  <a:pt x="11109664" y="4918223"/>
                  <a:pt x="11151987" y="4949901"/>
                  <a:pt x="11151987" y="4949901"/>
                </a:cubicBezTo>
                <a:lnTo>
                  <a:pt x="11129360" y="4989102"/>
                </a:lnTo>
                <a:cubicBezTo>
                  <a:pt x="11129360" y="4989102"/>
                  <a:pt x="11080790" y="4968258"/>
                  <a:pt x="11027376" y="4937472"/>
                </a:cubicBezTo>
                <a:cubicBezTo>
                  <a:pt x="10973961" y="4906622"/>
                  <a:pt x="10931638" y="4874943"/>
                  <a:pt x="10931638" y="4874943"/>
                </a:cubicBezTo>
                <a:close/>
                <a:moveTo>
                  <a:pt x="10733788" y="4835743"/>
                </a:moveTo>
                <a:lnTo>
                  <a:pt x="10756416" y="4874943"/>
                </a:lnTo>
                <a:cubicBezTo>
                  <a:pt x="10756416" y="4874943"/>
                  <a:pt x="10714092" y="4906622"/>
                  <a:pt x="10660678" y="4937472"/>
                </a:cubicBezTo>
                <a:cubicBezTo>
                  <a:pt x="10607264" y="4968322"/>
                  <a:pt x="10558694" y="4989102"/>
                  <a:pt x="10558694" y="4989102"/>
                </a:cubicBezTo>
                <a:lnTo>
                  <a:pt x="10536066" y="4949901"/>
                </a:lnTo>
                <a:cubicBezTo>
                  <a:pt x="10536066" y="4949901"/>
                  <a:pt x="10578389" y="4918223"/>
                  <a:pt x="10631804" y="4887372"/>
                </a:cubicBezTo>
                <a:cubicBezTo>
                  <a:pt x="10685218" y="4856522"/>
                  <a:pt x="10733788" y="4835743"/>
                  <a:pt x="10733788" y="4835743"/>
                </a:cubicBezTo>
                <a:close/>
                <a:moveTo>
                  <a:pt x="10163123" y="4835743"/>
                </a:moveTo>
                <a:cubicBezTo>
                  <a:pt x="10163123" y="4835743"/>
                  <a:pt x="10211693" y="4856586"/>
                  <a:pt x="10265107" y="4887372"/>
                </a:cubicBezTo>
                <a:cubicBezTo>
                  <a:pt x="10318522" y="4918223"/>
                  <a:pt x="10360845" y="4949901"/>
                  <a:pt x="10360845" y="4949901"/>
                </a:cubicBezTo>
                <a:lnTo>
                  <a:pt x="10338218" y="4989102"/>
                </a:lnTo>
                <a:cubicBezTo>
                  <a:pt x="10338218" y="4989102"/>
                  <a:pt x="10289648" y="4968258"/>
                  <a:pt x="10236234" y="4937472"/>
                </a:cubicBezTo>
                <a:cubicBezTo>
                  <a:pt x="10182819" y="4906622"/>
                  <a:pt x="10140496" y="4874943"/>
                  <a:pt x="10140496" y="4874943"/>
                </a:cubicBezTo>
                <a:close/>
                <a:moveTo>
                  <a:pt x="9942711" y="4835743"/>
                </a:moveTo>
                <a:lnTo>
                  <a:pt x="9965339" y="4874943"/>
                </a:lnTo>
                <a:cubicBezTo>
                  <a:pt x="9965339" y="4874943"/>
                  <a:pt x="9922951" y="4906622"/>
                  <a:pt x="9869601" y="4937472"/>
                </a:cubicBezTo>
                <a:cubicBezTo>
                  <a:pt x="9816123" y="4968322"/>
                  <a:pt x="9767553" y="4989102"/>
                  <a:pt x="9767553" y="4989102"/>
                </a:cubicBezTo>
                <a:lnTo>
                  <a:pt x="9744925" y="4949901"/>
                </a:lnTo>
                <a:cubicBezTo>
                  <a:pt x="9744925" y="4949901"/>
                  <a:pt x="9787248" y="4918223"/>
                  <a:pt x="9840663" y="4887372"/>
                </a:cubicBezTo>
                <a:cubicBezTo>
                  <a:pt x="9894077" y="4856522"/>
                  <a:pt x="9942711" y="4835743"/>
                  <a:pt x="9942711" y="4835743"/>
                </a:cubicBezTo>
                <a:close/>
                <a:moveTo>
                  <a:pt x="9371982" y="4835743"/>
                </a:moveTo>
                <a:cubicBezTo>
                  <a:pt x="9371982" y="4835743"/>
                  <a:pt x="9420616" y="4856586"/>
                  <a:pt x="9474030" y="4887372"/>
                </a:cubicBezTo>
                <a:cubicBezTo>
                  <a:pt x="9527444" y="4918223"/>
                  <a:pt x="9569768" y="4949901"/>
                  <a:pt x="9569768" y="4949901"/>
                </a:cubicBezTo>
                <a:lnTo>
                  <a:pt x="9547140" y="4989102"/>
                </a:lnTo>
                <a:cubicBezTo>
                  <a:pt x="9547140" y="4989102"/>
                  <a:pt x="9498507" y="4968258"/>
                  <a:pt x="9445093" y="4937472"/>
                </a:cubicBezTo>
                <a:cubicBezTo>
                  <a:pt x="9391678" y="4906622"/>
                  <a:pt x="9349355" y="4874943"/>
                  <a:pt x="9349355" y="4874943"/>
                </a:cubicBezTo>
                <a:close/>
                <a:moveTo>
                  <a:pt x="9151570" y="4835743"/>
                </a:moveTo>
                <a:lnTo>
                  <a:pt x="9174198" y="4874943"/>
                </a:lnTo>
                <a:cubicBezTo>
                  <a:pt x="9174198" y="4874943"/>
                  <a:pt x="9131874" y="4906622"/>
                  <a:pt x="9078460" y="4937472"/>
                </a:cubicBezTo>
                <a:cubicBezTo>
                  <a:pt x="9025046" y="4968322"/>
                  <a:pt x="8976412" y="4989102"/>
                  <a:pt x="8976412" y="4989102"/>
                </a:cubicBezTo>
                <a:lnTo>
                  <a:pt x="8953784" y="4949901"/>
                </a:lnTo>
                <a:cubicBezTo>
                  <a:pt x="8953784" y="4949901"/>
                  <a:pt x="8996107" y="4918223"/>
                  <a:pt x="9049585" y="4887372"/>
                </a:cubicBezTo>
                <a:cubicBezTo>
                  <a:pt x="9102936" y="4856522"/>
                  <a:pt x="9151570" y="4835743"/>
                  <a:pt x="9151570" y="4835743"/>
                </a:cubicBezTo>
                <a:close/>
                <a:moveTo>
                  <a:pt x="8580840" y="4835743"/>
                </a:moveTo>
                <a:cubicBezTo>
                  <a:pt x="8580840" y="4835743"/>
                  <a:pt x="8629474" y="4856586"/>
                  <a:pt x="8682888" y="4887372"/>
                </a:cubicBezTo>
                <a:cubicBezTo>
                  <a:pt x="8736302" y="4918223"/>
                  <a:pt x="8778626" y="4949901"/>
                  <a:pt x="8778626" y="4949901"/>
                </a:cubicBezTo>
                <a:lnTo>
                  <a:pt x="8755998" y="4989102"/>
                </a:lnTo>
                <a:cubicBezTo>
                  <a:pt x="8755998" y="4989102"/>
                  <a:pt x="8707364" y="4968258"/>
                  <a:pt x="8654014" y="4937472"/>
                </a:cubicBezTo>
                <a:cubicBezTo>
                  <a:pt x="8600536" y="4906622"/>
                  <a:pt x="8558213" y="4874943"/>
                  <a:pt x="8558213" y="4874943"/>
                </a:cubicBezTo>
                <a:close/>
                <a:moveTo>
                  <a:pt x="8360428" y="4835743"/>
                </a:moveTo>
                <a:lnTo>
                  <a:pt x="8383056" y="4874943"/>
                </a:lnTo>
                <a:cubicBezTo>
                  <a:pt x="8383056" y="4874943"/>
                  <a:pt x="8340732" y="4906622"/>
                  <a:pt x="8287318" y="4937472"/>
                </a:cubicBezTo>
                <a:cubicBezTo>
                  <a:pt x="8233904" y="4968322"/>
                  <a:pt x="8185270" y="4989102"/>
                  <a:pt x="8185270" y="4989102"/>
                </a:cubicBezTo>
                <a:lnTo>
                  <a:pt x="8162642" y="4949901"/>
                </a:lnTo>
                <a:cubicBezTo>
                  <a:pt x="8162642" y="4949901"/>
                  <a:pt x="8204965" y="4918223"/>
                  <a:pt x="8258443" y="4887372"/>
                </a:cubicBezTo>
                <a:cubicBezTo>
                  <a:pt x="8311794" y="4856522"/>
                  <a:pt x="8360428" y="4835743"/>
                  <a:pt x="8360428" y="4835743"/>
                </a:cubicBezTo>
                <a:close/>
                <a:moveTo>
                  <a:pt x="7789699" y="4835743"/>
                </a:moveTo>
                <a:cubicBezTo>
                  <a:pt x="7789699" y="4835743"/>
                  <a:pt x="7838333" y="4856586"/>
                  <a:pt x="7891747" y="4887372"/>
                </a:cubicBezTo>
                <a:cubicBezTo>
                  <a:pt x="7945161" y="4918223"/>
                  <a:pt x="7987485" y="4949901"/>
                  <a:pt x="7987485" y="4949901"/>
                </a:cubicBezTo>
                <a:lnTo>
                  <a:pt x="7964857" y="4989102"/>
                </a:lnTo>
                <a:cubicBezTo>
                  <a:pt x="7964857" y="4989102"/>
                  <a:pt x="7916223" y="4968258"/>
                  <a:pt x="7862873" y="4937472"/>
                </a:cubicBezTo>
                <a:cubicBezTo>
                  <a:pt x="7809395" y="4906622"/>
                  <a:pt x="7767072" y="4874943"/>
                  <a:pt x="7767072" y="4874943"/>
                </a:cubicBezTo>
                <a:close/>
                <a:moveTo>
                  <a:pt x="7569286" y="4835743"/>
                </a:moveTo>
                <a:lnTo>
                  <a:pt x="7591913" y="4874943"/>
                </a:lnTo>
                <a:cubicBezTo>
                  <a:pt x="7591913" y="4874943"/>
                  <a:pt x="7549590" y="4906622"/>
                  <a:pt x="7496176" y="4937472"/>
                </a:cubicBezTo>
                <a:cubicBezTo>
                  <a:pt x="7442762" y="4968322"/>
                  <a:pt x="7394192" y="4989102"/>
                  <a:pt x="7394192" y="4989102"/>
                </a:cubicBezTo>
                <a:lnTo>
                  <a:pt x="7371564" y="4949901"/>
                </a:lnTo>
                <a:cubicBezTo>
                  <a:pt x="7371564" y="4949901"/>
                  <a:pt x="7413887" y="4918223"/>
                  <a:pt x="7467302" y="4887372"/>
                </a:cubicBezTo>
                <a:cubicBezTo>
                  <a:pt x="7520716" y="4856522"/>
                  <a:pt x="7569286" y="4835743"/>
                  <a:pt x="7569286" y="4835743"/>
                </a:cubicBezTo>
                <a:close/>
                <a:moveTo>
                  <a:pt x="6998621" y="4835743"/>
                </a:moveTo>
                <a:cubicBezTo>
                  <a:pt x="6998621" y="4835743"/>
                  <a:pt x="7047191" y="4856586"/>
                  <a:pt x="7100606" y="4887372"/>
                </a:cubicBezTo>
                <a:cubicBezTo>
                  <a:pt x="7154020" y="4918223"/>
                  <a:pt x="7196344" y="4949901"/>
                  <a:pt x="7196344" y="4949901"/>
                </a:cubicBezTo>
                <a:lnTo>
                  <a:pt x="7173716" y="4989102"/>
                </a:lnTo>
                <a:cubicBezTo>
                  <a:pt x="7173716" y="4989102"/>
                  <a:pt x="7125146" y="4968258"/>
                  <a:pt x="7071731" y="4937472"/>
                </a:cubicBezTo>
                <a:cubicBezTo>
                  <a:pt x="7018317" y="4906622"/>
                  <a:pt x="6975995" y="4874943"/>
                  <a:pt x="6975995" y="4874943"/>
                </a:cubicBezTo>
                <a:close/>
                <a:moveTo>
                  <a:pt x="6778210" y="4835743"/>
                </a:moveTo>
                <a:lnTo>
                  <a:pt x="6800837" y="4874943"/>
                </a:lnTo>
                <a:cubicBezTo>
                  <a:pt x="6800837" y="4874943"/>
                  <a:pt x="6758449" y="4906622"/>
                  <a:pt x="6705100" y="4937472"/>
                </a:cubicBezTo>
                <a:cubicBezTo>
                  <a:pt x="6651621" y="4968322"/>
                  <a:pt x="6603052" y="4989102"/>
                  <a:pt x="6603052" y="4989102"/>
                </a:cubicBezTo>
                <a:lnTo>
                  <a:pt x="6580424" y="4949901"/>
                </a:lnTo>
                <a:cubicBezTo>
                  <a:pt x="6580424" y="4949901"/>
                  <a:pt x="6622747" y="4918223"/>
                  <a:pt x="6676161" y="4887372"/>
                </a:cubicBezTo>
                <a:cubicBezTo>
                  <a:pt x="6729575" y="4856522"/>
                  <a:pt x="6778210" y="4835743"/>
                  <a:pt x="6778210" y="4835743"/>
                </a:cubicBezTo>
                <a:close/>
                <a:moveTo>
                  <a:pt x="6207480" y="4835743"/>
                </a:moveTo>
                <a:cubicBezTo>
                  <a:pt x="6207480" y="4835743"/>
                  <a:pt x="6256113" y="4856586"/>
                  <a:pt x="6309528" y="4887372"/>
                </a:cubicBezTo>
                <a:cubicBezTo>
                  <a:pt x="6362878" y="4918223"/>
                  <a:pt x="6405266" y="4949901"/>
                  <a:pt x="6405266" y="4949901"/>
                </a:cubicBezTo>
                <a:lnTo>
                  <a:pt x="6382638" y="4989102"/>
                </a:lnTo>
                <a:cubicBezTo>
                  <a:pt x="6382638" y="4989102"/>
                  <a:pt x="6334004" y="4968258"/>
                  <a:pt x="6280590" y="4937472"/>
                </a:cubicBezTo>
                <a:cubicBezTo>
                  <a:pt x="6227176" y="4906622"/>
                  <a:pt x="6184852" y="4874943"/>
                  <a:pt x="6184852" y="4874943"/>
                </a:cubicBezTo>
                <a:close/>
                <a:moveTo>
                  <a:pt x="5987067" y="4835743"/>
                </a:moveTo>
                <a:lnTo>
                  <a:pt x="6009695" y="4874943"/>
                </a:lnTo>
                <a:cubicBezTo>
                  <a:pt x="6009695" y="4874943"/>
                  <a:pt x="5967374" y="4906622"/>
                  <a:pt x="5913960" y="4937472"/>
                </a:cubicBezTo>
                <a:cubicBezTo>
                  <a:pt x="5860547" y="4968322"/>
                  <a:pt x="5811914" y="4989102"/>
                  <a:pt x="5811914" y="4989102"/>
                </a:cubicBezTo>
                <a:lnTo>
                  <a:pt x="5789285" y="4949901"/>
                </a:lnTo>
                <a:cubicBezTo>
                  <a:pt x="5789285" y="4949901"/>
                  <a:pt x="5831608" y="4918223"/>
                  <a:pt x="5885024" y="4887372"/>
                </a:cubicBezTo>
                <a:cubicBezTo>
                  <a:pt x="5938437" y="4856522"/>
                  <a:pt x="5987067" y="4835743"/>
                  <a:pt x="5987067" y="4835743"/>
                </a:cubicBezTo>
                <a:close/>
                <a:moveTo>
                  <a:pt x="5416352" y="4835743"/>
                </a:moveTo>
                <a:lnTo>
                  <a:pt x="5416414" y="4835743"/>
                </a:lnTo>
                <a:lnTo>
                  <a:pt x="5416402" y="4835766"/>
                </a:lnTo>
                <a:close/>
                <a:moveTo>
                  <a:pt x="5196000" y="4835743"/>
                </a:moveTo>
                <a:lnTo>
                  <a:pt x="5218629" y="4874943"/>
                </a:lnTo>
                <a:cubicBezTo>
                  <a:pt x="5218629" y="4874943"/>
                  <a:pt x="5176307" y="4906622"/>
                  <a:pt x="5122891" y="4937472"/>
                </a:cubicBezTo>
                <a:cubicBezTo>
                  <a:pt x="5069478" y="4968322"/>
                  <a:pt x="5020848" y="4989102"/>
                  <a:pt x="5020848" y="4989102"/>
                </a:cubicBezTo>
                <a:lnTo>
                  <a:pt x="4998215" y="4949901"/>
                </a:lnTo>
                <a:cubicBezTo>
                  <a:pt x="4998215" y="4949901"/>
                  <a:pt x="5040542" y="4918223"/>
                  <a:pt x="5093953" y="4887372"/>
                </a:cubicBezTo>
                <a:cubicBezTo>
                  <a:pt x="5147369" y="4856522"/>
                  <a:pt x="5196000" y="4835743"/>
                  <a:pt x="5196000" y="4835743"/>
                </a:cubicBezTo>
                <a:close/>
                <a:moveTo>
                  <a:pt x="4625211" y="4835743"/>
                </a:moveTo>
                <a:lnTo>
                  <a:pt x="4625271" y="4835743"/>
                </a:lnTo>
                <a:lnTo>
                  <a:pt x="4625259" y="4835766"/>
                </a:lnTo>
                <a:close/>
                <a:moveTo>
                  <a:pt x="4404792" y="4835743"/>
                </a:moveTo>
                <a:lnTo>
                  <a:pt x="4427424" y="4874943"/>
                </a:lnTo>
                <a:cubicBezTo>
                  <a:pt x="4427424" y="4874943"/>
                  <a:pt x="4385099" y="4906622"/>
                  <a:pt x="4331686" y="4937472"/>
                </a:cubicBezTo>
                <a:cubicBezTo>
                  <a:pt x="4278272" y="4968322"/>
                  <a:pt x="4229635" y="4989102"/>
                  <a:pt x="4229635" y="4989102"/>
                </a:cubicBezTo>
                <a:lnTo>
                  <a:pt x="4207009" y="4949901"/>
                </a:lnTo>
                <a:lnTo>
                  <a:pt x="4207074" y="4949901"/>
                </a:lnTo>
                <a:cubicBezTo>
                  <a:pt x="4207074" y="4949901"/>
                  <a:pt x="4249395" y="4918223"/>
                  <a:pt x="4302809" y="4887372"/>
                </a:cubicBezTo>
                <a:cubicBezTo>
                  <a:pt x="4356222" y="4856522"/>
                  <a:pt x="4404792" y="4835743"/>
                  <a:pt x="4404792" y="4835743"/>
                </a:cubicBezTo>
                <a:close/>
                <a:moveTo>
                  <a:pt x="3834218" y="4835743"/>
                </a:moveTo>
                <a:lnTo>
                  <a:pt x="3834279" y="4835743"/>
                </a:lnTo>
                <a:lnTo>
                  <a:pt x="3834266" y="4835766"/>
                </a:lnTo>
                <a:close/>
                <a:moveTo>
                  <a:pt x="3613742" y="4835743"/>
                </a:moveTo>
                <a:lnTo>
                  <a:pt x="3636372" y="4874943"/>
                </a:lnTo>
                <a:cubicBezTo>
                  <a:pt x="3636372" y="4874943"/>
                  <a:pt x="3594049" y="4906622"/>
                  <a:pt x="3540639" y="4937472"/>
                </a:cubicBezTo>
                <a:cubicBezTo>
                  <a:pt x="3487224" y="4968322"/>
                  <a:pt x="3438588" y="4989102"/>
                  <a:pt x="3438588" y="4989102"/>
                </a:cubicBezTo>
                <a:lnTo>
                  <a:pt x="3415959" y="4949901"/>
                </a:lnTo>
                <a:lnTo>
                  <a:pt x="3416027" y="4949901"/>
                </a:lnTo>
                <a:cubicBezTo>
                  <a:pt x="3416027" y="4949901"/>
                  <a:pt x="3458348" y="4918223"/>
                  <a:pt x="3511767" y="4887372"/>
                </a:cubicBezTo>
                <a:cubicBezTo>
                  <a:pt x="3565177" y="4856522"/>
                  <a:pt x="3613742" y="4835743"/>
                  <a:pt x="3613742" y="4835743"/>
                </a:cubicBezTo>
                <a:close/>
                <a:moveTo>
                  <a:pt x="3043094" y="4835743"/>
                </a:moveTo>
                <a:lnTo>
                  <a:pt x="3043156" y="4835743"/>
                </a:lnTo>
                <a:lnTo>
                  <a:pt x="3043144" y="4835766"/>
                </a:lnTo>
                <a:close/>
                <a:moveTo>
                  <a:pt x="2822615" y="4835743"/>
                </a:moveTo>
                <a:lnTo>
                  <a:pt x="2845242" y="4874943"/>
                </a:lnTo>
                <a:cubicBezTo>
                  <a:pt x="2845242" y="4874943"/>
                  <a:pt x="2802921" y="4906622"/>
                  <a:pt x="2749503" y="4937472"/>
                </a:cubicBezTo>
                <a:cubicBezTo>
                  <a:pt x="2696091" y="4968322"/>
                  <a:pt x="2647458" y="4989102"/>
                  <a:pt x="2647458" y="4989102"/>
                </a:cubicBezTo>
                <a:lnTo>
                  <a:pt x="2624830" y="4949901"/>
                </a:lnTo>
                <a:lnTo>
                  <a:pt x="2624892" y="4949901"/>
                </a:lnTo>
                <a:cubicBezTo>
                  <a:pt x="2624892" y="4949901"/>
                  <a:pt x="2667217" y="4918223"/>
                  <a:pt x="2720633" y="4887372"/>
                </a:cubicBezTo>
                <a:cubicBezTo>
                  <a:pt x="2774046" y="4856522"/>
                  <a:pt x="2822615" y="4835743"/>
                  <a:pt x="2822615" y="4835743"/>
                </a:cubicBezTo>
                <a:close/>
                <a:moveTo>
                  <a:pt x="2251951" y="4835743"/>
                </a:moveTo>
                <a:lnTo>
                  <a:pt x="2252012" y="4835743"/>
                </a:lnTo>
                <a:lnTo>
                  <a:pt x="2252000" y="4835766"/>
                </a:lnTo>
                <a:close/>
                <a:moveTo>
                  <a:pt x="2031482" y="4835743"/>
                </a:moveTo>
                <a:lnTo>
                  <a:pt x="2054113" y="4874943"/>
                </a:lnTo>
                <a:cubicBezTo>
                  <a:pt x="2054113" y="4874943"/>
                  <a:pt x="2011788" y="4906622"/>
                  <a:pt x="1958376" y="4937472"/>
                </a:cubicBezTo>
                <a:cubicBezTo>
                  <a:pt x="1904962" y="4968322"/>
                  <a:pt x="1856328" y="4989102"/>
                  <a:pt x="1856328" y="4989102"/>
                </a:cubicBezTo>
                <a:lnTo>
                  <a:pt x="1833699" y="4949901"/>
                </a:lnTo>
                <a:lnTo>
                  <a:pt x="1833765" y="4949901"/>
                </a:lnTo>
                <a:cubicBezTo>
                  <a:pt x="1833765" y="4949901"/>
                  <a:pt x="1876088" y="4918223"/>
                  <a:pt x="1929500" y="4887372"/>
                </a:cubicBezTo>
                <a:cubicBezTo>
                  <a:pt x="1982915" y="4856522"/>
                  <a:pt x="2031482" y="4835743"/>
                  <a:pt x="2031482" y="4835743"/>
                </a:cubicBezTo>
                <a:close/>
                <a:moveTo>
                  <a:pt x="1460821" y="4835743"/>
                </a:moveTo>
                <a:lnTo>
                  <a:pt x="1460890" y="4835743"/>
                </a:lnTo>
                <a:lnTo>
                  <a:pt x="1460873" y="4835766"/>
                </a:lnTo>
                <a:close/>
                <a:moveTo>
                  <a:pt x="1240411" y="4835743"/>
                </a:moveTo>
                <a:lnTo>
                  <a:pt x="1263039" y="4874943"/>
                </a:lnTo>
                <a:cubicBezTo>
                  <a:pt x="1263039" y="4874943"/>
                  <a:pt x="1220715" y="4906622"/>
                  <a:pt x="1167301" y="4937472"/>
                </a:cubicBezTo>
                <a:cubicBezTo>
                  <a:pt x="1113887" y="4968322"/>
                  <a:pt x="1065253" y="4989102"/>
                  <a:pt x="1065253" y="4989102"/>
                </a:cubicBezTo>
                <a:lnTo>
                  <a:pt x="1042617" y="4949901"/>
                </a:lnTo>
                <a:lnTo>
                  <a:pt x="1042681" y="4949901"/>
                </a:lnTo>
                <a:cubicBezTo>
                  <a:pt x="1042681" y="4949901"/>
                  <a:pt x="1085014" y="4918223"/>
                  <a:pt x="1138424" y="4887372"/>
                </a:cubicBezTo>
                <a:cubicBezTo>
                  <a:pt x="1191840" y="4856522"/>
                  <a:pt x="1240411" y="4835743"/>
                  <a:pt x="1240411" y="4835743"/>
                </a:cubicBezTo>
                <a:close/>
                <a:moveTo>
                  <a:pt x="669744" y="4835743"/>
                </a:moveTo>
                <a:lnTo>
                  <a:pt x="669808" y="4835743"/>
                </a:lnTo>
                <a:lnTo>
                  <a:pt x="669795" y="4835766"/>
                </a:lnTo>
                <a:close/>
                <a:moveTo>
                  <a:pt x="449268" y="4835743"/>
                </a:moveTo>
                <a:lnTo>
                  <a:pt x="471896" y="4874943"/>
                </a:lnTo>
                <a:cubicBezTo>
                  <a:pt x="471896" y="4874943"/>
                  <a:pt x="429574" y="4906622"/>
                  <a:pt x="376162" y="4937472"/>
                </a:cubicBezTo>
                <a:cubicBezTo>
                  <a:pt x="322748" y="4968322"/>
                  <a:pt x="274116" y="4989102"/>
                  <a:pt x="274116" y="4989102"/>
                </a:cubicBezTo>
                <a:lnTo>
                  <a:pt x="251487" y="4949901"/>
                </a:lnTo>
                <a:lnTo>
                  <a:pt x="251551" y="4949901"/>
                </a:lnTo>
                <a:cubicBezTo>
                  <a:pt x="251551" y="4949901"/>
                  <a:pt x="293874" y="4918223"/>
                  <a:pt x="347288" y="4887372"/>
                </a:cubicBezTo>
                <a:cubicBezTo>
                  <a:pt x="400701" y="4856522"/>
                  <a:pt x="449268" y="4835743"/>
                  <a:pt x="449268" y="4835743"/>
                </a:cubicBezTo>
                <a:close/>
                <a:moveTo>
                  <a:pt x="12008079" y="4684041"/>
                </a:moveTo>
                <a:lnTo>
                  <a:pt x="12053335" y="4684041"/>
                </a:lnTo>
                <a:cubicBezTo>
                  <a:pt x="12053335" y="4684041"/>
                  <a:pt x="12059581" y="4736563"/>
                  <a:pt x="12059581" y="4798263"/>
                </a:cubicBezTo>
                <a:cubicBezTo>
                  <a:pt x="12059581" y="4859963"/>
                  <a:pt x="12053335" y="4912421"/>
                  <a:pt x="12053335" y="4912421"/>
                </a:cubicBezTo>
                <a:lnTo>
                  <a:pt x="12008079" y="4912421"/>
                </a:lnTo>
                <a:cubicBezTo>
                  <a:pt x="12008079" y="4912421"/>
                  <a:pt x="12001833" y="4859900"/>
                  <a:pt x="12001833" y="4798263"/>
                </a:cubicBezTo>
                <a:cubicBezTo>
                  <a:pt x="12001833" y="4736627"/>
                  <a:pt x="12008079" y="4684041"/>
                  <a:pt x="12008079" y="4684041"/>
                </a:cubicBezTo>
                <a:close/>
                <a:moveTo>
                  <a:pt x="11216938" y="4684041"/>
                </a:moveTo>
                <a:lnTo>
                  <a:pt x="11262194" y="4684041"/>
                </a:lnTo>
                <a:cubicBezTo>
                  <a:pt x="11262194" y="4684041"/>
                  <a:pt x="11268504" y="4736563"/>
                  <a:pt x="11268504" y="4798263"/>
                </a:cubicBezTo>
                <a:cubicBezTo>
                  <a:pt x="11268504" y="4859963"/>
                  <a:pt x="11262194" y="4912421"/>
                  <a:pt x="11262194" y="4912421"/>
                </a:cubicBezTo>
                <a:lnTo>
                  <a:pt x="11216938" y="4912421"/>
                </a:lnTo>
                <a:cubicBezTo>
                  <a:pt x="11216938" y="4912421"/>
                  <a:pt x="11210692" y="4859900"/>
                  <a:pt x="11210692" y="4798263"/>
                </a:cubicBezTo>
                <a:cubicBezTo>
                  <a:pt x="11210692" y="4736627"/>
                  <a:pt x="11216938" y="4684041"/>
                  <a:pt x="11216938" y="4684041"/>
                </a:cubicBezTo>
                <a:close/>
                <a:moveTo>
                  <a:pt x="10425796" y="4684041"/>
                </a:moveTo>
                <a:lnTo>
                  <a:pt x="10471052" y="4684041"/>
                </a:lnTo>
                <a:cubicBezTo>
                  <a:pt x="10471052" y="4684041"/>
                  <a:pt x="10477362" y="4736563"/>
                  <a:pt x="10477362" y="4798263"/>
                </a:cubicBezTo>
                <a:cubicBezTo>
                  <a:pt x="10477362" y="4859963"/>
                  <a:pt x="10471052" y="4912421"/>
                  <a:pt x="10471052" y="4912421"/>
                </a:cubicBezTo>
                <a:lnTo>
                  <a:pt x="10425796" y="4912421"/>
                </a:lnTo>
                <a:cubicBezTo>
                  <a:pt x="10425796" y="4912421"/>
                  <a:pt x="10419550" y="4859900"/>
                  <a:pt x="10419550" y="4798263"/>
                </a:cubicBezTo>
                <a:cubicBezTo>
                  <a:pt x="10419550" y="4736627"/>
                  <a:pt x="10425796" y="4684041"/>
                  <a:pt x="10425796" y="4684041"/>
                </a:cubicBezTo>
                <a:close/>
                <a:moveTo>
                  <a:pt x="9634719" y="4684041"/>
                </a:moveTo>
                <a:lnTo>
                  <a:pt x="9679910" y="4684041"/>
                </a:lnTo>
                <a:cubicBezTo>
                  <a:pt x="9679910" y="4684041"/>
                  <a:pt x="9686221" y="4736563"/>
                  <a:pt x="9686221" y="4798263"/>
                </a:cubicBezTo>
                <a:cubicBezTo>
                  <a:pt x="9686221" y="4859963"/>
                  <a:pt x="9679910" y="4912421"/>
                  <a:pt x="9679910" y="4912421"/>
                </a:cubicBezTo>
                <a:lnTo>
                  <a:pt x="9634719" y="4912421"/>
                </a:lnTo>
                <a:cubicBezTo>
                  <a:pt x="9634719" y="4912421"/>
                  <a:pt x="9628408" y="4859900"/>
                  <a:pt x="9628408" y="4798263"/>
                </a:cubicBezTo>
                <a:cubicBezTo>
                  <a:pt x="9628408" y="4736627"/>
                  <a:pt x="9634719" y="4684041"/>
                  <a:pt x="9634719" y="4684041"/>
                </a:cubicBezTo>
                <a:close/>
                <a:moveTo>
                  <a:pt x="8843577" y="4684041"/>
                </a:moveTo>
                <a:lnTo>
                  <a:pt x="8888832" y="4684041"/>
                </a:lnTo>
                <a:cubicBezTo>
                  <a:pt x="8888832" y="4684041"/>
                  <a:pt x="8895079" y="4736563"/>
                  <a:pt x="8895079" y="4798263"/>
                </a:cubicBezTo>
                <a:cubicBezTo>
                  <a:pt x="8895079" y="4859963"/>
                  <a:pt x="8888832" y="4912421"/>
                  <a:pt x="8888832" y="4912421"/>
                </a:cubicBezTo>
                <a:lnTo>
                  <a:pt x="8843577" y="4912421"/>
                </a:lnTo>
                <a:cubicBezTo>
                  <a:pt x="8843577" y="4912421"/>
                  <a:pt x="8837330" y="4859900"/>
                  <a:pt x="8837330" y="4798263"/>
                </a:cubicBezTo>
                <a:cubicBezTo>
                  <a:pt x="8837330" y="4736627"/>
                  <a:pt x="8843577" y="4684041"/>
                  <a:pt x="8843577" y="4684041"/>
                </a:cubicBezTo>
                <a:close/>
                <a:moveTo>
                  <a:pt x="8052435" y="4684041"/>
                </a:moveTo>
                <a:lnTo>
                  <a:pt x="8097691" y="4684041"/>
                </a:lnTo>
                <a:cubicBezTo>
                  <a:pt x="8097691" y="4684041"/>
                  <a:pt x="8103938" y="4736563"/>
                  <a:pt x="8103938" y="4798263"/>
                </a:cubicBezTo>
                <a:cubicBezTo>
                  <a:pt x="8103938" y="4859963"/>
                  <a:pt x="8097691" y="4912421"/>
                  <a:pt x="8097691" y="4912421"/>
                </a:cubicBezTo>
                <a:lnTo>
                  <a:pt x="8052435" y="4912421"/>
                </a:lnTo>
                <a:cubicBezTo>
                  <a:pt x="8052435" y="4912421"/>
                  <a:pt x="8046189" y="4859900"/>
                  <a:pt x="8046189" y="4798263"/>
                </a:cubicBezTo>
                <a:cubicBezTo>
                  <a:pt x="8046189" y="4736627"/>
                  <a:pt x="8052435" y="4684041"/>
                  <a:pt x="8052435" y="4684041"/>
                </a:cubicBezTo>
                <a:close/>
                <a:moveTo>
                  <a:pt x="7261293" y="4684041"/>
                </a:moveTo>
                <a:lnTo>
                  <a:pt x="7306549" y="4684041"/>
                </a:lnTo>
                <a:cubicBezTo>
                  <a:pt x="7306549" y="4684041"/>
                  <a:pt x="7312860" y="4736563"/>
                  <a:pt x="7312860" y="4798263"/>
                </a:cubicBezTo>
                <a:cubicBezTo>
                  <a:pt x="7312860" y="4859963"/>
                  <a:pt x="7306549" y="4912421"/>
                  <a:pt x="7306549" y="4912421"/>
                </a:cubicBezTo>
                <a:lnTo>
                  <a:pt x="7261293" y="4912421"/>
                </a:lnTo>
                <a:cubicBezTo>
                  <a:pt x="7261293" y="4912421"/>
                  <a:pt x="7255047" y="4859900"/>
                  <a:pt x="7255047" y="4798263"/>
                </a:cubicBezTo>
                <a:cubicBezTo>
                  <a:pt x="7255047" y="4736627"/>
                  <a:pt x="7261293" y="4684041"/>
                  <a:pt x="7261293" y="4684041"/>
                </a:cubicBezTo>
                <a:close/>
                <a:moveTo>
                  <a:pt x="6470217" y="4684041"/>
                </a:moveTo>
                <a:lnTo>
                  <a:pt x="6515408" y="4684041"/>
                </a:lnTo>
                <a:cubicBezTo>
                  <a:pt x="6515408" y="4684041"/>
                  <a:pt x="6521719" y="4736563"/>
                  <a:pt x="6521719" y="4798263"/>
                </a:cubicBezTo>
                <a:cubicBezTo>
                  <a:pt x="6521719" y="4859963"/>
                  <a:pt x="6515408" y="4912421"/>
                  <a:pt x="6515408" y="4912421"/>
                </a:cubicBezTo>
                <a:lnTo>
                  <a:pt x="6470217" y="4912421"/>
                </a:lnTo>
                <a:cubicBezTo>
                  <a:pt x="6470217" y="4912421"/>
                  <a:pt x="6463906" y="4859900"/>
                  <a:pt x="6463906" y="4798263"/>
                </a:cubicBezTo>
                <a:cubicBezTo>
                  <a:pt x="6463906" y="4736627"/>
                  <a:pt x="6470217" y="4684041"/>
                  <a:pt x="6470217" y="4684041"/>
                </a:cubicBezTo>
                <a:close/>
                <a:moveTo>
                  <a:pt x="5679084" y="4684041"/>
                </a:moveTo>
                <a:lnTo>
                  <a:pt x="5724338" y="4684041"/>
                </a:lnTo>
                <a:cubicBezTo>
                  <a:pt x="5724338" y="4684041"/>
                  <a:pt x="5730645" y="4736563"/>
                  <a:pt x="5730645" y="4798263"/>
                </a:cubicBezTo>
                <a:cubicBezTo>
                  <a:pt x="5730645" y="4859963"/>
                  <a:pt x="5724338" y="4912421"/>
                  <a:pt x="5724338" y="4912421"/>
                </a:cubicBezTo>
                <a:lnTo>
                  <a:pt x="5679084" y="4912421"/>
                </a:lnTo>
                <a:cubicBezTo>
                  <a:pt x="5679084" y="4912421"/>
                  <a:pt x="5672835" y="4859900"/>
                  <a:pt x="5672835" y="4798263"/>
                </a:cubicBezTo>
                <a:cubicBezTo>
                  <a:pt x="5672835" y="4736627"/>
                  <a:pt x="5679084" y="4684041"/>
                  <a:pt x="5679084" y="4684041"/>
                </a:cubicBezTo>
                <a:close/>
                <a:moveTo>
                  <a:pt x="4887944" y="4684041"/>
                </a:moveTo>
                <a:lnTo>
                  <a:pt x="4933198" y="4684041"/>
                </a:lnTo>
                <a:cubicBezTo>
                  <a:pt x="4933198" y="4684041"/>
                  <a:pt x="4939507" y="4736563"/>
                  <a:pt x="4939507" y="4798263"/>
                </a:cubicBezTo>
                <a:cubicBezTo>
                  <a:pt x="4939507" y="4859963"/>
                  <a:pt x="4933198" y="4912421"/>
                  <a:pt x="4933198" y="4912421"/>
                </a:cubicBezTo>
                <a:lnTo>
                  <a:pt x="4887944" y="4912421"/>
                </a:lnTo>
                <a:cubicBezTo>
                  <a:pt x="4887944" y="4912421"/>
                  <a:pt x="4881632" y="4859900"/>
                  <a:pt x="4881632" y="4798263"/>
                </a:cubicBezTo>
                <a:cubicBezTo>
                  <a:pt x="4881632" y="4736627"/>
                  <a:pt x="4887944" y="4684041"/>
                  <a:pt x="4887944" y="4684041"/>
                </a:cubicBezTo>
                <a:close/>
                <a:moveTo>
                  <a:pt x="4096880" y="4684041"/>
                </a:moveTo>
                <a:lnTo>
                  <a:pt x="4142136" y="4684041"/>
                </a:lnTo>
                <a:cubicBezTo>
                  <a:pt x="4142136" y="4684041"/>
                  <a:pt x="4148446" y="4736563"/>
                  <a:pt x="4148446" y="4798263"/>
                </a:cubicBezTo>
                <a:cubicBezTo>
                  <a:pt x="4148446" y="4859963"/>
                  <a:pt x="4142136" y="4912421"/>
                  <a:pt x="4142136" y="4912421"/>
                </a:cubicBezTo>
                <a:lnTo>
                  <a:pt x="4096880" y="4912421"/>
                </a:lnTo>
                <a:cubicBezTo>
                  <a:pt x="4096880" y="4912421"/>
                  <a:pt x="4090633" y="4859900"/>
                  <a:pt x="4090633" y="4798263"/>
                </a:cubicBezTo>
                <a:cubicBezTo>
                  <a:pt x="4090633" y="4736627"/>
                  <a:pt x="4096880" y="4684041"/>
                  <a:pt x="4096880" y="4684041"/>
                </a:cubicBezTo>
                <a:close/>
                <a:moveTo>
                  <a:pt x="3305820" y="4684041"/>
                </a:moveTo>
                <a:lnTo>
                  <a:pt x="3351078" y="4684041"/>
                </a:lnTo>
                <a:cubicBezTo>
                  <a:pt x="3351078" y="4684041"/>
                  <a:pt x="3357385" y="4736563"/>
                  <a:pt x="3357385" y="4798263"/>
                </a:cubicBezTo>
                <a:cubicBezTo>
                  <a:pt x="3357385" y="4859963"/>
                  <a:pt x="3351078" y="4912421"/>
                  <a:pt x="3351078" y="4912421"/>
                </a:cubicBezTo>
                <a:lnTo>
                  <a:pt x="3305820" y="4912421"/>
                </a:lnTo>
                <a:cubicBezTo>
                  <a:pt x="3305820" y="4912421"/>
                  <a:pt x="3299575" y="4859900"/>
                  <a:pt x="3299575" y="4798263"/>
                </a:cubicBezTo>
                <a:cubicBezTo>
                  <a:pt x="3299575" y="4736627"/>
                  <a:pt x="3305820" y="4684041"/>
                  <a:pt x="3305820" y="4684041"/>
                </a:cubicBezTo>
                <a:close/>
                <a:moveTo>
                  <a:pt x="2514689" y="4684041"/>
                </a:moveTo>
                <a:lnTo>
                  <a:pt x="2559944" y="4684041"/>
                </a:lnTo>
                <a:cubicBezTo>
                  <a:pt x="2559944" y="4684041"/>
                  <a:pt x="2566255" y="4736563"/>
                  <a:pt x="2566255" y="4798263"/>
                </a:cubicBezTo>
                <a:cubicBezTo>
                  <a:pt x="2566255" y="4859963"/>
                  <a:pt x="2559944" y="4912421"/>
                  <a:pt x="2559944" y="4912421"/>
                </a:cubicBezTo>
                <a:lnTo>
                  <a:pt x="2514689" y="4912421"/>
                </a:lnTo>
                <a:cubicBezTo>
                  <a:pt x="2514689" y="4912421"/>
                  <a:pt x="2508380" y="4859900"/>
                  <a:pt x="2508380" y="4798263"/>
                </a:cubicBezTo>
                <a:cubicBezTo>
                  <a:pt x="2508380" y="4736627"/>
                  <a:pt x="2514689" y="4684041"/>
                  <a:pt x="2514689" y="4684041"/>
                </a:cubicBezTo>
                <a:close/>
                <a:moveTo>
                  <a:pt x="1723556" y="4684041"/>
                </a:moveTo>
                <a:lnTo>
                  <a:pt x="1768814" y="4684041"/>
                </a:lnTo>
                <a:cubicBezTo>
                  <a:pt x="1768814" y="4684041"/>
                  <a:pt x="1775124" y="4736563"/>
                  <a:pt x="1775124" y="4798263"/>
                </a:cubicBezTo>
                <a:cubicBezTo>
                  <a:pt x="1775124" y="4859963"/>
                  <a:pt x="1768814" y="4912421"/>
                  <a:pt x="1768814" y="4912421"/>
                </a:cubicBezTo>
                <a:lnTo>
                  <a:pt x="1723556" y="4912421"/>
                </a:lnTo>
                <a:cubicBezTo>
                  <a:pt x="1723556" y="4912421"/>
                  <a:pt x="1717310" y="4859900"/>
                  <a:pt x="1717310" y="4798263"/>
                </a:cubicBezTo>
                <a:cubicBezTo>
                  <a:pt x="1717310" y="4736627"/>
                  <a:pt x="1723556" y="4684041"/>
                  <a:pt x="1723556" y="4684041"/>
                </a:cubicBezTo>
                <a:close/>
                <a:moveTo>
                  <a:pt x="932414" y="4684041"/>
                </a:moveTo>
                <a:lnTo>
                  <a:pt x="977669" y="4684041"/>
                </a:lnTo>
                <a:cubicBezTo>
                  <a:pt x="977669" y="4684041"/>
                  <a:pt x="983979" y="4736563"/>
                  <a:pt x="983979" y="4798263"/>
                </a:cubicBezTo>
                <a:cubicBezTo>
                  <a:pt x="983979" y="4859963"/>
                  <a:pt x="977669" y="4912421"/>
                  <a:pt x="977669" y="4912421"/>
                </a:cubicBezTo>
                <a:lnTo>
                  <a:pt x="932414" y="4912421"/>
                </a:lnTo>
                <a:cubicBezTo>
                  <a:pt x="932414" y="4912421"/>
                  <a:pt x="926104" y="4859900"/>
                  <a:pt x="926104" y="4798263"/>
                </a:cubicBezTo>
                <a:cubicBezTo>
                  <a:pt x="926104" y="4736627"/>
                  <a:pt x="932414" y="4684041"/>
                  <a:pt x="932414" y="4684041"/>
                </a:cubicBezTo>
                <a:close/>
                <a:moveTo>
                  <a:pt x="141346" y="4684041"/>
                </a:moveTo>
                <a:lnTo>
                  <a:pt x="186600" y="4684041"/>
                </a:lnTo>
                <a:cubicBezTo>
                  <a:pt x="186600" y="4684041"/>
                  <a:pt x="192910" y="4736563"/>
                  <a:pt x="192910" y="4798263"/>
                </a:cubicBezTo>
                <a:cubicBezTo>
                  <a:pt x="192910" y="4859963"/>
                  <a:pt x="186600" y="4912421"/>
                  <a:pt x="186600" y="4912421"/>
                </a:cubicBezTo>
                <a:lnTo>
                  <a:pt x="141346" y="4912421"/>
                </a:lnTo>
                <a:cubicBezTo>
                  <a:pt x="141346" y="4912421"/>
                  <a:pt x="135099" y="4859900"/>
                  <a:pt x="135099" y="4798263"/>
                </a:cubicBezTo>
                <a:cubicBezTo>
                  <a:pt x="135099" y="4736627"/>
                  <a:pt x="141346" y="4684041"/>
                  <a:pt x="141346" y="4684041"/>
                </a:cubicBezTo>
                <a:close/>
                <a:moveTo>
                  <a:pt x="11920501" y="4607426"/>
                </a:moveTo>
                <a:lnTo>
                  <a:pt x="11943128" y="4646626"/>
                </a:lnTo>
                <a:cubicBezTo>
                  <a:pt x="11943128" y="4646626"/>
                  <a:pt x="11900804" y="4678305"/>
                  <a:pt x="11847390" y="4709155"/>
                </a:cubicBezTo>
                <a:cubicBezTo>
                  <a:pt x="11793976" y="4740005"/>
                  <a:pt x="11745343" y="4760848"/>
                  <a:pt x="11745343" y="4760848"/>
                </a:cubicBezTo>
                <a:lnTo>
                  <a:pt x="11722715" y="4721648"/>
                </a:lnTo>
                <a:lnTo>
                  <a:pt x="11722715" y="4721584"/>
                </a:lnTo>
                <a:cubicBezTo>
                  <a:pt x="11722715" y="4721584"/>
                  <a:pt x="11765038" y="4689906"/>
                  <a:pt x="11818516" y="4659055"/>
                </a:cubicBezTo>
                <a:cubicBezTo>
                  <a:pt x="11871867" y="4628205"/>
                  <a:pt x="11920501" y="4607426"/>
                  <a:pt x="11920501" y="4607426"/>
                </a:cubicBezTo>
                <a:close/>
                <a:moveTo>
                  <a:pt x="11129360" y="4607426"/>
                </a:moveTo>
                <a:lnTo>
                  <a:pt x="11151987" y="4646626"/>
                </a:lnTo>
                <a:cubicBezTo>
                  <a:pt x="11151987" y="4646626"/>
                  <a:pt x="11109664" y="4678305"/>
                  <a:pt x="11056249" y="4709155"/>
                </a:cubicBezTo>
                <a:cubicBezTo>
                  <a:pt x="11002835" y="4740005"/>
                  <a:pt x="10954265" y="4760848"/>
                  <a:pt x="10954265" y="4760848"/>
                </a:cubicBezTo>
                <a:lnTo>
                  <a:pt x="10931638" y="4721648"/>
                </a:lnTo>
                <a:lnTo>
                  <a:pt x="10931638" y="4721584"/>
                </a:lnTo>
                <a:cubicBezTo>
                  <a:pt x="10931638" y="4721584"/>
                  <a:pt x="10973961" y="4689906"/>
                  <a:pt x="11027376" y="4659055"/>
                </a:cubicBezTo>
                <a:cubicBezTo>
                  <a:pt x="11080790" y="4628205"/>
                  <a:pt x="11129360" y="4607426"/>
                  <a:pt x="11129360" y="4607426"/>
                </a:cubicBezTo>
                <a:close/>
                <a:moveTo>
                  <a:pt x="10338218" y="4607426"/>
                </a:moveTo>
                <a:lnTo>
                  <a:pt x="10360845" y="4646626"/>
                </a:lnTo>
                <a:cubicBezTo>
                  <a:pt x="10360845" y="4646626"/>
                  <a:pt x="10318522" y="4678305"/>
                  <a:pt x="10265107" y="4709155"/>
                </a:cubicBezTo>
                <a:cubicBezTo>
                  <a:pt x="10211693" y="4740005"/>
                  <a:pt x="10163123" y="4760848"/>
                  <a:pt x="10163123" y="4760848"/>
                </a:cubicBezTo>
                <a:lnTo>
                  <a:pt x="10140496" y="4721648"/>
                </a:lnTo>
                <a:lnTo>
                  <a:pt x="10140496" y="4721584"/>
                </a:lnTo>
                <a:cubicBezTo>
                  <a:pt x="10140496" y="4721584"/>
                  <a:pt x="10182819" y="4689906"/>
                  <a:pt x="10236234" y="4659055"/>
                </a:cubicBezTo>
                <a:cubicBezTo>
                  <a:pt x="10289648" y="4628205"/>
                  <a:pt x="10338218" y="4607426"/>
                  <a:pt x="10338218" y="4607426"/>
                </a:cubicBezTo>
                <a:close/>
                <a:moveTo>
                  <a:pt x="9547140" y="4607426"/>
                </a:moveTo>
                <a:lnTo>
                  <a:pt x="9569768" y="4646626"/>
                </a:lnTo>
                <a:cubicBezTo>
                  <a:pt x="9569768" y="4646626"/>
                  <a:pt x="9527381" y="4678305"/>
                  <a:pt x="9474030" y="4709155"/>
                </a:cubicBezTo>
                <a:cubicBezTo>
                  <a:pt x="9420552" y="4740005"/>
                  <a:pt x="9371982" y="4760848"/>
                  <a:pt x="9371982" y="4760848"/>
                </a:cubicBezTo>
                <a:lnTo>
                  <a:pt x="9349355" y="4721648"/>
                </a:lnTo>
                <a:lnTo>
                  <a:pt x="9349355" y="4721584"/>
                </a:lnTo>
                <a:cubicBezTo>
                  <a:pt x="9349355" y="4721584"/>
                  <a:pt x="9391678" y="4689906"/>
                  <a:pt x="9445093" y="4659055"/>
                </a:cubicBezTo>
                <a:cubicBezTo>
                  <a:pt x="9498507" y="4628205"/>
                  <a:pt x="9547140" y="4607426"/>
                  <a:pt x="9547140" y="4607426"/>
                </a:cubicBezTo>
                <a:close/>
                <a:moveTo>
                  <a:pt x="8755998" y="4607426"/>
                </a:moveTo>
                <a:lnTo>
                  <a:pt x="8778626" y="4646626"/>
                </a:lnTo>
                <a:cubicBezTo>
                  <a:pt x="8778626" y="4646626"/>
                  <a:pt x="8736302" y="4678305"/>
                  <a:pt x="8682888" y="4709155"/>
                </a:cubicBezTo>
                <a:cubicBezTo>
                  <a:pt x="8629474" y="4740005"/>
                  <a:pt x="8580840" y="4760848"/>
                  <a:pt x="8580840" y="4760848"/>
                </a:cubicBezTo>
                <a:lnTo>
                  <a:pt x="8558213" y="4721648"/>
                </a:lnTo>
                <a:lnTo>
                  <a:pt x="8558213" y="4721584"/>
                </a:lnTo>
                <a:cubicBezTo>
                  <a:pt x="8558213" y="4721584"/>
                  <a:pt x="8600536" y="4689906"/>
                  <a:pt x="8654014" y="4659055"/>
                </a:cubicBezTo>
                <a:cubicBezTo>
                  <a:pt x="8707364" y="4628205"/>
                  <a:pt x="8755998" y="4607426"/>
                  <a:pt x="8755998" y="4607426"/>
                </a:cubicBezTo>
                <a:close/>
                <a:moveTo>
                  <a:pt x="7964857" y="4607426"/>
                </a:moveTo>
                <a:lnTo>
                  <a:pt x="7987485" y="4646626"/>
                </a:lnTo>
                <a:cubicBezTo>
                  <a:pt x="7987485" y="4646626"/>
                  <a:pt x="7945161" y="4678305"/>
                  <a:pt x="7891747" y="4709155"/>
                </a:cubicBezTo>
                <a:cubicBezTo>
                  <a:pt x="7838333" y="4740005"/>
                  <a:pt x="7789699" y="4760848"/>
                  <a:pt x="7789699" y="4760848"/>
                </a:cubicBezTo>
                <a:lnTo>
                  <a:pt x="7767072" y="4721648"/>
                </a:lnTo>
                <a:lnTo>
                  <a:pt x="7767072" y="4721584"/>
                </a:lnTo>
                <a:cubicBezTo>
                  <a:pt x="7767072" y="4721584"/>
                  <a:pt x="7809395" y="4689906"/>
                  <a:pt x="7862873" y="4659055"/>
                </a:cubicBezTo>
                <a:cubicBezTo>
                  <a:pt x="7916223" y="4628205"/>
                  <a:pt x="7964857" y="4607426"/>
                  <a:pt x="7964857" y="4607426"/>
                </a:cubicBezTo>
                <a:close/>
                <a:moveTo>
                  <a:pt x="7173716" y="4607426"/>
                </a:moveTo>
                <a:lnTo>
                  <a:pt x="7196344" y="4646626"/>
                </a:lnTo>
                <a:cubicBezTo>
                  <a:pt x="7196344" y="4646626"/>
                  <a:pt x="7154020" y="4678305"/>
                  <a:pt x="7100606" y="4709155"/>
                </a:cubicBezTo>
                <a:cubicBezTo>
                  <a:pt x="7047191" y="4740005"/>
                  <a:pt x="6998558" y="4760848"/>
                  <a:pt x="6998558" y="4760848"/>
                </a:cubicBezTo>
                <a:lnTo>
                  <a:pt x="6975995" y="4721648"/>
                </a:lnTo>
                <a:lnTo>
                  <a:pt x="6975995" y="4721584"/>
                </a:lnTo>
                <a:cubicBezTo>
                  <a:pt x="6975995" y="4721584"/>
                  <a:pt x="7018317" y="4689906"/>
                  <a:pt x="7071731" y="4659055"/>
                </a:cubicBezTo>
                <a:cubicBezTo>
                  <a:pt x="7125146" y="4628205"/>
                  <a:pt x="7173716" y="4607426"/>
                  <a:pt x="7173716" y="4607426"/>
                </a:cubicBezTo>
                <a:close/>
                <a:moveTo>
                  <a:pt x="6382638" y="4607426"/>
                </a:moveTo>
                <a:lnTo>
                  <a:pt x="6405201" y="4646626"/>
                </a:lnTo>
                <a:cubicBezTo>
                  <a:pt x="6405201" y="4646626"/>
                  <a:pt x="6362878" y="4678305"/>
                  <a:pt x="6309528" y="4709155"/>
                </a:cubicBezTo>
                <a:cubicBezTo>
                  <a:pt x="6256113" y="4740005"/>
                  <a:pt x="6207480" y="4760848"/>
                  <a:pt x="6207480" y="4760848"/>
                </a:cubicBezTo>
                <a:lnTo>
                  <a:pt x="6184852" y="4721648"/>
                </a:lnTo>
                <a:lnTo>
                  <a:pt x="6184852" y="4721584"/>
                </a:lnTo>
                <a:cubicBezTo>
                  <a:pt x="6184852" y="4721584"/>
                  <a:pt x="6227176" y="4689906"/>
                  <a:pt x="6280590" y="4659055"/>
                </a:cubicBezTo>
                <a:cubicBezTo>
                  <a:pt x="6334004" y="4628205"/>
                  <a:pt x="6382638" y="4607426"/>
                  <a:pt x="6382638" y="4607426"/>
                </a:cubicBezTo>
                <a:close/>
                <a:moveTo>
                  <a:pt x="5591444" y="4607426"/>
                </a:moveTo>
                <a:lnTo>
                  <a:pt x="5614067" y="4646626"/>
                </a:lnTo>
                <a:cubicBezTo>
                  <a:pt x="5614067" y="4646626"/>
                  <a:pt x="5571746" y="4678305"/>
                  <a:pt x="5518332" y="4709155"/>
                </a:cubicBezTo>
                <a:cubicBezTo>
                  <a:pt x="5464921" y="4740005"/>
                  <a:pt x="5416289" y="4760848"/>
                  <a:pt x="5416289" y="4760848"/>
                </a:cubicBezTo>
                <a:lnTo>
                  <a:pt x="5393662" y="4721648"/>
                </a:lnTo>
                <a:lnTo>
                  <a:pt x="5393724" y="4721584"/>
                </a:lnTo>
                <a:cubicBezTo>
                  <a:pt x="5393724" y="4721584"/>
                  <a:pt x="5436047" y="4689906"/>
                  <a:pt x="5489459" y="4659055"/>
                </a:cubicBezTo>
                <a:cubicBezTo>
                  <a:pt x="5542870" y="4628205"/>
                  <a:pt x="5591444" y="4607426"/>
                  <a:pt x="5591444" y="4607426"/>
                </a:cubicBezTo>
                <a:close/>
                <a:moveTo>
                  <a:pt x="4800366" y="4607426"/>
                </a:moveTo>
                <a:lnTo>
                  <a:pt x="4822988" y="4646626"/>
                </a:lnTo>
                <a:cubicBezTo>
                  <a:pt x="4822988" y="4646626"/>
                  <a:pt x="4780668" y="4678305"/>
                  <a:pt x="4727254" y="4709155"/>
                </a:cubicBezTo>
                <a:cubicBezTo>
                  <a:pt x="4673843" y="4740005"/>
                  <a:pt x="4625211" y="4760848"/>
                  <a:pt x="4625211" y="4760848"/>
                </a:cubicBezTo>
                <a:lnTo>
                  <a:pt x="4602581" y="4721648"/>
                </a:lnTo>
                <a:lnTo>
                  <a:pt x="4602649" y="4721584"/>
                </a:lnTo>
                <a:cubicBezTo>
                  <a:pt x="4602649" y="4721584"/>
                  <a:pt x="4644967" y="4689906"/>
                  <a:pt x="4698380" y="4659055"/>
                </a:cubicBezTo>
                <a:cubicBezTo>
                  <a:pt x="4751795" y="4628205"/>
                  <a:pt x="4800366" y="4607426"/>
                  <a:pt x="4800366" y="4607426"/>
                </a:cubicBezTo>
                <a:close/>
                <a:moveTo>
                  <a:pt x="4009303" y="4607426"/>
                </a:moveTo>
                <a:lnTo>
                  <a:pt x="4031930" y="4646626"/>
                </a:lnTo>
                <a:cubicBezTo>
                  <a:pt x="4031930" y="4646626"/>
                  <a:pt x="3989607" y="4678305"/>
                  <a:pt x="3936200" y="4709155"/>
                </a:cubicBezTo>
                <a:cubicBezTo>
                  <a:pt x="3882785" y="4740005"/>
                  <a:pt x="3834153" y="4760848"/>
                  <a:pt x="3834153" y="4760848"/>
                </a:cubicBezTo>
                <a:lnTo>
                  <a:pt x="3811524" y="4721648"/>
                </a:lnTo>
                <a:lnTo>
                  <a:pt x="3811587" y="4721584"/>
                </a:lnTo>
                <a:cubicBezTo>
                  <a:pt x="3811587" y="4721584"/>
                  <a:pt x="3853909" y="4689906"/>
                  <a:pt x="3907323" y="4659055"/>
                </a:cubicBezTo>
                <a:cubicBezTo>
                  <a:pt x="3960740" y="4628205"/>
                  <a:pt x="4009303" y="4607426"/>
                  <a:pt x="4009303" y="4607426"/>
                </a:cubicBezTo>
                <a:close/>
                <a:moveTo>
                  <a:pt x="3218243" y="4607426"/>
                </a:moveTo>
                <a:lnTo>
                  <a:pt x="3240871" y="4646626"/>
                </a:lnTo>
                <a:cubicBezTo>
                  <a:pt x="3240871" y="4646626"/>
                  <a:pt x="3198544" y="4678305"/>
                  <a:pt x="3145144" y="4709155"/>
                </a:cubicBezTo>
                <a:cubicBezTo>
                  <a:pt x="3091728" y="4740005"/>
                  <a:pt x="3043094" y="4760848"/>
                  <a:pt x="3043094" y="4760848"/>
                </a:cubicBezTo>
                <a:lnTo>
                  <a:pt x="3020464" y="4721648"/>
                </a:lnTo>
                <a:lnTo>
                  <a:pt x="3020464" y="4721584"/>
                </a:lnTo>
                <a:cubicBezTo>
                  <a:pt x="3020464" y="4721584"/>
                  <a:pt x="3062787" y="4689906"/>
                  <a:pt x="3116202" y="4659055"/>
                </a:cubicBezTo>
                <a:cubicBezTo>
                  <a:pt x="3169618" y="4628205"/>
                  <a:pt x="3218243" y="4607426"/>
                  <a:pt x="3218243" y="4607426"/>
                </a:cubicBezTo>
                <a:close/>
                <a:moveTo>
                  <a:pt x="2427105" y="4607426"/>
                </a:moveTo>
                <a:lnTo>
                  <a:pt x="2449735" y="4646626"/>
                </a:lnTo>
                <a:cubicBezTo>
                  <a:pt x="2449735" y="4646626"/>
                  <a:pt x="2407411" y="4678305"/>
                  <a:pt x="2353993" y="4709155"/>
                </a:cubicBezTo>
                <a:cubicBezTo>
                  <a:pt x="2300583" y="4740005"/>
                  <a:pt x="2251951" y="4760848"/>
                  <a:pt x="2251951" y="4760848"/>
                </a:cubicBezTo>
                <a:lnTo>
                  <a:pt x="2229324" y="4721648"/>
                </a:lnTo>
                <a:lnTo>
                  <a:pt x="2229324" y="4721584"/>
                </a:lnTo>
                <a:cubicBezTo>
                  <a:pt x="2229324" y="4721584"/>
                  <a:pt x="2271638" y="4689906"/>
                  <a:pt x="2325057" y="4659055"/>
                </a:cubicBezTo>
                <a:cubicBezTo>
                  <a:pt x="2378472" y="4628205"/>
                  <a:pt x="2427105" y="4607426"/>
                  <a:pt x="2427105" y="4607426"/>
                </a:cubicBezTo>
                <a:close/>
                <a:moveTo>
                  <a:pt x="1635980" y="4607426"/>
                </a:moveTo>
                <a:lnTo>
                  <a:pt x="1658607" y="4646626"/>
                </a:lnTo>
                <a:cubicBezTo>
                  <a:pt x="1658607" y="4646626"/>
                  <a:pt x="1616284" y="4678305"/>
                  <a:pt x="1562870" y="4709155"/>
                </a:cubicBezTo>
                <a:cubicBezTo>
                  <a:pt x="1509456" y="4740005"/>
                  <a:pt x="1460821" y="4760848"/>
                  <a:pt x="1460821" y="4760848"/>
                </a:cubicBezTo>
                <a:lnTo>
                  <a:pt x="1438196" y="4721648"/>
                </a:lnTo>
                <a:lnTo>
                  <a:pt x="1438196" y="4721584"/>
                </a:lnTo>
                <a:cubicBezTo>
                  <a:pt x="1438196" y="4721584"/>
                  <a:pt x="1480518" y="4689906"/>
                  <a:pt x="1533934" y="4659055"/>
                </a:cubicBezTo>
                <a:cubicBezTo>
                  <a:pt x="1587348" y="4628205"/>
                  <a:pt x="1635980" y="4607426"/>
                  <a:pt x="1635980" y="4607426"/>
                </a:cubicBezTo>
                <a:close/>
                <a:moveTo>
                  <a:pt x="844900" y="4607426"/>
                </a:moveTo>
                <a:lnTo>
                  <a:pt x="867526" y="4646626"/>
                </a:lnTo>
                <a:cubicBezTo>
                  <a:pt x="867526" y="4646626"/>
                  <a:pt x="825204" y="4678305"/>
                  <a:pt x="771791" y="4709155"/>
                </a:cubicBezTo>
                <a:cubicBezTo>
                  <a:pt x="718378" y="4740005"/>
                  <a:pt x="669744" y="4760848"/>
                  <a:pt x="669744" y="4760848"/>
                </a:cubicBezTo>
                <a:lnTo>
                  <a:pt x="647116" y="4721648"/>
                </a:lnTo>
                <a:lnTo>
                  <a:pt x="647116" y="4721584"/>
                </a:lnTo>
                <a:cubicBezTo>
                  <a:pt x="647116" y="4721584"/>
                  <a:pt x="689440" y="4689906"/>
                  <a:pt x="742854" y="4659055"/>
                </a:cubicBezTo>
                <a:cubicBezTo>
                  <a:pt x="796268" y="4628205"/>
                  <a:pt x="844900" y="4607426"/>
                  <a:pt x="844900" y="4607426"/>
                </a:cubicBezTo>
                <a:close/>
                <a:moveTo>
                  <a:pt x="53706" y="4607426"/>
                </a:moveTo>
                <a:lnTo>
                  <a:pt x="76333" y="4646626"/>
                </a:lnTo>
                <a:cubicBezTo>
                  <a:pt x="76333" y="4646626"/>
                  <a:pt x="65753" y="4654546"/>
                  <a:pt x="48496" y="4666322"/>
                </a:cubicBezTo>
                <a:lnTo>
                  <a:pt x="0" y="4696915"/>
                </a:lnTo>
                <a:lnTo>
                  <a:pt x="0" y="4633644"/>
                </a:lnTo>
                <a:lnTo>
                  <a:pt x="22745" y="4621672"/>
                </a:lnTo>
                <a:cubicBezTo>
                  <a:pt x="41564" y="4612621"/>
                  <a:pt x="53706" y="4607426"/>
                  <a:pt x="53706" y="4607426"/>
                </a:cubicBezTo>
                <a:close/>
                <a:moveTo>
                  <a:pt x="5811965" y="4607385"/>
                </a:moveTo>
                <a:lnTo>
                  <a:pt x="5820348" y="4611091"/>
                </a:lnTo>
                <a:cubicBezTo>
                  <a:pt x="5836528" y="4618381"/>
                  <a:pt x="5873901" y="4635854"/>
                  <a:pt x="5913960" y="4658991"/>
                </a:cubicBezTo>
                <a:cubicBezTo>
                  <a:pt x="5967374" y="4689842"/>
                  <a:pt x="6009695" y="4721521"/>
                  <a:pt x="6009695" y="4721521"/>
                </a:cubicBezTo>
                <a:lnTo>
                  <a:pt x="5987067" y="4760721"/>
                </a:lnTo>
                <a:cubicBezTo>
                  <a:pt x="5987067" y="4760721"/>
                  <a:pt x="5938437" y="4739877"/>
                  <a:pt x="5885086" y="4709091"/>
                </a:cubicBezTo>
                <a:cubicBezTo>
                  <a:pt x="5831672" y="4678241"/>
                  <a:pt x="5789350" y="4646562"/>
                  <a:pt x="5789350" y="4646562"/>
                </a:cubicBezTo>
                <a:close/>
                <a:moveTo>
                  <a:pt x="5020837" y="4607385"/>
                </a:moveTo>
                <a:lnTo>
                  <a:pt x="5029217" y="4611091"/>
                </a:lnTo>
                <a:cubicBezTo>
                  <a:pt x="5045401" y="4618381"/>
                  <a:pt x="5082770" y="4635854"/>
                  <a:pt x="5122827" y="4658991"/>
                </a:cubicBezTo>
                <a:cubicBezTo>
                  <a:pt x="5176242" y="4689842"/>
                  <a:pt x="5218566" y="4721521"/>
                  <a:pt x="5218566" y="4721521"/>
                </a:cubicBezTo>
                <a:lnTo>
                  <a:pt x="5195941" y="4760721"/>
                </a:lnTo>
                <a:cubicBezTo>
                  <a:pt x="5195941" y="4760721"/>
                  <a:pt x="5147307" y="4739877"/>
                  <a:pt x="5093953" y="4709091"/>
                </a:cubicBezTo>
                <a:cubicBezTo>
                  <a:pt x="5040542" y="4678241"/>
                  <a:pt x="4998215" y="4646562"/>
                  <a:pt x="4998215" y="4646562"/>
                </a:cubicBezTo>
                <a:close/>
                <a:moveTo>
                  <a:pt x="4229752" y="4607385"/>
                </a:moveTo>
                <a:lnTo>
                  <a:pt x="4238133" y="4611091"/>
                </a:lnTo>
                <a:cubicBezTo>
                  <a:pt x="4254316" y="4618381"/>
                  <a:pt x="4291687" y="4635854"/>
                  <a:pt x="4331748" y="4658991"/>
                </a:cubicBezTo>
                <a:cubicBezTo>
                  <a:pt x="4385164" y="4689842"/>
                  <a:pt x="4427491" y="4721521"/>
                  <a:pt x="4427491" y="4721521"/>
                </a:cubicBezTo>
                <a:lnTo>
                  <a:pt x="4404860" y="4760721"/>
                </a:lnTo>
                <a:cubicBezTo>
                  <a:pt x="4404860" y="4760721"/>
                  <a:pt x="4356228" y="4739877"/>
                  <a:pt x="4302877" y="4709091"/>
                </a:cubicBezTo>
                <a:cubicBezTo>
                  <a:pt x="4249460" y="4678241"/>
                  <a:pt x="4207137" y="4646562"/>
                  <a:pt x="4207137" y="4646562"/>
                </a:cubicBezTo>
                <a:close/>
                <a:moveTo>
                  <a:pt x="3438701" y="4607385"/>
                </a:moveTo>
                <a:lnTo>
                  <a:pt x="3447084" y="4611091"/>
                </a:lnTo>
                <a:cubicBezTo>
                  <a:pt x="3463267" y="4618381"/>
                  <a:pt x="3500641" y="4635854"/>
                  <a:pt x="3540702" y="4658991"/>
                </a:cubicBezTo>
                <a:cubicBezTo>
                  <a:pt x="3594111" y="4689842"/>
                  <a:pt x="3636436" y="4721521"/>
                  <a:pt x="3636436" y="4721521"/>
                </a:cubicBezTo>
                <a:lnTo>
                  <a:pt x="3613807" y="4760721"/>
                </a:lnTo>
                <a:cubicBezTo>
                  <a:pt x="3613807" y="4760721"/>
                  <a:pt x="3565177" y="4739877"/>
                  <a:pt x="3511829" y="4709091"/>
                </a:cubicBezTo>
                <a:cubicBezTo>
                  <a:pt x="3458412" y="4678241"/>
                  <a:pt x="3416090" y="4646562"/>
                  <a:pt x="3416090" y="4646562"/>
                </a:cubicBezTo>
                <a:close/>
                <a:moveTo>
                  <a:pt x="2647573" y="4607385"/>
                </a:moveTo>
                <a:lnTo>
                  <a:pt x="2655955" y="4611091"/>
                </a:lnTo>
                <a:cubicBezTo>
                  <a:pt x="2672137" y="4618381"/>
                  <a:pt x="2709510" y="4635854"/>
                  <a:pt x="2749571" y="4658991"/>
                </a:cubicBezTo>
                <a:cubicBezTo>
                  <a:pt x="2802981" y="4689842"/>
                  <a:pt x="2845305" y="4721521"/>
                  <a:pt x="2845305" y="4721521"/>
                </a:cubicBezTo>
                <a:lnTo>
                  <a:pt x="2822677" y="4760721"/>
                </a:lnTo>
                <a:cubicBezTo>
                  <a:pt x="2822677" y="4760721"/>
                  <a:pt x="2774046" y="4739877"/>
                  <a:pt x="2720696" y="4709091"/>
                </a:cubicBezTo>
                <a:cubicBezTo>
                  <a:pt x="2667283" y="4678241"/>
                  <a:pt x="2624959" y="4646562"/>
                  <a:pt x="2624959" y="4646562"/>
                </a:cubicBezTo>
                <a:close/>
                <a:moveTo>
                  <a:pt x="1856440" y="4607385"/>
                </a:moveTo>
                <a:lnTo>
                  <a:pt x="1864826" y="4611091"/>
                </a:lnTo>
                <a:cubicBezTo>
                  <a:pt x="1881007" y="4618381"/>
                  <a:pt x="1918378" y="4635854"/>
                  <a:pt x="1958439" y="4658991"/>
                </a:cubicBezTo>
                <a:cubicBezTo>
                  <a:pt x="2011851" y="4689842"/>
                  <a:pt x="2054174" y="4721521"/>
                  <a:pt x="2054174" y="4721521"/>
                </a:cubicBezTo>
                <a:lnTo>
                  <a:pt x="2031546" y="4760721"/>
                </a:lnTo>
                <a:cubicBezTo>
                  <a:pt x="2031546" y="4760721"/>
                  <a:pt x="1982915" y="4739877"/>
                  <a:pt x="1929564" y="4709091"/>
                </a:cubicBezTo>
                <a:cubicBezTo>
                  <a:pt x="1876149" y="4678241"/>
                  <a:pt x="1833827" y="4646562"/>
                  <a:pt x="1833827" y="4646562"/>
                </a:cubicBezTo>
                <a:close/>
                <a:moveTo>
                  <a:pt x="1065369" y="4607385"/>
                </a:moveTo>
                <a:lnTo>
                  <a:pt x="1073750" y="4611091"/>
                </a:lnTo>
                <a:cubicBezTo>
                  <a:pt x="1089933" y="4618381"/>
                  <a:pt x="1127304" y="4635854"/>
                  <a:pt x="1167366" y="4658991"/>
                </a:cubicBezTo>
                <a:cubicBezTo>
                  <a:pt x="1220781" y="4689842"/>
                  <a:pt x="1263103" y="4721521"/>
                  <a:pt x="1263103" y="4721521"/>
                </a:cubicBezTo>
                <a:lnTo>
                  <a:pt x="1240476" y="4760721"/>
                </a:lnTo>
                <a:cubicBezTo>
                  <a:pt x="1240476" y="4760721"/>
                  <a:pt x="1191840" y="4739877"/>
                  <a:pt x="1138491" y="4709091"/>
                </a:cubicBezTo>
                <a:cubicBezTo>
                  <a:pt x="1085076" y="4678241"/>
                  <a:pt x="1042746" y="4646562"/>
                  <a:pt x="1042746" y="4646562"/>
                </a:cubicBezTo>
                <a:close/>
                <a:moveTo>
                  <a:pt x="274229" y="4607385"/>
                </a:moveTo>
                <a:lnTo>
                  <a:pt x="282613" y="4611091"/>
                </a:lnTo>
                <a:cubicBezTo>
                  <a:pt x="298794" y="4618381"/>
                  <a:pt x="336166" y="4635854"/>
                  <a:pt x="376224" y="4658991"/>
                </a:cubicBezTo>
                <a:cubicBezTo>
                  <a:pt x="429637" y="4689842"/>
                  <a:pt x="471959" y="4721521"/>
                  <a:pt x="471959" y="4721521"/>
                </a:cubicBezTo>
                <a:lnTo>
                  <a:pt x="449332" y="4760721"/>
                </a:lnTo>
                <a:cubicBezTo>
                  <a:pt x="449332" y="4760721"/>
                  <a:pt x="400701" y="4739877"/>
                  <a:pt x="347352" y="4709091"/>
                </a:cubicBezTo>
                <a:cubicBezTo>
                  <a:pt x="293937" y="4678241"/>
                  <a:pt x="251614" y="4646562"/>
                  <a:pt x="251614" y="4646562"/>
                </a:cubicBezTo>
                <a:close/>
                <a:moveTo>
                  <a:pt x="12140914" y="4607362"/>
                </a:moveTo>
                <a:cubicBezTo>
                  <a:pt x="12140914" y="4607362"/>
                  <a:pt x="12153072" y="4612557"/>
                  <a:pt x="12171908" y="4621608"/>
                </a:cubicBezTo>
                <a:lnTo>
                  <a:pt x="12203753" y="4638363"/>
                </a:lnTo>
                <a:lnTo>
                  <a:pt x="12203753" y="4702575"/>
                </a:lnTo>
                <a:lnTo>
                  <a:pt x="12146156" y="4666258"/>
                </a:lnTo>
                <a:cubicBezTo>
                  <a:pt x="12128883" y="4654482"/>
                  <a:pt x="12118286" y="4646562"/>
                  <a:pt x="12118286" y="4646562"/>
                </a:cubicBezTo>
                <a:close/>
                <a:moveTo>
                  <a:pt x="11349836" y="4607362"/>
                </a:moveTo>
                <a:cubicBezTo>
                  <a:pt x="11349836" y="4607362"/>
                  <a:pt x="11398406" y="4628141"/>
                  <a:pt x="11451820" y="4658991"/>
                </a:cubicBezTo>
                <a:cubicBezTo>
                  <a:pt x="11505234" y="4689842"/>
                  <a:pt x="11547558" y="4721521"/>
                  <a:pt x="11547558" y="4721521"/>
                </a:cubicBezTo>
                <a:lnTo>
                  <a:pt x="11524930" y="4760721"/>
                </a:lnTo>
                <a:cubicBezTo>
                  <a:pt x="11524930" y="4760721"/>
                  <a:pt x="11476360" y="4739877"/>
                  <a:pt x="11422946" y="4709091"/>
                </a:cubicBezTo>
                <a:cubicBezTo>
                  <a:pt x="11369531" y="4678241"/>
                  <a:pt x="11327208" y="4646562"/>
                  <a:pt x="11327208" y="4646562"/>
                </a:cubicBezTo>
                <a:close/>
                <a:moveTo>
                  <a:pt x="10558694" y="4607362"/>
                </a:moveTo>
                <a:cubicBezTo>
                  <a:pt x="10558694" y="4607362"/>
                  <a:pt x="10607264" y="4628141"/>
                  <a:pt x="10660678" y="4658991"/>
                </a:cubicBezTo>
                <a:cubicBezTo>
                  <a:pt x="10714092" y="4689842"/>
                  <a:pt x="10756416" y="4721521"/>
                  <a:pt x="10756416" y="4721521"/>
                </a:cubicBezTo>
                <a:lnTo>
                  <a:pt x="10733788" y="4760721"/>
                </a:lnTo>
                <a:cubicBezTo>
                  <a:pt x="10733788" y="4760721"/>
                  <a:pt x="10685218" y="4739877"/>
                  <a:pt x="10631804" y="4709091"/>
                </a:cubicBezTo>
                <a:cubicBezTo>
                  <a:pt x="10578389" y="4678241"/>
                  <a:pt x="10536066" y="4646562"/>
                  <a:pt x="10536066" y="4646562"/>
                </a:cubicBezTo>
                <a:close/>
                <a:moveTo>
                  <a:pt x="9767553" y="4607362"/>
                </a:moveTo>
                <a:cubicBezTo>
                  <a:pt x="9767553" y="4607362"/>
                  <a:pt x="9816187" y="4628141"/>
                  <a:pt x="9869601" y="4658991"/>
                </a:cubicBezTo>
                <a:cubicBezTo>
                  <a:pt x="9923015" y="4689842"/>
                  <a:pt x="9965339" y="4721521"/>
                  <a:pt x="9965339" y="4721521"/>
                </a:cubicBezTo>
                <a:lnTo>
                  <a:pt x="9942711" y="4760721"/>
                </a:lnTo>
                <a:cubicBezTo>
                  <a:pt x="9942711" y="4760721"/>
                  <a:pt x="9894077" y="4739877"/>
                  <a:pt x="9840663" y="4709091"/>
                </a:cubicBezTo>
                <a:cubicBezTo>
                  <a:pt x="9787248" y="4678241"/>
                  <a:pt x="9744925" y="4646562"/>
                  <a:pt x="9744925" y="4646562"/>
                </a:cubicBezTo>
                <a:close/>
                <a:moveTo>
                  <a:pt x="8976412" y="4607362"/>
                </a:moveTo>
                <a:cubicBezTo>
                  <a:pt x="8976412" y="4607362"/>
                  <a:pt x="9025046" y="4628141"/>
                  <a:pt x="9078460" y="4658991"/>
                </a:cubicBezTo>
                <a:cubicBezTo>
                  <a:pt x="9131874" y="4689842"/>
                  <a:pt x="9174198" y="4721521"/>
                  <a:pt x="9174198" y="4721521"/>
                </a:cubicBezTo>
                <a:lnTo>
                  <a:pt x="9151570" y="4760721"/>
                </a:lnTo>
                <a:cubicBezTo>
                  <a:pt x="9151570" y="4760721"/>
                  <a:pt x="9102936" y="4739877"/>
                  <a:pt x="9049585" y="4709091"/>
                </a:cubicBezTo>
                <a:cubicBezTo>
                  <a:pt x="8996107" y="4678241"/>
                  <a:pt x="8953784" y="4646562"/>
                  <a:pt x="8953784" y="4646562"/>
                </a:cubicBezTo>
                <a:close/>
                <a:moveTo>
                  <a:pt x="8185270" y="4607362"/>
                </a:moveTo>
                <a:cubicBezTo>
                  <a:pt x="8185270" y="4607362"/>
                  <a:pt x="8233904" y="4628141"/>
                  <a:pt x="8287318" y="4658991"/>
                </a:cubicBezTo>
                <a:cubicBezTo>
                  <a:pt x="8340732" y="4689842"/>
                  <a:pt x="8383056" y="4721521"/>
                  <a:pt x="8383056" y="4721521"/>
                </a:cubicBezTo>
                <a:lnTo>
                  <a:pt x="8360428" y="4760721"/>
                </a:lnTo>
                <a:cubicBezTo>
                  <a:pt x="8360428" y="4760721"/>
                  <a:pt x="8311794" y="4739877"/>
                  <a:pt x="8258443" y="4709091"/>
                </a:cubicBezTo>
                <a:cubicBezTo>
                  <a:pt x="8204965" y="4678241"/>
                  <a:pt x="8162642" y="4646562"/>
                  <a:pt x="8162642" y="4646562"/>
                </a:cubicBezTo>
                <a:close/>
                <a:moveTo>
                  <a:pt x="7394192" y="4607362"/>
                </a:moveTo>
                <a:cubicBezTo>
                  <a:pt x="7394192" y="4607362"/>
                  <a:pt x="7442762" y="4628141"/>
                  <a:pt x="7496176" y="4658991"/>
                </a:cubicBezTo>
                <a:cubicBezTo>
                  <a:pt x="7549590" y="4689842"/>
                  <a:pt x="7591913" y="4721521"/>
                  <a:pt x="7591913" y="4721521"/>
                </a:cubicBezTo>
                <a:lnTo>
                  <a:pt x="7569286" y="4760721"/>
                </a:lnTo>
                <a:cubicBezTo>
                  <a:pt x="7569286" y="4760721"/>
                  <a:pt x="7520716" y="4739877"/>
                  <a:pt x="7467302" y="4709091"/>
                </a:cubicBezTo>
                <a:cubicBezTo>
                  <a:pt x="7413887" y="4678241"/>
                  <a:pt x="7371564" y="4646562"/>
                  <a:pt x="7371564" y="4646562"/>
                </a:cubicBezTo>
                <a:close/>
                <a:moveTo>
                  <a:pt x="6603052" y="4607362"/>
                </a:moveTo>
                <a:cubicBezTo>
                  <a:pt x="6603052" y="4607362"/>
                  <a:pt x="6651621" y="4628141"/>
                  <a:pt x="6705100" y="4658991"/>
                </a:cubicBezTo>
                <a:cubicBezTo>
                  <a:pt x="6758449" y="4689842"/>
                  <a:pt x="6800837" y="4721521"/>
                  <a:pt x="6800837" y="4721521"/>
                </a:cubicBezTo>
                <a:lnTo>
                  <a:pt x="6778210" y="4760721"/>
                </a:lnTo>
                <a:cubicBezTo>
                  <a:pt x="6778210" y="4760721"/>
                  <a:pt x="6729575" y="4739877"/>
                  <a:pt x="6676161" y="4709091"/>
                </a:cubicBezTo>
                <a:cubicBezTo>
                  <a:pt x="6622747" y="4678241"/>
                  <a:pt x="6580424" y="4646562"/>
                  <a:pt x="6580424" y="4646562"/>
                </a:cubicBezTo>
                <a:close/>
                <a:moveTo>
                  <a:pt x="5811914" y="4607362"/>
                </a:moveTo>
                <a:lnTo>
                  <a:pt x="5811979" y="4607362"/>
                </a:lnTo>
                <a:lnTo>
                  <a:pt x="5811965" y="4607385"/>
                </a:lnTo>
                <a:close/>
                <a:moveTo>
                  <a:pt x="5020783" y="4607362"/>
                </a:moveTo>
                <a:lnTo>
                  <a:pt x="5020848" y="4607362"/>
                </a:lnTo>
                <a:lnTo>
                  <a:pt x="5020837" y="4607385"/>
                </a:lnTo>
                <a:close/>
                <a:moveTo>
                  <a:pt x="4229702" y="4607362"/>
                </a:moveTo>
                <a:lnTo>
                  <a:pt x="4229764" y="4607362"/>
                </a:lnTo>
                <a:lnTo>
                  <a:pt x="4229752" y="4607385"/>
                </a:lnTo>
                <a:close/>
                <a:moveTo>
                  <a:pt x="3438650" y="4607362"/>
                </a:moveTo>
                <a:lnTo>
                  <a:pt x="3438713" y="4607362"/>
                </a:lnTo>
                <a:lnTo>
                  <a:pt x="3438701" y="4607385"/>
                </a:lnTo>
                <a:close/>
                <a:moveTo>
                  <a:pt x="2647521" y="4607362"/>
                </a:moveTo>
                <a:lnTo>
                  <a:pt x="2647585" y="4607362"/>
                </a:lnTo>
                <a:lnTo>
                  <a:pt x="2647573" y="4607385"/>
                </a:lnTo>
                <a:close/>
                <a:moveTo>
                  <a:pt x="1856390" y="4607362"/>
                </a:moveTo>
                <a:lnTo>
                  <a:pt x="1856455" y="4607362"/>
                </a:lnTo>
                <a:lnTo>
                  <a:pt x="1856440" y="4607385"/>
                </a:lnTo>
                <a:close/>
                <a:moveTo>
                  <a:pt x="1065317" y="4607362"/>
                </a:moveTo>
                <a:lnTo>
                  <a:pt x="1065382" y="4607362"/>
                </a:lnTo>
                <a:lnTo>
                  <a:pt x="1065369" y="4607385"/>
                </a:lnTo>
                <a:close/>
                <a:moveTo>
                  <a:pt x="274178" y="4607362"/>
                </a:moveTo>
                <a:lnTo>
                  <a:pt x="274242" y="4607362"/>
                </a:lnTo>
                <a:lnTo>
                  <a:pt x="274229" y="4607385"/>
                </a:lnTo>
                <a:close/>
                <a:moveTo>
                  <a:pt x="11612508" y="4455661"/>
                </a:moveTo>
                <a:lnTo>
                  <a:pt x="11657764" y="4455661"/>
                </a:lnTo>
                <a:cubicBezTo>
                  <a:pt x="11657764" y="4455661"/>
                  <a:pt x="11664075" y="4508183"/>
                  <a:pt x="11664075" y="4569883"/>
                </a:cubicBezTo>
                <a:cubicBezTo>
                  <a:pt x="11664075" y="4631583"/>
                  <a:pt x="11657764" y="4684042"/>
                  <a:pt x="11657764" y="4684042"/>
                </a:cubicBezTo>
                <a:lnTo>
                  <a:pt x="11612508" y="4684042"/>
                </a:lnTo>
                <a:cubicBezTo>
                  <a:pt x="11612508" y="4684042"/>
                  <a:pt x="11606262" y="4631520"/>
                  <a:pt x="11606262" y="4569883"/>
                </a:cubicBezTo>
                <a:cubicBezTo>
                  <a:pt x="11606262" y="4508247"/>
                  <a:pt x="11612508" y="4455661"/>
                  <a:pt x="11612508" y="4455661"/>
                </a:cubicBezTo>
                <a:close/>
                <a:moveTo>
                  <a:pt x="10821431" y="4455661"/>
                </a:moveTo>
                <a:lnTo>
                  <a:pt x="10866623" y="4455661"/>
                </a:lnTo>
                <a:cubicBezTo>
                  <a:pt x="10866623" y="4455661"/>
                  <a:pt x="10872933" y="4508183"/>
                  <a:pt x="10872933" y="4569883"/>
                </a:cubicBezTo>
                <a:cubicBezTo>
                  <a:pt x="10872933" y="4631583"/>
                  <a:pt x="10866623" y="4684042"/>
                  <a:pt x="10866623" y="4684042"/>
                </a:cubicBezTo>
                <a:lnTo>
                  <a:pt x="10821431" y="4684042"/>
                </a:lnTo>
                <a:cubicBezTo>
                  <a:pt x="10821431" y="4684042"/>
                  <a:pt x="10815121" y="4631520"/>
                  <a:pt x="10815121" y="4569883"/>
                </a:cubicBezTo>
                <a:cubicBezTo>
                  <a:pt x="10815121" y="4508247"/>
                  <a:pt x="10821431" y="4455661"/>
                  <a:pt x="10821431" y="4455661"/>
                </a:cubicBezTo>
                <a:close/>
                <a:moveTo>
                  <a:pt x="10030289" y="4455661"/>
                </a:moveTo>
                <a:lnTo>
                  <a:pt x="10075544" y="4455661"/>
                </a:lnTo>
                <a:cubicBezTo>
                  <a:pt x="10075544" y="4455661"/>
                  <a:pt x="10081791" y="4508183"/>
                  <a:pt x="10081791" y="4569883"/>
                </a:cubicBezTo>
                <a:cubicBezTo>
                  <a:pt x="10081791" y="4631583"/>
                  <a:pt x="10075544" y="4684042"/>
                  <a:pt x="10075544" y="4684042"/>
                </a:cubicBezTo>
                <a:lnTo>
                  <a:pt x="10030289" y="4684042"/>
                </a:lnTo>
                <a:cubicBezTo>
                  <a:pt x="10030289" y="4684042"/>
                  <a:pt x="10023979" y="4631520"/>
                  <a:pt x="10023979" y="4569883"/>
                </a:cubicBezTo>
                <a:cubicBezTo>
                  <a:pt x="10023979" y="4508247"/>
                  <a:pt x="10030289" y="4455661"/>
                  <a:pt x="10030289" y="4455661"/>
                </a:cubicBezTo>
                <a:close/>
                <a:moveTo>
                  <a:pt x="9239147" y="4455661"/>
                </a:moveTo>
                <a:lnTo>
                  <a:pt x="9284403" y="4455661"/>
                </a:lnTo>
                <a:cubicBezTo>
                  <a:pt x="9284403" y="4455661"/>
                  <a:pt x="9290649" y="4508183"/>
                  <a:pt x="9290649" y="4569883"/>
                </a:cubicBezTo>
                <a:cubicBezTo>
                  <a:pt x="9290649" y="4631583"/>
                  <a:pt x="9284403" y="4684042"/>
                  <a:pt x="9284403" y="4684042"/>
                </a:cubicBezTo>
                <a:lnTo>
                  <a:pt x="9239147" y="4684042"/>
                </a:lnTo>
                <a:cubicBezTo>
                  <a:pt x="9239147" y="4684042"/>
                  <a:pt x="9232901" y="4631520"/>
                  <a:pt x="9232901" y="4569883"/>
                </a:cubicBezTo>
                <a:cubicBezTo>
                  <a:pt x="9232901" y="4508247"/>
                  <a:pt x="9239147" y="4455661"/>
                  <a:pt x="9239147" y="4455661"/>
                </a:cubicBezTo>
                <a:close/>
                <a:moveTo>
                  <a:pt x="8448006" y="4455661"/>
                </a:moveTo>
                <a:lnTo>
                  <a:pt x="8493262" y="4455661"/>
                </a:lnTo>
                <a:cubicBezTo>
                  <a:pt x="8493262" y="4455661"/>
                  <a:pt x="8499508" y="4508183"/>
                  <a:pt x="8499508" y="4569883"/>
                </a:cubicBezTo>
                <a:cubicBezTo>
                  <a:pt x="8499508" y="4631583"/>
                  <a:pt x="8493262" y="4684042"/>
                  <a:pt x="8493262" y="4684042"/>
                </a:cubicBezTo>
                <a:lnTo>
                  <a:pt x="8448006" y="4684042"/>
                </a:lnTo>
                <a:cubicBezTo>
                  <a:pt x="8448006" y="4684042"/>
                  <a:pt x="8441760" y="4631520"/>
                  <a:pt x="8441760" y="4569883"/>
                </a:cubicBezTo>
                <a:cubicBezTo>
                  <a:pt x="8441760" y="4508247"/>
                  <a:pt x="8448006" y="4455661"/>
                  <a:pt x="8448006" y="4455661"/>
                </a:cubicBezTo>
                <a:close/>
                <a:moveTo>
                  <a:pt x="7656865" y="4455661"/>
                </a:moveTo>
                <a:lnTo>
                  <a:pt x="7702121" y="4455661"/>
                </a:lnTo>
                <a:cubicBezTo>
                  <a:pt x="7702121" y="4455661"/>
                  <a:pt x="7708431" y="4508183"/>
                  <a:pt x="7708431" y="4569883"/>
                </a:cubicBezTo>
                <a:cubicBezTo>
                  <a:pt x="7708431" y="4631583"/>
                  <a:pt x="7702121" y="4684042"/>
                  <a:pt x="7702121" y="4684042"/>
                </a:cubicBezTo>
                <a:lnTo>
                  <a:pt x="7656865" y="4684042"/>
                </a:lnTo>
                <a:cubicBezTo>
                  <a:pt x="7656865" y="4684042"/>
                  <a:pt x="7650619" y="4631520"/>
                  <a:pt x="7650619" y="4569883"/>
                </a:cubicBezTo>
                <a:cubicBezTo>
                  <a:pt x="7650619" y="4508247"/>
                  <a:pt x="7656865" y="4455661"/>
                  <a:pt x="7656865" y="4455661"/>
                </a:cubicBezTo>
                <a:close/>
                <a:moveTo>
                  <a:pt x="6865787" y="4455661"/>
                </a:moveTo>
                <a:lnTo>
                  <a:pt x="6910979" y="4455661"/>
                </a:lnTo>
                <a:cubicBezTo>
                  <a:pt x="6910979" y="4455661"/>
                  <a:pt x="6917290" y="4508183"/>
                  <a:pt x="6917290" y="4569883"/>
                </a:cubicBezTo>
                <a:cubicBezTo>
                  <a:pt x="6917290" y="4631583"/>
                  <a:pt x="6910979" y="4684042"/>
                  <a:pt x="6910979" y="4684042"/>
                </a:cubicBezTo>
                <a:lnTo>
                  <a:pt x="6865787" y="4684042"/>
                </a:lnTo>
                <a:cubicBezTo>
                  <a:pt x="6865787" y="4684042"/>
                  <a:pt x="6859477" y="4631520"/>
                  <a:pt x="6859477" y="4569883"/>
                </a:cubicBezTo>
                <a:cubicBezTo>
                  <a:pt x="6859477" y="4508247"/>
                  <a:pt x="6865787" y="4455661"/>
                  <a:pt x="6865787" y="4455661"/>
                </a:cubicBezTo>
                <a:close/>
                <a:moveTo>
                  <a:pt x="6074648" y="4455661"/>
                </a:moveTo>
                <a:lnTo>
                  <a:pt x="6119901" y="4455661"/>
                </a:lnTo>
                <a:cubicBezTo>
                  <a:pt x="6119901" y="4455661"/>
                  <a:pt x="6126212" y="4508183"/>
                  <a:pt x="6126212" y="4569883"/>
                </a:cubicBezTo>
                <a:cubicBezTo>
                  <a:pt x="6126212" y="4631583"/>
                  <a:pt x="6119901" y="4684042"/>
                  <a:pt x="6119901" y="4684042"/>
                </a:cubicBezTo>
                <a:lnTo>
                  <a:pt x="6074648" y="4684042"/>
                </a:lnTo>
                <a:cubicBezTo>
                  <a:pt x="6074648" y="4684042"/>
                  <a:pt x="6068337" y="4631520"/>
                  <a:pt x="6068337" y="4569883"/>
                </a:cubicBezTo>
                <a:cubicBezTo>
                  <a:pt x="6068337" y="4508247"/>
                  <a:pt x="6074648" y="4455661"/>
                  <a:pt x="6074648" y="4455661"/>
                </a:cubicBezTo>
                <a:close/>
                <a:moveTo>
                  <a:pt x="5283517" y="4455661"/>
                </a:moveTo>
                <a:lnTo>
                  <a:pt x="5328774" y="4455661"/>
                </a:lnTo>
                <a:cubicBezTo>
                  <a:pt x="5328774" y="4455661"/>
                  <a:pt x="5335084" y="4508183"/>
                  <a:pt x="5335084" y="4569883"/>
                </a:cubicBezTo>
                <a:cubicBezTo>
                  <a:pt x="5335084" y="4631583"/>
                  <a:pt x="5328774" y="4684042"/>
                  <a:pt x="5328774" y="4684042"/>
                </a:cubicBezTo>
                <a:lnTo>
                  <a:pt x="5283517" y="4684042"/>
                </a:lnTo>
                <a:cubicBezTo>
                  <a:pt x="5283517" y="4684042"/>
                  <a:pt x="5277271" y="4631520"/>
                  <a:pt x="5277271" y="4569883"/>
                </a:cubicBezTo>
                <a:cubicBezTo>
                  <a:pt x="5277271" y="4508247"/>
                  <a:pt x="5283517" y="4455661"/>
                  <a:pt x="5283517" y="4455661"/>
                </a:cubicBezTo>
                <a:close/>
                <a:moveTo>
                  <a:pt x="4492377" y="4455661"/>
                </a:moveTo>
                <a:lnTo>
                  <a:pt x="4537632" y="4455661"/>
                </a:lnTo>
                <a:cubicBezTo>
                  <a:pt x="4537632" y="4455661"/>
                  <a:pt x="4543944" y="4508183"/>
                  <a:pt x="4543944" y="4569883"/>
                </a:cubicBezTo>
                <a:cubicBezTo>
                  <a:pt x="4543944" y="4631583"/>
                  <a:pt x="4537632" y="4684042"/>
                  <a:pt x="4537632" y="4684042"/>
                </a:cubicBezTo>
                <a:lnTo>
                  <a:pt x="4492377" y="4684042"/>
                </a:lnTo>
                <a:cubicBezTo>
                  <a:pt x="4492377" y="4684042"/>
                  <a:pt x="4486066" y="4631520"/>
                  <a:pt x="4486066" y="4569883"/>
                </a:cubicBezTo>
                <a:cubicBezTo>
                  <a:pt x="4486066" y="4508247"/>
                  <a:pt x="4492377" y="4455661"/>
                  <a:pt x="4492377" y="4455661"/>
                </a:cubicBezTo>
                <a:close/>
                <a:moveTo>
                  <a:pt x="3701387" y="4455661"/>
                </a:moveTo>
                <a:lnTo>
                  <a:pt x="3746640" y="4455661"/>
                </a:lnTo>
                <a:cubicBezTo>
                  <a:pt x="3746640" y="4455661"/>
                  <a:pt x="3752950" y="4508183"/>
                  <a:pt x="3752950" y="4569883"/>
                </a:cubicBezTo>
                <a:cubicBezTo>
                  <a:pt x="3752950" y="4631583"/>
                  <a:pt x="3746640" y="4684042"/>
                  <a:pt x="3746640" y="4684042"/>
                </a:cubicBezTo>
                <a:lnTo>
                  <a:pt x="3701387" y="4684042"/>
                </a:lnTo>
                <a:cubicBezTo>
                  <a:pt x="3701387" y="4684042"/>
                  <a:pt x="3695140" y="4631520"/>
                  <a:pt x="3695140" y="4569883"/>
                </a:cubicBezTo>
                <a:cubicBezTo>
                  <a:pt x="3695140" y="4508247"/>
                  <a:pt x="3701387" y="4455661"/>
                  <a:pt x="3701387" y="4455661"/>
                </a:cubicBezTo>
                <a:close/>
                <a:moveTo>
                  <a:pt x="2910259" y="4455661"/>
                </a:moveTo>
                <a:lnTo>
                  <a:pt x="2955512" y="4455661"/>
                </a:lnTo>
                <a:cubicBezTo>
                  <a:pt x="2955512" y="4455661"/>
                  <a:pt x="2961822" y="4508183"/>
                  <a:pt x="2961822" y="4569883"/>
                </a:cubicBezTo>
                <a:cubicBezTo>
                  <a:pt x="2961822" y="4631583"/>
                  <a:pt x="2955512" y="4684042"/>
                  <a:pt x="2955512" y="4684042"/>
                </a:cubicBezTo>
                <a:lnTo>
                  <a:pt x="2910259" y="4684042"/>
                </a:lnTo>
                <a:cubicBezTo>
                  <a:pt x="2910259" y="4684042"/>
                  <a:pt x="2904013" y="4631520"/>
                  <a:pt x="2904013" y="4569883"/>
                </a:cubicBezTo>
                <a:cubicBezTo>
                  <a:pt x="2904013" y="4508247"/>
                  <a:pt x="2910259" y="4455661"/>
                  <a:pt x="2910259" y="4455661"/>
                </a:cubicBezTo>
                <a:close/>
                <a:moveTo>
                  <a:pt x="2119119" y="4455661"/>
                </a:moveTo>
                <a:lnTo>
                  <a:pt x="2164366" y="4455661"/>
                </a:lnTo>
                <a:cubicBezTo>
                  <a:pt x="2164366" y="4455661"/>
                  <a:pt x="2170679" y="4508183"/>
                  <a:pt x="2170679" y="4569883"/>
                </a:cubicBezTo>
                <a:cubicBezTo>
                  <a:pt x="2170679" y="4631583"/>
                  <a:pt x="2164366" y="4684042"/>
                  <a:pt x="2164366" y="4684042"/>
                </a:cubicBezTo>
                <a:lnTo>
                  <a:pt x="2119119" y="4684042"/>
                </a:lnTo>
                <a:cubicBezTo>
                  <a:pt x="2119119" y="4684042"/>
                  <a:pt x="2112868" y="4631520"/>
                  <a:pt x="2112868" y="4569883"/>
                </a:cubicBezTo>
                <a:cubicBezTo>
                  <a:pt x="2112868" y="4508247"/>
                  <a:pt x="2119119" y="4455661"/>
                  <a:pt x="2119119" y="4455661"/>
                </a:cubicBezTo>
                <a:close/>
                <a:moveTo>
                  <a:pt x="1327990" y="4455661"/>
                </a:moveTo>
                <a:lnTo>
                  <a:pt x="1373245" y="4455661"/>
                </a:lnTo>
                <a:cubicBezTo>
                  <a:pt x="1373245" y="4455661"/>
                  <a:pt x="1379556" y="4508183"/>
                  <a:pt x="1379556" y="4569883"/>
                </a:cubicBezTo>
                <a:cubicBezTo>
                  <a:pt x="1379556" y="4631583"/>
                  <a:pt x="1373245" y="4684042"/>
                  <a:pt x="1373245" y="4684042"/>
                </a:cubicBezTo>
                <a:lnTo>
                  <a:pt x="1327990" y="4684042"/>
                </a:lnTo>
                <a:cubicBezTo>
                  <a:pt x="1327990" y="4684042"/>
                  <a:pt x="1321744" y="4631520"/>
                  <a:pt x="1321744" y="4569883"/>
                </a:cubicBezTo>
                <a:cubicBezTo>
                  <a:pt x="1321744" y="4508247"/>
                  <a:pt x="1327990" y="4455661"/>
                  <a:pt x="1327990" y="4455661"/>
                </a:cubicBezTo>
                <a:close/>
                <a:moveTo>
                  <a:pt x="536912" y="4455661"/>
                </a:moveTo>
                <a:lnTo>
                  <a:pt x="582167" y="4455661"/>
                </a:lnTo>
                <a:cubicBezTo>
                  <a:pt x="582167" y="4455661"/>
                  <a:pt x="588477" y="4508183"/>
                  <a:pt x="588477" y="4569883"/>
                </a:cubicBezTo>
                <a:cubicBezTo>
                  <a:pt x="588477" y="4631583"/>
                  <a:pt x="582167" y="4684042"/>
                  <a:pt x="582167" y="4684042"/>
                </a:cubicBezTo>
                <a:lnTo>
                  <a:pt x="536912" y="4684042"/>
                </a:lnTo>
                <a:cubicBezTo>
                  <a:pt x="536912" y="4684042"/>
                  <a:pt x="530665" y="4631520"/>
                  <a:pt x="530665" y="4569883"/>
                </a:cubicBezTo>
                <a:cubicBezTo>
                  <a:pt x="530665" y="4508247"/>
                  <a:pt x="536912" y="4455661"/>
                  <a:pt x="536912" y="4455661"/>
                </a:cubicBezTo>
                <a:close/>
                <a:moveTo>
                  <a:pt x="0" y="4442811"/>
                </a:moveTo>
                <a:lnTo>
                  <a:pt x="48559" y="4473445"/>
                </a:lnTo>
                <a:cubicBezTo>
                  <a:pt x="65816" y="4485220"/>
                  <a:pt x="76396" y="4493140"/>
                  <a:pt x="76396" y="4493140"/>
                </a:cubicBezTo>
                <a:lnTo>
                  <a:pt x="53769" y="4532340"/>
                </a:lnTo>
                <a:cubicBezTo>
                  <a:pt x="53769" y="4532340"/>
                  <a:pt x="41611" y="4527146"/>
                  <a:pt x="22784" y="4518094"/>
                </a:cubicBezTo>
                <a:lnTo>
                  <a:pt x="0" y="4506097"/>
                </a:lnTo>
                <a:close/>
                <a:moveTo>
                  <a:pt x="12203753" y="4437189"/>
                </a:moveTo>
                <a:lnTo>
                  <a:pt x="12203753" y="4501403"/>
                </a:lnTo>
                <a:lnTo>
                  <a:pt x="12171908" y="4518158"/>
                </a:lnTo>
                <a:cubicBezTo>
                  <a:pt x="12153072" y="4527209"/>
                  <a:pt x="12140914" y="4532404"/>
                  <a:pt x="12140914" y="4532404"/>
                </a:cubicBezTo>
                <a:lnTo>
                  <a:pt x="12118286" y="4493204"/>
                </a:lnTo>
                <a:cubicBezTo>
                  <a:pt x="12118286" y="4493204"/>
                  <a:pt x="12128867" y="4485285"/>
                  <a:pt x="12146132" y="4473508"/>
                </a:cubicBezTo>
                <a:close/>
                <a:moveTo>
                  <a:pt x="11524930" y="4379045"/>
                </a:moveTo>
                <a:lnTo>
                  <a:pt x="11547558" y="4418245"/>
                </a:lnTo>
                <a:cubicBezTo>
                  <a:pt x="11547558" y="4418245"/>
                  <a:pt x="11505234" y="4449924"/>
                  <a:pt x="11451820" y="4480774"/>
                </a:cubicBezTo>
                <a:cubicBezTo>
                  <a:pt x="11398406" y="4511624"/>
                  <a:pt x="11349836" y="4532404"/>
                  <a:pt x="11349836" y="4532404"/>
                </a:cubicBezTo>
                <a:lnTo>
                  <a:pt x="11327208" y="4493204"/>
                </a:lnTo>
                <a:cubicBezTo>
                  <a:pt x="11327208" y="4493204"/>
                  <a:pt x="11369531" y="4461525"/>
                  <a:pt x="11422946" y="4430675"/>
                </a:cubicBezTo>
                <a:cubicBezTo>
                  <a:pt x="11476360" y="4399824"/>
                  <a:pt x="11524930" y="4379045"/>
                  <a:pt x="11524930" y="4379045"/>
                </a:cubicBezTo>
                <a:close/>
                <a:moveTo>
                  <a:pt x="10733788" y="4379045"/>
                </a:moveTo>
                <a:lnTo>
                  <a:pt x="10756416" y="4418245"/>
                </a:lnTo>
                <a:cubicBezTo>
                  <a:pt x="10756416" y="4418245"/>
                  <a:pt x="10714092" y="4449924"/>
                  <a:pt x="10660678" y="4480774"/>
                </a:cubicBezTo>
                <a:cubicBezTo>
                  <a:pt x="10607264" y="4511624"/>
                  <a:pt x="10558694" y="4532404"/>
                  <a:pt x="10558694" y="4532404"/>
                </a:cubicBezTo>
                <a:lnTo>
                  <a:pt x="10536066" y="4493204"/>
                </a:lnTo>
                <a:cubicBezTo>
                  <a:pt x="10536066" y="4493204"/>
                  <a:pt x="10578389" y="4461525"/>
                  <a:pt x="10631804" y="4430675"/>
                </a:cubicBezTo>
                <a:cubicBezTo>
                  <a:pt x="10685218" y="4399824"/>
                  <a:pt x="10733788" y="4379045"/>
                  <a:pt x="10733788" y="4379045"/>
                </a:cubicBezTo>
                <a:close/>
                <a:moveTo>
                  <a:pt x="9942711" y="4379045"/>
                </a:moveTo>
                <a:lnTo>
                  <a:pt x="9965339" y="4418245"/>
                </a:lnTo>
                <a:cubicBezTo>
                  <a:pt x="9965339" y="4418245"/>
                  <a:pt x="9922951" y="4449924"/>
                  <a:pt x="9869601" y="4480774"/>
                </a:cubicBezTo>
                <a:cubicBezTo>
                  <a:pt x="9816123" y="4511624"/>
                  <a:pt x="9767553" y="4532404"/>
                  <a:pt x="9767553" y="4532404"/>
                </a:cubicBezTo>
                <a:lnTo>
                  <a:pt x="9744925" y="4493204"/>
                </a:lnTo>
                <a:cubicBezTo>
                  <a:pt x="9744925" y="4493204"/>
                  <a:pt x="9787248" y="4461525"/>
                  <a:pt x="9840663" y="4430675"/>
                </a:cubicBezTo>
                <a:cubicBezTo>
                  <a:pt x="9894077" y="4399824"/>
                  <a:pt x="9942711" y="4379045"/>
                  <a:pt x="9942711" y="4379045"/>
                </a:cubicBezTo>
                <a:close/>
                <a:moveTo>
                  <a:pt x="9151570" y="4379045"/>
                </a:moveTo>
                <a:lnTo>
                  <a:pt x="9174198" y="4418245"/>
                </a:lnTo>
                <a:cubicBezTo>
                  <a:pt x="9174198" y="4418245"/>
                  <a:pt x="9131874" y="4449924"/>
                  <a:pt x="9078460" y="4480774"/>
                </a:cubicBezTo>
                <a:cubicBezTo>
                  <a:pt x="9025046" y="4511624"/>
                  <a:pt x="8976412" y="4532404"/>
                  <a:pt x="8976412" y="4532404"/>
                </a:cubicBezTo>
                <a:lnTo>
                  <a:pt x="8953784" y="4493204"/>
                </a:lnTo>
                <a:cubicBezTo>
                  <a:pt x="8953784" y="4493204"/>
                  <a:pt x="8996107" y="4461525"/>
                  <a:pt x="9049585" y="4430675"/>
                </a:cubicBezTo>
                <a:cubicBezTo>
                  <a:pt x="9102936" y="4399824"/>
                  <a:pt x="9151570" y="4379045"/>
                  <a:pt x="9151570" y="4379045"/>
                </a:cubicBezTo>
                <a:close/>
                <a:moveTo>
                  <a:pt x="8360428" y="4379045"/>
                </a:moveTo>
                <a:lnTo>
                  <a:pt x="8383056" y="4418245"/>
                </a:lnTo>
                <a:cubicBezTo>
                  <a:pt x="8383056" y="4418245"/>
                  <a:pt x="8340732" y="4449924"/>
                  <a:pt x="8287318" y="4480774"/>
                </a:cubicBezTo>
                <a:cubicBezTo>
                  <a:pt x="8233904" y="4511624"/>
                  <a:pt x="8185270" y="4532404"/>
                  <a:pt x="8185270" y="4532404"/>
                </a:cubicBezTo>
                <a:lnTo>
                  <a:pt x="8162642" y="4493204"/>
                </a:lnTo>
                <a:cubicBezTo>
                  <a:pt x="8162642" y="4493204"/>
                  <a:pt x="8204965" y="4461525"/>
                  <a:pt x="8258443" y="4430675"/>
                </a:cubicBezTo>
                <a:cubicBezTo>
                  <a:pt x="8311794" y="4399824"/>
                  <a:pt x="8360428" y="4379045"/>
                  <a:pt x="8360428" y="4379045"/>
                </a:cubicBezTo>
                <a:close/>
                <a:moveTo>
                  <a:pt x="7569286" y="4379045"/>
                </a:moveTo>
                <a:lnTo>
                  <a:pt x="7591913" y="4418245"/>
                </a:lnTo>
                <a:cubicBezTo>
                  <a:pt x="7591913" y="4418245"/>
                  <a:pt x="7549590" y="4449924"/>
                  <a:pt x="7496176" y="4480774"/>
                </a:cubicBezTo>
                <a:cubicBezTo>
                  <a:pt x="7442762" y="4511624"/>
                  <a:pt x="7394128" y="4532404"/>
                  <a:pt x="7394128" y="4532404"/>
                </a:cubicBezTo>
                <a:lnTo>
                  <a:pt x="7371564" y="4493204"/>
                </a:lnTo>
                <a:cubicBezTo>
                  <a:pt x="7371564" y="4493204"/>
                  <a:pt x="7413887" y="4461525"/>
                  <a:pt x="7467302" y="4430675"/>
                </a:cubicBezTo>
                <a:cubicBezTo>
                  <a:pt x="7520716" y="4399824"/>
                  <a:pt x="7569286" y="4379045"/>
                  <a:pt x="7569286" y="4379045"/>
                </a:cubicBezTo>
                <a:close/>
                <a:moveTo>
                  <a:pt x="6778210" y="4379045"/>
                </a:moveTo>
                <a:lnTo>
                  <a:pt x="6800772" y="4418245"/>
                </a:lnTo>
                <a:cubicBezTo>
                  <a:pt x="6800772" y="4418245"/>
                  <a:pt x="6758449" y="4449924"/>
                  <a:pt x="6705100" y="4480774"/>
                </a:cubicBezTo>
                <a:cubicBezTo>
                  <a:pt x="6651621" y="4511624"/>
                  <a:pt x="6603052" y="4532404"/>
                  <a:pt x="6603052" y="4532404"/>
                </a:cubicBezTo>
                <a:lnTo>
                  <a:pt x="6580424" y="4493204"/>
                </a:lnTo>
                <a:cubicBezTo>
                  <a:pt x="6580424" y="4493204"/>
                  <a:pt x="6622747" y="4461525"/>
                  <a:pt x="6676161" y="4430675"/>
                </a:cubicBezTo>
                <a:cubicBezTo>
                  <a:pt x="6729575" y="4399824"/>
                  <a:pt x="6778210" y="4379045"/>
                  <a:pt x="6778210" y="4379045"/>
                </a:cubicBezTo>
                <a:close/>
                <a:moveTo>
                  <a:pt x="5987007" y="4379045"/>
                </a:moveTo>
                <a:lnTo>
                  <a:pt x="6009633" y="4418245"/>
                </a:lnTo>
                <a:cubicBezTo>
                  <a:pt x="6009633" y="4418245"/>
                  <a:pt x="5967311" y="4449924"/>
                  <a:pt x="5913898" y="4480774"/>
                </a:cubicBezTo>
                <a:cubicBezTo>
                  <a:pt x="5860482" y="4511624"/>
                  <a:pt x="5811850" y="4532404"/>
                  <a:pt x="5811850" y="4532404"/>
                </a:cubicBezTo>
                <a:lnTo>
                  <a:pt x="5789224" y="4493204"/>
                </a:lnTo>
                <a:lnTo>
                  <a:pt x="5789287" y="4493204"/>
                </a:lnTo>
                <a:cubicBezTo>
                  <a:pt x="5789287" y="4493204"/>
                  <a:pt x="5831610" y="4461525"/>
                  <a:pt x="5885024" y="4430675"/>
                </a:cubicBezTo>
                <a:cubicBezTo>
                  <a:pt x="5938437" y="4399824"/>
                  <a:pt x="5987007" y="4379045"/>
                  <a:pt x="5987007" y="4379045"/>
                </a:cubicBezTo>
                <a:close/>
                <a:moveTo>
                  <a:pt x="5195941" y="4379045"/>
                </a:moveTo>
                <a:lnTo>
                  <a:pt x="5218566" y="4418245"/>
                </a:lnTo>
                <a:cubicBezTo>
                  <a:pt x="5218566" y="4418245"/>
                  <a:pt x="5176242" y="4449924"/>
                  <a:pt x="5122827" y="4480774"/>
                </a:cubicBezTo>
                <a:cubicBezTo>
                  <a:pt x="5069416" y="4511624"/>
                  <a:pt x="5020783" y="4532404"/>
                  <a:pt x="5020783" y="4532404"/>
                </a:cubicBezTo>
                <a:lnTo>
                  <a:pt x="4998155" y="4493204"/>
                </a:lnTo>
                <a:lnTo>
                  <a:pt x="4998215" y="4493204"/>
                </a:lnTo>
                <a:cubicBezTo>
                  <a:pt x="4998215" y="4493204"/>
                  <a:pt x="5040542" y="4461525"/>
                  <a:pt x="5093953" y="4430675"/>
                </a:cubicBezTo>
                <a:cubicBezTo>
                  <a:pt x="5147369" y="4399824"/>
                  <a:pt x="5195941" y="4379045"/>
                  <a:pt x="5195941" y="4379045"/>
                </a:cubicBezTo>
                <a:close/>
                <a:moveTo>
                  <a:pt x="4404792" y="4379045"/>
                </a:moveTo>
                <a:lnTo>
                  <a:pt x="4427424" y="4418245"/>
                </a:lnTo>
                <a:cubicBezTo>
                  <a:pt x="4427424" y="4418245"/>
                  <a:pt x="4385099" y="4449924"/>
                  <a:pt x="4331686" y="4480774"/>
                </a:cubicBezTo>
                <a:cubicBezTo>
                  <a:pt x="4278272" y="4511624"/>
                  <a:pt x="4229635" y="4532404"/>
                  <a:pt x="4229635" y="4532404"/>
                </a:cubicBezTo>
                <a:lnTo>
                  <a:pt x="4207009" y="4493204"/>
                </a:lnTo>
                <a:lnTo>
                  <a:pt x="4207074" y="4493204"/>
                </a:lnTo>
                <a:cubicBezTo>
                  <a:pt x="4207074" y="4493204"/>
                  <a:pt x="4249395" y="4461525"/>
                  <a:pt x="4302809" y="4430675"/>
                </a:cubicBezTo>
                <a:cubicBezTo>
                  <a:pt x="4356222" y="4399824"/>
                  <a:pt x="4404792" y="4379045"/>
                  <a:pt x="4404792" y="4379045"/>
                </a:cubicBezTo>
                <a:close/>
                <a:moveTo>
                  <a:pt x="3613742" y="4379045"/>
                </a:moveTo>
                <a:lnTo>
                  <a:pt x="3636372" y="4418245"/>
                </a:lnTo>
                <a:cubicBezTo>
                  <a:pt x="3636372" y="4418245"/>
                  <a:pt x="3594049" y="4449924"/>
                  <a:pt x="3540639" y="4480774"/>
                </a:cubicBezTo>
                <a:cubicBezTo>
                  <a:pt x="3487224" y="4511624"/>
                  <a:pt x="3438588" y="4532404"/>
                  <a:pt x="3438588" y="4532404"/>
                </a:cubicBezTo>
                <a:lnTo>
                  <a:pt x="3415959" y="4493204"/>
                </a:lnTo>
                <a:lnTo>
                  <a:pt x="3416027" y="4493204"/>
                </a:lnTo>
                <a:cubicBezTo>
                  <a:pt x="3416027" y="4493204"/>
                  <a:pt x="3458348" y="4461525"/>
                  <a:pt x="3511767" y="4430675"/>
                </a:cubicBezTo>
                <a:cubicBezTo>
                  <a:pt x="3565177" y="4399824"/>
                  <a:pt x="3613742" y="4379045"/>
                  <a:pt x="3613742" y="4379045"/>
                </a:cubicBezTo>
                <a:close/>
                <a:moveTo>
                  <a:pt x="2822677" y="4379045"/>
                </a:moveTo>
                <a:lnTo>
                  <a:pt x="2845305" y="4418245"/>
                </a:lnTo>
                <a:cubicBezTo>
                  <a:pt x="2845305" y="4418245"/>
                  <a:pt x="2802981" y="4449924"/>
                  <a:pt x="2749571" y="4480774"/>
                </a:cubicBezTo>
                <a:cubicBezTo>
                  <a:pt x="2696153" y="4511624"/>
                  <a:pt x="2647521" y="4532404"/>
                  <a:pt x="2647521" y="4532404"/>
                </a:cubicBezTo>
                <a:lnTo>
                  <a:pt x="2624892" y="4493204"/>
                </a:lnTo>
                <a:cubicBezTo>
                  <a:pt x="2624892" y="4493204"/>
                  <a:pt x="2667217" y="4461525"/>
                  <a:pt x="2720633" y="4430675"/>
                </a:cubicBezTo>
                <a:cubicBezTo>
                  <a:pt x="2774046" y="4399824"/>
                  <a:pt x="2822677" y="4379045"/>
                  <a:pt x="2822677" y="4379045"/>
                </a:cubicBezTo>
                <a:close/>
                <a:moveTo>
                  <a:pt x="2031546" y="4379045"/>
                </a:moveTo>
                <a:lnTo>
                  <a:pt x="2054176" y="4418245"/>
                </a:lnTo>
                <a:cubicBezTo>
                  <a:pt x="2054176" y="4418245"/>
                  <a:pt x="2011851" y="4449924"/>
                  <a:pt x="1958440" y="4480774"/>
                </a:cubicBezTo>
                <a:cubicBezTo>
                  <a:pt x="1905024" y="4511624"/>
                  <a:pt x="1856390" y="4532404"/>
                  <a:pt x="1856390" y="4532404"/>
                </a:cubicBezTo>
                <a:lnTo>
                  <a:pt x="1833765" y="4493204"/>
                </a:lnTo>
                <a:cubicBezTo>
                  <a:pt x="1833765" y="4493204"/>
                  <a:pt x="1876088" y="4461525"/>
                  <a:pt x="1929500" y="4430675"/>
                </a:cubicBezTo>
                <a:cubicBezTo>
                  <a:pt x="1982915" y="4399824"/>
                  <a:pt x="2031546" y="4379045"/>
                  <a:pt x="2031546" y="4379045"/>
                </a:cubicBezTo>
                <a:close/>
                <a:moveTo>
                  <a:pt x="1240476" y="4379045"/>
                </a:moveTo>
                <a:lnTo>
                  <a:pt x="1263103" y="4418245"/>
                </a:lnTo>
                <a:cubicBezTo>
                  <a:pt x="1263103" y="4418245"/>
                  <a:pt x="1220781" y="4449924"/>
                  <a:pt x="1167366" y="4480774"/>
                </a:cubicBezTo>
                <a:cubicBezTo>
                  <a:pt x="1113950" y="4511624"/>
                  <a:pt x="1065317" y="4532404"/>
                  <a:pt x="1065317" y="4532404"/>
                </a:cubicBezTo>
                <a:lnTo>
                  <a:pt x="1042681" y="4493204"/>
                </a:lnTo>
                <a:cubicBezTo>
                  <a:pt x="1042681" y="4493204"/>
                  <a:pt x="1085014" y="4461525"/>
                  <a:pt x="1138427" y="4430675"/>
                </a:cubicBezTo>
                <a:cubicBezTo>
                  <a:pt x="1191840" y="4399824"/>
                  <a:pt x="1240476" y="4379045"/>
                  <a:pt x="1240476" y="4379045"/>
                </a:cubicBezTo>
                <a:close/>
                <a:moveTo>
                  <a:pt x="449268" y="4379045"/>
                </a:moveTo>
                <a:lnTo>
                  <a:pt x="471896" y="4418245"/>
                </a:lnTo>
                <a:cubicBezTo>
                  <a:pt x="471896" y="4418245"/>
                  <a:pt x="429574" y="4449924"/>
                  <a:pt x="376162" y="4480774"/>
                </a:cubicBezTo>
                <a:cubicBezTo>
                  <a:pt x="322748" y="4511624"/>
                  <a:pt x="274116" y="4532404"/>
                  <a:pt x="274116" y="4532404"/>
                </a:cubicBezTo>
                <a:lnTo>
                  <a:pt x="251487" y="4493204"/>
                </a:lnTo>
                <a:lnTo>
                  <a:pt x="251551" y="4493204"/>
                </a:lnTo>
                <a:cubicBezTo>
                  <a:pt x="251551" y="4493204"/>
                  <a:pt x="293874" y="4461525"/>
                  <a:pt x="347288" y="4430675"/>
                </a:cubicBezTo>
                <a:cubicBezTo>
                  <a:pt x="400701" y="4399824"/>
                  <a:pt x="449268" y="4379045"/>
                  <a:pt x="449268" y="4379045"/>
                </a:cubicBezTo>
                <a:close/>
                <a:moveTo>
                  <a:pt x="5416402" y="4379004"/>
                </a:moveTo>
                <a:lnTo>
                  <a:pt x="5424781" y="4382710"/>
                </a:lnTo>
                <a:cubicBezTo>
                  <a:pt x="5440965" y="4390000"/>
                  <a:pt x="5478335" y="4407473"/>
                  <a:pt x="5518395" y="4430611"/>
                </a:cubicBezTo>
                <a:cubicBezTo>
                  <a:pt x="5571809" y="4461461"/>
                  <a:pt x="5614131" y="4493140"/>
                  <a:pt x="5614131" y="4493140"/>
                </a:cubicBezTo>
                <a:lnTo>
                  <a:pt x="5591504" y="4532340"/>
                </a:lnTo>
                <a:cubicBezTo>
                  <a:pt x="5591504" y="4532340"/>
                  <a:pt x="5542935" y="4511561"/>
                  <a:pt x="5489521" y="4480710"/>
                </a:cubicBezTo>
                <a:cubicBezTo>
                  <a:pt x="5436110" y="4449860"/>
                  <a:pt x="5393787" y="4418181"/>
                  <a:pt x="5393787" y="4418181"/>
                </a:cubicBezTo>
                <a:close/>
                <a:moveTo>
                  <a:pt x="4625259" y="4379004"/>
                </a:moveTo>
                <a:lnTo>
                  <a:pt x="4633642" y="4382710"/>
                </a:lnTo>
                <a:cubicBezTo>
                  <a:pt x="4649825" y="4390000"/>
                  <a:pt x="4687193" y="4407473"/>
                  <a:pt x="4727254" y="4430611"/>
                </a:cubicBezTo>
                <a:cubicBezTo>
                  <a:pt x="4780668" y="4461461"/>
                  <a:pt x="4822988" y="4493140"/>
                  <a:pt x="4822988" y="4493140"/>
                </a:cubicBezTo>
                <a:lnTo>
                  <a:pt x="4800366" y="4532340"/>
                </a:lnTo>
                <a:cubicBezTo>
                  <a:pt x="4800366" y="4532340"/>
                  <a:pt x="4751732" y="4511561"/>
                  <a:pt x="4698380" y="4480710"/>
                </a:cubicBezTo>
                <a:cubicBezTo>
                  <a:pt x="4644967" y="4449860"/>
                  <a:pt x="4602649" y="4418181"/>
                  <a:pt x="4602649" y="4418181"/>
                </a:cubicBezTo>
                <a:close/>
                <a:moveTo>
                  <a:pt x="3834266" y="4379004"/>
                </a:moveTo>
                <a:lnTo>
                  <a:pt x="3842651" y="4382710"/>
                </a:lnTo>
                <a:cubicBezTo>
                  <a:pt x="3858829" y="4390000"/>
                  <a:pt x="3896202" y="4407473"/>
                  <a:pt x="3936263" y="4430611"/>
                </a:cubicBezTo>
                <a:cubicBezTo>
                  <a:pt x="3989670" y="4461461"/>
                  <a:pt x="4031992" y="4493140"/>
                  <a:pt x="4031992" y="4493140"/>
                </a:cubicBezTo>
                <a:lnTo>
                  <a:pt x="4009366" y="4532340"/>
                </a:lnTo>
                <a:cubicBezTo>
                  <a:pt x="4009366" y="4532340"/>
                  <a:pt x="3960803" y="4511561"/>
                  <a:pt x="3907391" y="4480710"/>
                </a:cubicBezTo>
                <a:cubicBezTo>
                  <a:pt x="3853972" y="4449860"/>
                  <a:pt x="3811651" y="4418181"/>
                  <a:pt x="3811651" y="4418181"/>
                </a:cubicBezTo>
                <a:close/>
                <a:moveTo>
                  <a:pt x="3043144" y="4379004"/>
                </a:moveTo>
                <a:lnTo>
                  <a:pt x="3051523" y="4382710"/>
                </a:lnTo>
                <a:cubicBezTo>
                  <a:pt x="3067710" y="4390000"/>
                  <a:pt x="3105083" y="4407473"/>
                  <a:pt x="3145144" y="4430611"/>
                </a:cubicBezTo>
                <a:cubicBezTo>
                  <a:pt x="3198544" y="4461461"/>
                  <a:pt x="3240871" y="4493140"/>
                  <a:pt x="3240871" y="4493140"/>
                </a:cubicBezTo>
                <a:lnTo>
                  <a:pt x="3218243" y="4532340"/>
                </a:lnTo>
                <a:cubicBezTo>
                  <a:pt x="3218243" y="4532340"/>
                  <a:pt x="3169618" y="4511561"/>
                  <a:pt x="3116268" y="4480710"/>
                </a:cubicBezTo>
                <a:cubicBezTo>
                  <a:pt x="3062852" y="4449860"/>
                  <a:pt x="3020525" y="4418181"/>
                  <a:pt x="3020525" y="4418181"/>
                </a:cubicBezTo>
                <a:close/>
                <a:moveTo>
                  <a:pt x="2252000" y="4379004"/>
                </a:moveTo>
                <a:lnTo>
                  <a:pt x="2260383" y="4382710"/>
                </a:lnTo>
                <a:cubicBezTo>
                  <a:pt x="2276564" y="4390000"/>
                  <a:pt x="2313933" y="4407473"/>
                  <a:pt x="2353993" y="4430611"/>
                </a:cubicBezTo>
                <a:cubicBezTo>
                  <a:pt x="2407411" y="4461461"/>
                  <a:pt x="2449735" y="4493140"/>
                  <a:pt x="2449735" y="4493140"/>
                </a:cubicBezTo>
                <a:lnTo>
                  <a:pt x="2427108" y="4532340"/>
                </a:lnTo>
                <a:cubicBezTo>
                  <a:pt x="2427108" y="4532340"/>
                  <a:pt x="2378472" y="4511561"/>
                  <a:pt x="2325122" y="4480710"/>
                </a:cubicBezTo>
                <a:cubicBezTo>
                  <a:pt x="2271708" y="4449860"/>
                  <a:pt x="2229387" y="4418181"/>
                  <a:pt x="2229387" y="4418181"/>
                </a:cubicBezTo>
                <a:close/>
                <a:moveTo>
                  <a:pt x="1460873" y="4379004"/>
                </a:moveTo>
                <a:lnTo>
                  <a:pt x="1469257" y="4382710"/>
                </a:lnTo>
                <a:cubicBezTo>
                  <a:pt x="1485439" y="4390000"/>
                  <a:pt x="1522810" y="4407473"/>
                  <a:pt x="1562870" y="4430611"/>
                </a:cubicBezTo>
                <a:cubicBezTo>
                  <a:pt x="1616284" y="4461461"/>
                  <a:pt x="1658607" y="4493140"/>
                  <a:pt x="1658607" y="4493140"/>
                </a:cubicBezTo>
                <a:lnTo>
                  <a:pt x="1635980" y="4532340"/>
                </a:lnTo>
                <a:cubicBezTo>
                  <a:pt x="1635980" y="4532340"/>
                  <a:pt x="1587348" y="4511561"/>
                  <a:pt x="1533999" y="4480710"/>
                </a:cubicBezTo>
                <a:cubicBezTo>
                  <a:pt x="1480583" y="4449860"/>
                  <a:pt x="1438259" y="4418181"/>
                  <a:pt x="1438259" y="4418181"/>
                </a:cubicBezTo>
                <a:close/>
                <a:moveTo>
                  <a:pt x="669795" y="4379004"/>
                </a:moveTo>
                <a:lnTo>
                  <a:pt x="678178" y="4382710"/>
                </a:lnTo>
                <a:cubicBezTo>
                  <a:pt x="694360" y="4390000"/>
                  <a:pt x="731732" y="4407473"/>
                  <a:pt x="771792" y="4430611"/>
                </a:cubicBezTo>
                <a:cubicBezTo>
                  <a:pt x="825204" y="4461461"/>
                  <a:pt x="867526" y="4493140"/>
                  <a:pt x="867526" y="4493140"/>
                </a:cubicBezTo>
                <a:lnTo>
                  <a:pt x="844900" y="4532340"/>
                </a:lnTo>
                <a:cubicBezTo>
                  <a:pt x="844900" y="4532340"/>
                  <a:pt x="796268" y="4511561"/>
                  <a:pt x="742918" y="4480710"/>
                </a:cubicBezTo>
                <a:cubicBezTo>
                  <a:pt x="689504" y="4449860"/>
                  <a:pt x="647181" y="4418181"/>
                  <a:pt x="647181" y="4418181"/>
                </a:cubicBezTo>
                <a:close/>
                <a:moveTo>
                  <a:pt x="11745343" y="4378981"/>
                </a:moveTo>
                <a:cubicBezTo>
                  <a:pt x="11745343" y="4378981"/>
                  <a:pt x="11793976" y="4399760"/>
                  <a:pt x="11847390" y="4430611"/>
                </a:cubicBezTo>
                <a:cubicBezTo>
                  <a:pt x="11900804" y="4461461"/>
                  <a:pt x="11943128" y="4493140"/>
                  <a:pt x="11943128" y="4493140"/>
                </a:cubicBezTo>
                <a:lnTo>
                  <a:pt x="11920501" y="4532340"/>
                </a:lnTo>
                <a:cubicBezTo>
                  <a:pt x="11920501" y="4532340"/>
                  <a:pt x="11871867" y="4511561"/>
                  <a:pt x="11818516" y="4480710"/>
                </a:cubicBezTo>
                <a:cubicBezTo>
                  <a:pt x="11765038" y="4449860"/>
                  <a:pt x="11722715" y="4418181"/>
                  <a:pt x="11722715" y="4418181"/>
                </a:cubicBezTo>
                <a:close/>
                <a:moveTo>
                  <a:pt x="10954265" y="4378981"/>
                </a:moveTo>
                <a:cubicBezTo>
                  <a:pt x="10954265" y="4378981"/>
                  <a:pt x="11002835" y="4399760"/>
                  <a:pt x="11056249" y="4430611"/>
                </a:cubicBezTo>
                <a:cubicBezTo>
                  <a:pt x="11109664" y="4461461"/>
                  <a:pt x="11151987" y="4493140"/>
                  <a:pt x="11151987" y="4493140"/>
                </a:cubicBezTo>
                <a:lnTo>
                  <a:pt x="11129360" y="4532340"/>
                </a:lnTo>
                <a:cubicBezTo>
                  <a:pt x="11129360" y="4532340"/>
                  <a:pt x="11080790" y="4511561"/>
                  <a:pt x="11027376" y="4480710"/>
                </a:cubicBezTo>
                <a:cubicBezTo>
                  <a:pt x="10973961" y="4449860"/>
                  <a:pt x="10931638" y="4418181"/>
                  <a:pt x="10931638" y="4418181"/>
                </a:cubicBezTo>
                <a:close/>
                <a:moveTo>
                  <a:pt x="10163123" y="4378981"/>
                </a:moveTo>
                <a:cubicBezTo>
                  <a:pt x="10163123" y="4378981"/>
                  <a:pt x="10211693" y="4399760"/>
                  <a:pt x="10265107" y="4430611"/>
                </a:cubicBezTo>
                <a:cubicBezTo>
                  <a:pt x="10318522" y="4461461"/>
                  <a:pt x="10360845" y="4493140"/>
                  <a:pt x="10360845" y="4493140"/>
                </a:cubicBezTo>
                <a:lnTo>
                  <a:pt x="10338218" y="4532340"/>
                </a:lnTo>
                <a:cubicBezTo>
                  <a:pt x="10338218" y="4532340"/>
                  <a:pt x="10289648" y="4511561"/>
                  <a:pt x="10236234" y="4480710"/>
                </a:cubicBezTo>
                <a:cubicBezTo>
                  <a:pt x="10182819" y="4449860"/>
                  <a:pt x="10140496" y="4418181"/>
                  <a:pt x="10140496" y="4418181"/>
                </a:cubicBezTo>
                <a:close/>
                <a:moveTo>
                  <a:pt x="9371982" y="4378981"/>
                </a:moveTo>
                <a:cubicBezTo>
                  <a:pt x="9371982" y="4378981"/>
                  <a:pt x="9420552" y="4399760"/>
                  <a:pt x="9474030" y="4430611"/>
                </a:cubicBezTo>
                <a:cubicBezTo>
                  <a:pt x="9527444" y="4461461"/>
                  <a:pt x="9569768" y="4493140"/>
                  <a:pt x="9569768" y="4493140"/>
                </a:cubicBezTo>
                <a:lnTo>
                  <a:pt x="9547140" y="4532340"/>
                </a:lnTo>
                <a:cubicBezTo>
                  <a:pt x="9547140" y="4532340"/>
                  <a:pt x="9498507" y="4511561"/>
                  <a:pt x="9445093" y="4480710"/>
                </a:cubicBezTo>
                <a:cubicBezTo>
                  <a:pt x="9391678" y="4449860"/>
                  <a:pt x="9349355" y="4418181"/>
                  <a:pt x="9349355" y="4418181"/>
                </a:cubicBezTo>
                <a:close/>
                <a:moveTo>
                  <a:pt x="8580840" y="4378981"/>
                </a:moveTo>
                <a:cubicBezTo>
                  <a:pt x="8580840" y="4378981"/>
                  <a:pt x="8629474" y="4399760"/>
                  <a:pt x="8682888" y="4430611"/>
                </a:cubicBezTo>
                <a:cubicBezTo>
                  <a:pt x="8736302" y="4461461"/>
                  <a:pt x="8778626" y="4493140"/>
                  <a:pt x="8778626" y="4493140"/>
                </a:cubicBezTo>
                <a:lnTo>
                  <a:pt x="8755998" y="4532340"/>
                </a:lnTo>
                <a:cubicBezTo>
                  <a:pt x="8755998" y="4532340"/>
                  <a:pt x="8707364" y="4511561"/>
                  <a:pt x="8654014" y="4480710"/>
                </a:cubicBezTo>
                <a:cubicBezTo>
                  <a:pt x="8600536" y="4449860"/>
                  <a:pt x="8558213" y="4418181"/>
                  <a:pt x="8558213" y="4418181"/>
                </a:cubicBezTo>
                <a:close/>
                <a:moveTo>
                  <a:pt x="7789699" y="4378981"/>
                </a:moveTo>
                <a:cubicBezTo>
                  <a:pt x="7789699" y="4378981"/>
                  <a:pt x="7838333" y="4399760"/>
                  <a:pt x="7891747" y="4430611"/>
                </a:cubicBezTo>
                <a:cubicBezTo>
                  <a:pt x="7945161" y="4461461"/>
                  <a:pt x="7987485" y="4493140"/>
                  <a:pt x="7987485" y="4493140"/>
                </a:cubicBezTo>
                <a:lnTo>
                  <a:pt x="7964857" y="4532340"/>
                </a:lnTo>
                <a:cubicBezTo>
                  <a:pt x="7964857" y="4532340"/>
                  <a:pt x="7916223" y="4511561"/>
                  <a:pt x="7862873" y="4480710"/>
                </a:cubicBezTo>
                <a:cubicBezTo>
                  <a:pt x="7809395" y="4449860"/>
                  <a:pt x="7767072" y="4418181"/>
                  <a:pt x="7767072" y="4418181"/>
                </a:cubicBezTo>
                <a:close/>
                <a:moveTo>
                  <a:pt x="6998558" y="4378981"/>
                </a:moveTo>
                <a:cubicBezTo>
                  <a:pt x="6998558" y="4378981"/>
                  <a:pt x="7047191" y="4399760"/>
                  <a:pt x="7100606" y="4430611"/>
                </a:cubicBezTo>
                <a:cubicBezTo>
                  <a:pt x="7154020" y="4461461"/>
                  <a:pt x="7196344" y="4493140"/>
                  <a:pt x="7196344" y="4493140"/>
                </a:cubicBezTo>
                <a:lnTo>
                  <a:pt x="7173716" y="4532340"/>
                </a:lnTo>
                <a:cubicBezTo>
                  <a:pt x="7173716" y="4532340"/>
                  <a:pt x="7125146" y="4511561"/>
                  <a:pt x="7071731" y="4480710"/>
                </a:cubicBezTo>
                <a:cubicBezTo>
                  <a:pt x="7018317" y="4449860"/>
                  <a:pt x="6975995" y="4418181"/>
                  <a:pt x="6975995" y="4418181"/>
                </a:cubicBezTo>
                <a:close/>
                <a:moveTo>
                  <a:pt x="6207480" y="4378981"/>
                </a:moveTo>
                <a:cubicBezTo>
                  <a:pt x="6207480" y="4378981"/>
                  <a:pt x="6256113" y="4399760"/>
                  <a:pt x="6309528" y="4430611"/>
                </a:cubicBezTo>
                <a:cubicBezTo>
                  <a:pt x="6362878" y="4461461"/>
                  <a:pt x="6405201" y="4493140"/>
                  <a:pt x="6405201" y="4493140"/>
                </a:cubicBezTo>
                <a:lnTo>
                  <a:pt x="6382638" y="4532340"/>
                </a:lnTo>
                <a:cubicBezTo>
                  <a:pt x="6382638" y="4532340"/>
                  <a:pt x="6334004" y="4511561"/>
                  <a:pt x="6280590" y="4480710"/>
                </a:cubicBezTo>
                <a:cubicBezTo>
                  <a:pt x="6227176" y="4449860"/>
                  <a:pt x="6184852" y="4418181"/>
                  <a:pt x="6184852" y="4418181"/>
                </a:cubicBezTo>
                <a:close/>
                <a:moveTo>
                  <a:pt x="5416352" y="4378981"/>
                </a:moveTo>
                <a:lnTo>
                  <a:pt x="5416414" y="4378981"/>
                </a:lnTo>
                <a:lnTo>
                  <a:pt x="5416402" y="4379004"/>
                </a:lnTo>
                <a:close/>
                <a:moveTo>
                  <a:pt x="4625211" y="4378981"/>
                </a:moveTo>
                <a:lnTo>
                  <a:pt x="4625271" y="4378981"/>
                </a:lnTo>
                <a:lnTo>
                  <a:pt x="4625259" y="4379004"/>
                </a:lnTo>
                <a:close/>
                <a:moveTo>
                  <a:pt x="3834218" y="4378981"/>
                </a:moveTo>
                <a:lnTo>
                  <a:pt x="3834279" y="4378981"/>
                </a:lnTo>
                <a:lnTo>
                  <a:pt x="3834266" y="4379004"/>
                </a:lnTo>
                <a:close/>
                <a:moveTo>
                  <a:pt x="3043094" y="4378981"/>
                </a:moveTo>
                <a:lnTo>
                  <a:pt x="3043156" y="4378981"/>
                </a:lnTo>
                <a:lnTo>
                  <a:pt x="3043144" y="4379004"/>
                </a:lnTo>
                <a:close/>
                <a:moveTo>
                  <a:pt x="2251951" y="4378981"/>
                </a:moveTo>
                <a:lnTo>
                  <a:pt x="2252012" y="4378981"/>
                </a:lnTo>
                <a:lnTo>
                  <a:pt x="2252000" y="4379004"/>
                </a:lnTo>
                <a:close/>
                <a:moveTo>
                  <a:pt x="1460821" y="4378981"/>
                </a:moveTo>
                <a:lnTo>
                  <a:pt x="1460890" y="4378981"/>
                </a:lnTo>
                <a:lnTo>
                  <a:pt x="1460873" y="4379004"/>
                </a:lnTo>
                <a:close/>
                <a:moveTo>
                  <a:pt x="669744" y="4378981"/>
                </a:moveTo>
                <a:lnTo>
                  <a:pt x="669808" y="4378981"/>
                </a:lnTo>
                <a:lnTo>
                  <a:pt x="669795" y="4379004"/>
                </a:lnTo>
                <a:close/>
                <a:moveTo>
                  <a:pt x="12008079" y="4227344"/>
                </a:moveTo>
                <a:lnTo>
                  <a:pt x="12053335" y="4227344"/>
                </a:lnTo>
                <a:cubicBezTo>
                  <a:pt x="12053335" y="4227344"/>
                  <a:pt x="12059581" y="4279866"/>
                  <a:pt x="12059581" y="4341566"/>
                </a:cubicBezTo>
                <a:cubicBezTo>
                  <a:pt x="12059581" y="4403266"/>
                  <a:pt x="12053335" y="4455725"/>
                  <a:pt x="12053335" y="4455725"/>
                </a:cubicBezTo>
                <a:lnTo>
                  <a:pt x="12008079" y="4455725"/>
                </a:lnTo>
                <a:cubicBezTo>
                  <a:pt x="12008079" y="4455725"/>
                  <a:pt x="12001833" y="4403203"/>
                  <a:pt x="12001833" y="4341566"/>
                </a:cubicBezTo>
                <a:cubicBezTo>
                  <a:pt x="12001833" y="4279930"/>
                  <a:pt x="12008079" y="4227344"/>
                  <a:pt x="12008079" y="4227344"/>
                </a:cubicBezTo>
                <a:close/>
                <a:moveTo>
                  <a:pt x="11216938" y="4227344"/>
                </a:moveTo>
                <a:lnTo>
                  <a:pt x="11262194" y="4227344"/>
                </a:lnTo>
                <a:cubicBezTo>
                  <a:pt x="11262194" y="4227344"/>
                  <a:pt x="11268504" y="4279866"/>
                  <a:pt x="11268504" y="4341566"/>
                </a:cubicBezTo>
                <a:cubicBezTo>
                  <a:pt x="11268504" y="4403266"/>
                  <a:pt x="11262194" y="4455725"/>
                  <a:pt x="11262194" y="4455725"/>
                </a:cubicBezTo>
                <a:lnTo>
                  <a:pt x="11216938" y="4455725"/>
                </a:lnTo>
                <a:cubicBezTo>
                  <a:pt x="11216938" y="4455725"/>
                  <a:pt x="11210692" y="4403203"/>
                  <a:pt x="11210692" y="4341566"/>
                </a:cubicBezTo>
                <a:cubicBezTo>
                  <a:pt x="11210692" y="4279930"/>
                  <a:pt x="11216938" y="4227344"/>
                  <a:pt x="11216938" y="4227344"/>
                </a:cubicBezTo>
                <a:close/>
                <a:moveTo>
                  <a:pt x="10425796" y="4227344"/>
                </a:moveTo>
                <a:lnTo>
                  <a:pt x="10471052" y="4227344"/>
                </a:lnTo>
                <a:cubicBezTo>
                  <a:pt x="10471052" y="4227344"/>
                  <a:pt x="10477362" y="4279866"/>
                  <a:pt x="10477362" y="4341566"/>
                </a:cubicBezTo>
                <a:cubicBezTo>
                  <a:pt x="10477362" y="4403266"/>
                  <a:pt x="10471052" y="4455725"/>
                  <a:pt x="10471052" y="4455725"/>
                </a:cubicBezTo>
                <a:lnTo>
                  <a:pt x="10425796" y="4455725"/>
                </a:lnTo>
                <a:cubicBezTo>
                  <a:pt x="10425796" y="4455725"/>
                  <a:pt x="10419550" y="4403203"/>
                  <a:pt x="10419550" y="4341566"/>
                </a:cubicBezTo>
                <a:cubicBezTo>
                  <a:pt x="10419550" y="4279930"/>
                  <a:pt x="10425796" y="4227344"/>
                  <a:pt x="10425796" y="4227344"/>
                </a:cubicBezTo>
                <a:close/>
                <a:moveTo>
                  <a:pt x="9634719" y="4227344"/>
                </a:moveTo>
                <a:lnTo>
                  <a:pt x="9679910" y="4227344"/>
                </a:lnTo>
                <a:cubicBezTo>
                  <a:pt x="9679910" y="4227344"/>
                  <a:pt x="9686221" y="4279866"/>
                  <a:pt x="9686221" y="4341566"/>
                </a:cubicBezTo>
                <a:cubicBezTo>
                  <a:pt x="9686221" y="4403266"/>
                  <a:pt x="9679910" y="4455725"/>
                  <a:pt x="9679910" y="4455725"/>
                </a:cubicBezTo>
                <a:lnTo>
                  <a:pt x="9634719" y="4455725"/>
                </a:lnTo>
                <a:cubicBezTo>
                  <a:pt x="9634719" y="4455725"/>
                  <a:pt x="9628408" y="4403203"/>
                  <a:pt x="9628408" y="4341566"/>
                </a:cubicBezTo>
                <a:cubicBezTo>
                  <a:pt x="9628408" y="4279930"/>
                  <a:pt x="9634719" y="4227344"/>
                  <a:pt x="9634719" y="4227344"/>
                </a:cubicBezTo>
                <a:close/>
                <a:moveTo>
                  <a:pt x="8843577" y="4227344"/>
                </a:moveTo>
                <a:lnTo>
                  <a:pt x="8888832" y="4227344"/>
                </a:lnTo>
                <a:cubicBezTo>
                  <a:pt x="8888832" y="4227344"/>
                  <a:pt x="8895079" y="4279866"/>
                  <a:pt x="8895079" y="4341566"/>
                </a:cubicBezTo>
                <a:cubicBezTo>
                  <a:pt x="8895079" y="4403266"/>
                  <a:pt x="8888832" y="4455725"/>
                  <a:pt x="8888832" y="4455725"/>
                </a:cubicBezTo>
                <a:lnTo>
                  <a:pt x="8843577" y="4455725"/>
                </a:lnTo>
                <a:cubicBezTo>
                  <a:pt x="8843577" y="4455725"/>
                  <a:pt x="8837330" y="4403203"/>
                  <a:pt x="8837330" y="4341566"/>
                </a:cubicBezTo>
                <a:cubicBezTo>
                  <a:pt x="8837330" y="4279930"/>
                  <a:pt x="8843577" y="4227344"/>
                  <a:pt x="8843577" y="4227344"/>
                </a:cubicBezTo>
                <a:close/>
                <a:moveTo>
                  <a:pt x="8052435" y="4227344"/>
                </a:moveTo>
                <a:lnTo>
                  <a:pt x="8097691" y="4227344"/>
                </a:lnTo>
                <a:cubicBezTo>
                  <a:pt x="8097691" y="4227344"/>
                  <a:pt x="8103938" y="4279866"/>
                  <a:pt x="8103938" y="4341566"/>
                </a:cubicBezTo>
                <a:cubicBezTo>
                  <a:pt x="8103938" y="4403266"/>
                  <a:pt x="8097691" y="4455725"/>
                  <a:pt x="8097691" y="4455725"/>
                </a:cubicBezTo>
                <a:lnTo>
                  <a:pt x="8052435" y="4455725"/>
                </a:lnTo>
                <a:cubicBezTo>
                  <a:pt x="8052435" y="4455725"/>
                  <a:pt x="8046189" y="4403203"/>
                  <a:pt x="8046189" y="4341566"/>
                </a:cubicBezTo>
                <a:cubicBezTo>
                  <a:pt x="8046189" y="4279930"/>
                  <a:pt x="8052435" y="4227344"/>
                  <a:pt x="8052435" y="4227344"/>
                </a:cubicBezTo>
                <a:close/>
                <a:moveTo>
                  <a:pt x="7261293" y="4227344"/>
                </a:moveTo>
                <a:lnTo>
                  <a:pt x="7306549" y="4227344"/>
                </a:lnTo>
                <a:cubicBezTo>
                  <a:pt x="7306549" y="4227344"/>
                  <a:pt x="7312860" y="4279866"/>
                  <a:pt x="7312860" y="4341566"/>
                </a:cubicBezTo>
                <a:cubicBezTo>
                  <a:pt x="7312860" y="4403266"/>
                  <a:pt x="7306549" y="4455725"/>
                  <a:pt x="7306549" y="4455725"/>
                </a:cubicBezTo>
                <a:lnTo>
                  <a:pt x="7261293" y="4455725"/>
                </a:lnTo>
                <a:cubicBezTo>
                  <a:pt x="7261293" y="4455725"/>
                  <a:pt x="7255047" y="4403203"/>
                  <a:pt x="7255047" y="4341566"/>
                </a:cubicBezTo>
                <a:cubicBezTo>
                  <a:pt x="7255047" y="4279930"/>
                  <a:pt x="7261293" y="4227344"/>
                  <a:pt x="7261293" y="4227344"/>
                </a:cubicBezTo>
                <a:close/>
                <a:moveTo>
                  <a:pt x="6470217" y="4227344"/>
                </a:moveTo>
                <a:lnTo>
                  <a:pt x="6515408" y="4227344"/>
                </a:lnTo>
                <a:cubicBezTo>
                  <a:pt x="6515408" y="4227344"/>
                  <a:pt x="6521719" y="4279866"/>
                  <a:pt x="6521719" y="4341566"/>
                </a:cubicBezTo>
                <a:cubicBezTo>
                  <a:pt x="6521719" y="4403266"/>
                  <a:pt x="6515408" y="4455725"/>
                  <a:pt x="6515408" y="4455725"/>
                </a:cubicBezTo>
                <a:lnTo>
                  <a:pt x="6470217" y="4455725"/>
                </a:lnTo>
                <a:cubicBezTo>
                  <a:pt x="6470217" y="4455725"/>
                  <a:pt x="6463906" y="4403203"/>
                  <a:pt x="6463906" y="4341566"/>
                </a:cubicBezTo>
                <a:cubicBezTo>
                  <a:pt x="6463906" y="4279930"/>
                  <a:pt x="6470217" y="4227344"/>
                  <a:pt x="6470217" y="4227344"/>
                </a:cubicBezTo>
                <a:close/>
                <a:moveTo>
                  <a:pt x="5679084" y="4227344"/>
                </a:moveTo>
                <a:lnTo>
                  <a:pt x="5724338" y="4227344"/>
                </a:lnTo>
                <a:cubicBezTo>
                  <a:pt x="5724338" y="4227344"/>
                  <a:pt x="5730645" y="4279866"/>
                  <a:pt x="5730645" y="4341566"/>
                </a:cubicBezTo>
                <a:cubicBezTo>
                  <a:pt x="5730645" y="4403266"/>
                  <a:pt x="5724338" y="4455725"/>
                  <a:pt x="5724338" y="4455725"/>
                </a:cubicBezTo>
                <a:lnTo>
                  <a:pt x="5679084" y="4455725"/>
                </a:lnTo>
                <a:cubicBezTo>
                  <a:pt x="5679084" y="4455725"/>
                  <a:pt x="5672769" y="4403203"/>
                  <a:pt x="5672769" y="4341566"/>
                </a:cubicBezTo>
                <a:cubicBezTo>
                  <a:pt x="5672769" y="4279930"/>
                  <a:pt x="5679084" y="4227344"/>
                  <a:pt x="5679084" y="4227344"/>
                </a:cubicBezTo>
                <a:close/>
                <a:moveTo>
                  <a:pt x="4887944" y="4227344"/>
                </a:moveTo>
                <a:lnTo>
                  <a:pt x="4933198" y="4227344"/>
                </a:lnTo>
                <a:cubicBezTo>
                  <a:pt x="4933198" y="4227344"/>
                  <a:pt x="4939507" y="4279866"/>
                  <a:pt x="4939507" y="4341566"/>
                </a:cubicBezTo>
                <a:cubicBezTo>
                  <a:pt x="4939507" y="4403266"/>
                  <a:pt x="4933198" y="4455725"/>
                  <a:pt x="4933198" y="4455725"/>
                </a:cubicBezTo>
                <a:lnTo>
                  <a:pt x="4887944" y="4455725"/>
                </a:lnTo>
                <a:cubicBezTo>
                  <a:pt x="4887944" y="4455725"/>
                  <a:pt x="4881696" y="4403203"/>
                  <a:pt x="4881696" y="4341566"/>
                </a:cubicBezTo>
                <a:cubicBezTo>
                  <a:pt x="4881696" y="4279930"/>
                  <a:pt x="4887944" y="4227344"/>
                  <a:pt x="4887944" y="4227344"/>
                </a:cubicBezTo>
                <a:close/>
                <a:moveTo>
                  <a:pt x="4096880" y="4227344"/>
                </a:moveTo>
                <a:lnTo>
                  <a:pt x="4142136" y="4227344"/>
                </a:lnTo>
                <a:cubicBezTo>
                  <a:pt x="4142136" y="4227344"/>
                  <a:pt x="4148446" y="4279866"/>
                  <a:pt x="4148446" y="4341566"/>
                </a:cubicBezTo>
                <a:cubicBezTo>
                  <a:pt x="4148446" y="4403266"/>
                  <a:pt x="4142136" y="4455725"/>
                  <a:pt x="4142136" y="4455725"/>
                </a:cubicBezTo>
                <a:lnTo>
                  <a:pt x="4096880" y="4455725"/>
                </a:lnTo>
                <a:cubicBezTo>
                  <a:pt x="4096880" y="4455725"/>
                  <a:pt x="4090633" y="4403203"/>
                  <a:pt x="4090633" y="4341566"/>
                </a:cubicBezTo>
                <a:cubicBezTo>
                  <a:pt x="4090633" y="4279930"/>
                  <a:pt x="4096880" y="4227344"/>
                  <a:pt x="4096880" y="4227344"/>
                </a:cubicBezTo>
                <a:close/>
                <a:moveTo>
                  <a:pt x="3305820" y="4227344"/>
                </a:moveTo>
                <a:lnTo>
                  <a:pt x="3351078" y="4227344"/>
                </a:lnTo>
                <a:cubicBezTo>
                  <a:pt x="3351078" y="4227344"/>
                  <a:pt x="3357385" y="4279866"/>
                  <a:pt x="3357385" y="4341566"/>
                </a:cubicBezTo>
                <a:cubicBezTo>
                  <a:pt x="3357385" y="4403266"/>
                  <a:pt x="3351078" y="4455725"/>
                  <a:pt x="3351078" y="4455725"/>
                </a:cubicBezTo>
                <a:lnTo>
                  <a:pt x="3305820" y="4455725"/>
                </a:lnTo>
                <a:cubicBezTo>
                  <a:pt x="3305820" y="4455725"/>
                  <a:pt x="3299575" y="4403203"/>
                  <a:pt x="3299575" y="4341566"/>
                </a:cubicBezTo>
                <a:cubicBezTo>
                  <a:pt x="3299575" y="4279930"/>
                  <a:pt x="3305820" y="4227344"/>
                  <a:pt x="3305820" y="4227344"/>
                </a:cubicBezTo>
                <a:close/>
                <a:moveTo>
                  <a:pt x="2514689" y="4227344"/>
                </a:moveTo>
                <a:lnTo>
                  <a:pt x="2559944" y="4227344"/>
                </a:lnTo>
                <a:cubicBezTo>
                  <a:pt x="2559944" y="4227344"/>
                  <a:pt x="2566255" y="4279866"/>
                  <a:pt x="2566255" y="4341566"/>
                </a:cubicBezTo>
                <a:cubicBezTo>
                  <a:pt x="2566255" y="4403266"/>
                  <a:pt x="2559944" y="4455725"/>
                  <a:pt x="2559944" y="4455725"/>
                </a:cubicBezTo>
                <a:lnTo>
                  <a:pt x="2514689" y="4455725"/>
                </a:lnTo>
                <a:cubicBezTo>
                  <a:pt x="2514689" y="4455725"/>
                  <a:pt x="2508444" y="4403203"/>
                  <a:pt x="2508444" y="4341566"/>
                </a:cubicBezTo>
                <a:cubicBezTo>
                  <a:pt x="2508444" y="4279930"/>
                  <a:pt x="2514689" y="4227344"/>
                  <a:pt x="2514689" y="4227344"/>
                </a:cubicBezTo>
                <a:close/>
                <a:moveTo>
                  <a:pt x="1723556" y="4227344"/>
                </a:moveTo>
                <a:lnTo>
                  <a:pt x="1768814" y="4227344"/>
                </a:lnTo>
                <a:cubicBezTo>
                  <a:pt x="1768814" y="4227344"/>
                  <a:pt x="1775124" y="4279866"/>
                  <a:pt x="1775124" y="4341566"/>
                </a:cubicBezTo>
                <a:cubicBezTo>
                  <a:pt x="1775124" y="4403266"/>
                  <a:pt x="1768814" y="4455725"/>
                  <a:pt x="1768814" y="4455725"/>
                </a:cubicBezTo>
                <a:lnTo>
                  <a:pt x="1723556" y="4455725"/>
                </a:lnTo>
                <a:cubicBezTo>
                  <a:pt x="1723556" y="4455725"/>
                  <a:pt x="1717310" y="4403203"/>
                  <a:pt x="1717310" y="4341566"/>
                </a:cubicBezTo>
                <a:cubicBezTo>
                  <a:pt x="1717310" y="4279930"/>
                  <a:pt x="1723556" y="4227344"/>
                  <a:pt x="1723556" y="4227344"/>
                </a:cubicBezTo>
                <a:close/>
                <a:moveTo>
                  <a:pt x="932414" y="4227344"/>
                </a:moveTo>
                <a:lnTo>
                  <a:pt x="977669" y="4227344"/>
                </a:lnTo>
                <a:cubicBezTo>
                  <a:pt x="977669" y="4227344"/>
                  <a:pt x="983979" y="4279866"/>
                  <a:pt x="983979" y="4341566"/>
                </a:cubicBezTo>
                <a:cubicBezTo>
                  <a:pt x="983979" y="4403266"/>
                  <a:pt x="977669" y="4455725"/>
                  <a:pt x="977669" y="4455725"/>
                </a:cubicBezTo>
                <a:lnTo>
                  <a:pt x="932414" y="4455725"/>
                </a:lnTo>
                <a:cubicBezTo>
                  <a:pt x="932414" y="4455725"/>
                  <a:pt x="926104" y="4403203"/>
                  <a:pt x="926104" y="4341566"/>
                </a:cubicBezTo>
                <a:cubicBezTo>
                  <a:pt x="926104" y="4279930"/>
                  <a:pt x="932414" y="4227344"/>
                  <a:pt x="932414" y="4227344"/>
                </a:cubicBezTo>
                <a:close/>
                <a:moveTo>
                  <a:pt x="141346" y="4227344"/>
                </a:moveTo>
                <a:lnTo>
                  <a:pt x="186600" y="4227344"/>
                </a:lnTo>
                <a:cubicBezTo>
                  <a:pt x="186600" y="4227344"/>
                  <a:pt x="192910" y="4279866"/>
                  <a:pt x="192910" y="4341566"/>
                </a:cubicBezTo>
                <a:cubicBezTo>
                  <a:pt x="192910" y="4403266"/>
                  <a:pt x="186600" y="4455725"/>
                  <a:pt x="186600" y="4455725"/>
                </a:cubicBezTo>
                <a:lnTo>
                  <a:pt x="141346" y="4455725"/>
                </a:lnTo>
                <a:cubicBezTo>
                  <a:pt x="141346" y="4455725"/>
                  <a:pt x="135099" y="4403203"/>
                  <a:pt x="135099" y="4341566"/>
                </a:cubicBezTo>
                <a:cubicBezTo>
                  <a:pt x="135099" y="4279930"/>
                  <a:pt x="141346" y="4227344"/>
                  <a:pt x="141346" y="4227344"/>
                </a:cubicBezTo>
                <a:close/>
                <a:moveTo>
                  <a:pt x="5811965" y="4150687"/>
                </a:moveTo>
                <a:lnTo>
                  <a:pt x="5820348" y="4154393"/>
                </a:lnTo>
                <a:cubicBezTo>
                  <a:pt x="5836528" y="4161683"/>
                  <a:pt x="5873901" y="4179156"/>
                  <a:pt x="5913960" y="4202294"/>
                </a:cubicBezTo>
                <a:cubicBezTo>
                  <a:pt x="5967374" y="4233144"/>
                  <a:pt x="6009695" y="4264823"/>
                  <a:pt x="6009695" y="4264823"/>
                </a:cubicBezTo>
                <a:lnTo>
                  <a:pt x="5987067" y="4304023"/>
                </a:lnTo>
                <a:cubicBezTo>
                  <a:pt x="5987067" y="4304023"/>
                  <a:pt x="5938437" y="4283244"/>
                  <a:pt x="5885086" y="4252393"/>
                </a:cubicBezTo>
                <a:cubicBezTo>
                  <a:pt x="5831672" y="4221543"/>
                  <a:pt x="5789350" y="4189864"/>
                  <a:pt x="5789350" y="4189864"/>
                </a:cubicBezTo>
                <a:close/>
                <a:moveTo>
                  <a:pt x="5020837" y="4150687"/>
                </a:moveTo>
                <a:lnTo>
                  <a:pt x="5029217" y="4154393"/>
                </a:lnTo>
                <a:cubicBezTo>
                  <a:pt x="5045401" y="4161683"/>
                  <a:pt x="5082770" y="4179156"/>
                  <a:pt x="5122827" y="4202294"/>
                </a:cubicBezTo>
                <a:cubicBezTo>
                  <a:pt x="5176242" y="4233144"/>
                  <a:pt x="5218566" y="4264823"/>
                  <a:pt x="5218566" y="4264823"/>
                </a:cubicBezTo>
                <a:lnTo>
                  <a:pt x="5195941" y="4304023"/>
                </a:lnTo>
                <a:cubicBezTo>
                  <a:pt x="5195941" y="4304023"/>
                  <a:pt x="5147369" y="4283244"/>
                  <a:pt x="5093953" y="4252393"/>
                </a:cubicBezTo>
                <a:cubicBezTo>
                  <a:pt x="5040542" y="4221543"/>
                  <a:pt x="4998215" y="4189864"/>
                  <a:pt x="4998215" y="4189864"/>
                </a:cubicBezTo>
                <a:close/>
                <a:moveTo>
                  <a:pt x="4229752" y="4150687"/>
                </a:moveTo>
                <a:lnTo>
                  <a:pt x="4238133" y="4154393"/>
                </a:lnTo>
                <a:cubicBezTo>
                  <a:pt x="4254316" y="4161683"/>
                  <a:pt x="4291687" y="4179156"/>
                  <a:pt x="4331748" y="4202294"/>
                </a:cubicBezTo>
                <a:cubicBezTo>
                  <a:pt x="4385164" y="4233144"/>
                  <a:pt x="4427491" y="4264823"/>
                  <a:pt x="4427491" y="4264823"/>
                </a:cubicBezTo>
                <a:lnTo>
                  <a:pt x="4404860" y="4304023"/>
                </a:lnTo>
                <a:cubicBezTo>
                  <a:pt x="4404860" y="4304023"/>
                  <a:pt x="4356291" y="4283244"/>
                  <a:pt x="4302877" y="4252393"/>
                </a:cubicBezTo>
                <a:cubicBezTo>
                  <a:pt x="4249460" y="4221543"/>
                  <a:pt x="4207137" y="4189864"/>
                  <a:pt x="4207137" y="4189864"/>
                </a:cubicBezTo>
                <a:close/>
                <a:moveTo>
                  <a:pt x="3438701" y="4150687"/>
                </a:moveTo>
                <a:lnTo>
                  <a:pt x="3447084" y="4154393"/>
                </a:lnTo>
                <a:cubicBezTo>
                  <a:pt x="3463267" y="4161683"/>
                  <a:pt x="3500641" y="4179156"/>
                  <a:pt x="3540702" y="4202294"/>
                </a:cubicBezTo>
                <a:cubicBezTo>
                  <a:pt x="3594111" y="4233144"/>
                  <a:pt x="3636436" y="4264823"/>
                  <a:pt x="3636436" y="4264823"/>
                </a:cubicBezTo>
                <a:lnTo>
                  <a:pt x="3613807" y="4304023"/>
                </a:lnTo>
                <a:cubicBezTo>
                  <a:pt x="3613807" y="4304023"/>
                  <a:pt x="3565243" y="4283244"/>
                  <a:pt x="3511829" y="4252393"/>
                </a:cubicBezTo>
                <a:cubicBezTo>
                  <a:pt x="3458412" y="4221543"/>
                  <a:pt x="3416090" y="4189864"/>
                  <a:pt x="3416090" y="4189864"/>
                </a:cubicBezTo>
                <a:close/>
                <a:moveTo>
                  <a:pt x="2647573" y="4150687"/>
                </a:moveTo>
                <a:lnTo>
                  <a:pt x="2655955" y="4154393"/>
                </a:lnTo>
                <a:cubicBezTo>
                  <a:pt x="2672137" y="4161683"/>
                  <a:pt x="2709510" y="4179156"/>
                  <a:pt x="2749571" y="4202294"/>
                </a:cubicBezTo>
                <a:cubicBezTo>
                  <a:pt x="2802981" y="4233144"/>
                  <a:pt x="2845305" y="4264823"/>
                  <a:pt x="2845305" y="4264823"/>
                </a:cubicBezTo>
                <a:lnTo>
                  <a:pt x="2822677" y="4304023"/>
                </a:lnTo>
                <a:cubicBezTo>
                  <a:pt x="2822677" y="4304023"/>
                  <a:pt x="2774046" y="4283244"/>
                  <a:pt x="2720696" y="4252393"/>
                </a:cubicBezTo>
                <a:cubicBezTo>
                  <a:pt x="2667283" y="4221543"/>
                  <a:pt x="2624959" y="4189864"/>
                  <a:pt x="2624959" y="4189864"/>
                </a:cubicBezTo>
                <a:close/>
                <a:moveTo>
                  <a:pt x="1856440" y="4150687"/>
                </a:moveTo>
                <a:lnTo>
                  <a:pt x="1864826" y="4154393"/>
                </a:lnTo>
                <a:cubicBezTo>
                  <a:pt x="1881007" y="4161683"/>
                  <a:pt x="1918378" y="4179156"/>
                  <a:pt x="1958439" y="4202294"/>
                </a:cubicBezTo>
                <a:cubicBezTo>
                  <a:pt x="2011851" y="4233144"/>
                  <a:pt x="2054174" y="4264823"/>
                  <a:pt x="2054174" y="4264823"/>
                </a:cubicBezTo>
                <a:lnTo>
                  <a:pt x="2031546" y="4304023"/>
                </a:lnTo>
                <a:cubicBezTo>
                  <a:pt x="2031546" y="4304023"/>
                  <a:pt x="1982915" y="4283244"/>
                  <a:pt x="1929564" y="4252393"/>
                </a:cubicBezTo>
                <a:cubicBezTo>
                  <a:pt x="1876149" y="4221543"/>
                  <a:pt x="1833827" y="4189864"/>
                  <a:pt x="1833827" y="4189864"/>
                </a:cubicBezTo>
                <a:close/>
                <a:moveTo>
                  <a:pt x="1065369" y="4150687"/>
                </a:moveTo>
                <a:lnTo>
                  <a:pt x="1073750" y="4154393"/>
                </a:lnTo>
                <a:cubicBezTo>
                  <a:pt x="1089933" y="4161683"/>
                  <a:pt x="1127304" y="4179156"/>
                  <a:pt x="1167366" y="4202294"/>
                </a:cubicBezTo>
                <a:cubicBezTo>
                  <a:pt x="1220781" y="4233144"/>
                  <a:pt x="1263103" y="4264823"/>
                  <a:pt x="1263103" y="4264823"/>
                </a:cubicBezTo>
                <a:lnTo>
                  <a:pt x="1240476" y="4304023"/>
                </a:lnTo>
                <a:cubicBezTo>
                  <a:pt x="1240476" y="4304023"/>
                  <a:pt x="1191840" y="4283244"/>
                  <a:pt x="1138491" y="4252393"/>
                </a:cubicBezTo>
                <a:cubicBezTo>
                  <a:pt x="1085076" y="4221543"/>
                  <a:pt x="1042746" y="4189864"/>
                  <a:pt x="1042746" y="4189864"/>
                </a:cubicBezTo>
                <a:close/>
                <a:moveTo>
                  <a:pt x="274229" y="4150687"/>
                </a:moveTo>
                <a:lnTo>
                  <a:pt x="282613" y="4154393"/>
                </a:lnTo>
                <a:cubicBezTo>
                  <a:pt x="298794" y="4161683"/>
                  <a:pt x="336166" y="4179156"/>
                  <a:pt x="376224" y="4202294"/>
                </a:cubicBezTo>
                <a:cubicBezTo>
                  <a:pt x="429637" y="4233144"/>
                  <a:pt x="471959" y="4264823"/>
                  <a:pt x="471959" y="4264823"/>
                </a:cubicBezTo>
                <a:lnTo>
                  <a:pt x="449332" y="4304023"/>
                </a:lnTo>
                <a:cubicBezTo>
                  <a:pt x="449332" y="4304023"/>
                  <a:pt x="400701" y="4283244"/>
                  <a:pt x="347352" y="4252393"/>
                </a:cubicBezTo>
                <a:cubicBezTo>
                  <a:pt x="293937" y="4221543"/>
                  <a:pt x="251614" y="4189864"/>
                  <a:pt x="251614" y="4189864"/>
                </a:cubicBezTo>
                <a:close/>
                <a:moveTo>
                  <a:pt x="12140914" y="4150664"/>
                </a:moveTo>
                <a:cubicBezTo>
                  <a:pt x="12140914" y="4150664"/>
                  <a:pt x="12153072" y="4155859"/>
                  <a:pt x="12171908" y="4164910"/>
                </a:cubicBezTo>
                <a:lnTo>
                  <a:pt x="12203753" y="4181665"/>
                </a:lnTo>
                <a:lnTo>
                  <a:pt x="12203753" y="4245880"/>
                </a:lnTo>
                <a:lnTo>
                  <a:pt x="12146132" y="4209560"/>
                </a:lnTo>
                <a:cubicBezTo>
                  <a:pt x="12128867" y="4197784"/>
                  <a:pt x="12118286" y="4189864"/>
                  <a:pt x="12118286" y="4189864"/>
                </a:cubicBezTo>
                <a:close/>
                <a:moveTo>
                  <a:pt x="11920501" y="4150664"/>
                </a:moveTo>
                <a:lnTo>
                  <a:pt x="11943128" y="4189864"/>
                </a:lnTo>
                <a:cubicBezTo>
                  <a:pt x="11943128" y="4189864"/>
                  <a:pt x="11900804" y="4221543"/>
                  <a:pt x="11847390" y="4252393"/>
                </a:cubicBezTo>
                <a:cubicBezTo>
                  <a:pt x="11793976" y="4283244"/>
                  <a:pt x="11745343" y="4304023"/>
                  <a:pt x="11745343" y="4304023"/>
                </a:cubicBezTo>
                <a:lnTo>
                  <a:pt x="11722715" y="4264823"/>
                </a:lnTo>
                <a:cubicBezTo>
                  <a:pt x="11722715" y="4264823"/>
                  <a:pt x="11765038" y="4233144"/>
                  <a:pt x="11818516" y="4202294"/>
                </a:cubicBezTo>
                <a:cubicBezTo>
                  <a:pt x="11871867" y="4171443"/>
                  <a:pt x="11920501" y="4150664"/>
                  <a:pt x="11920501" y="4150664"/>
                </a:cubicBezTo>
                <a:close/>
                <a:moveTo>
                  <a:pt x="11349836" y="4150664"/>
                </a:moveTo>
                <a:cubicBezTo>
                  <a:pt x="11349836" y="4150664"/>
                  <a:pt x="11398406" y="4171443"/>
                  <a:pt x="11451820" y="4202294"/>
                </a:cubicBezTo>
                <a:cubicBezTo>
                  <a:pt x="11505234" y="4233144"/>
                  <a:pt x="11547558" y="4264823"/>
                  <a:pt x="11547558" y="4264823"/>
                </a:cubicBezTo>
                <a:lnTo>
                  <a:pt x="11524930" y="4304023"/>
                </a:lnTo>
                <a:cubicBezTo>
                  <a:pt x="11524930" y="4304023"/>
                  <a:pt x="11476360" y="4283244"/>
                  <a:pt x="11422946" y="4252393"/>
                </a:cubicBezTo>
                <a:cubicBezTo>
                  <a:pt x="11369531" y="4221543"/>
                  <a:pt x="11327208" y="4189864"/>
                  <a:pt x="11327208" y="4189864"/>
                </a:cubicBezTo>
                <a:close/>
                <a:moveTo>
                  <a:pt x="11129360" y="4150664"/>
                </a:moveTo>
                <a:lnTo>
                  <a:pt x="11151987" y="4189864"/>
                </a:lnTo>
                <a:cubicBezTo>
                  <a:pt x="11151987" y="4189864"/>
                  <a:pt x="11109664" y="4221543"/>
                  <a:pt x="11056249" y="4252393"/>
                </a:cubicBezTo>
                <a:cubicBezTo>
                  <a:pt x="11002835" y="4283244"/>
                  <a:pt x="10954265" y="4304023"/>
                  <a:pt x="10954265" y="4304023"/>
                </a:cubicBezTo>
                <a:lnTo>
                  <a:pt x="10931638" y="4264823"/>
                </a:lnTo>
                <a:cubicBezTo>
                  <a:pt x="10931638" y="4264823"/>
                  <a:pt x="10973961" y="4233144"/>
                  <a:pt x="11027376" y="4202294"/>
                </a:cubicBezTo>
                <a:cubicBezTo>
                  <a:pt x="11080790" y="4171443"/>
                  <a:pt x="11129360" y="4150664"/>
                  <a:pt x="11129360" y="4150664"/>
                </a:cubicBezTo>
                <a:close/>
                <a:moveTo>
                  <a:pt x="10558694" y="4150664"/>
                </a:moveTo>
                <a:cubicBezTo>
                  <a:pt x="10558694" y="4150664"/>
                  <a:pt x="10607264" y="4171443"/>
                  <a:pt x="10660678" y="4202294"/>
                </a:cubicBezTo>
                <a:cubicBezTo>
                  <a:pt x="10714092" y="4233144"/>
                  <a:pt x="10756416" y="4264823"/>
                  <a:pt x="10756416" y="4264823"/>
                </a:cubicBezTo>
                <a:lnTo>
                  <a:pt x="10733788" y="4304023"/>
                </a:lnTo>
                <a:cubicBezTo>
                  <a:pt x="10733788" y="4304023"/>
                  <a:pt x="10685218" y="4283244"/>
                  <a:pt x="10631804" y="4252393"/>
                </a:cubicBezTo>
                <a:cubicBezTo>
                  <a:pt x="10578389" y="4221543"/>
                  <a:pt x="10536066" y="4189864"/>
                  <a:pt x="10536066" y="4189864"/>
                </a:cubicBezTo>
                <a:close/>
                <a:moveTo>
                  <a:pt x="10338218" y="4150664"/>
                </a:moveTo>
                <a:lnTo>
                  <a:pt x="10360845" y="4189864"/>
                </a:lnTo>
                <a:cubicBezTo>
                  <a:pt x="10360845" y="4189864"/>
                  <a:pt x="10318522" y="4221543"/>
                  <a:pt x="10265107" y="4252393"/>
                </a:cubicBezTo>
                <a:cubicBezTo>
                  <a:pt x="10211693" y="4283244"/>
                  <a:pt x="10163123" y="4304023"/>
                  <a:pt x="10163123" y="4304023"/>
                </a:cubicBezTo>
                <a:lnTo>
                  <a:pt x="10140496" y="4264823"/>
                </a:lnTo>
                <a:cubicBezTo>
                  <a:pt x="10140496" y="4264823"/>
                  <a:pt x="10182819" y="4233144"/>
                  <a:pt x="10236234" y="4202294"/>
                </a:cubicBezTo>
                <a:cubicBezTo>
                  <a:pt x="10289648" y="4171443"/>
                  <a:pt x="10338218" y="4150664"/>
                  <a:pt x="10338218" y="4150664"/>
                </a:cubicBezTo>
                <a:close/>
                <a:moveTo>
                  <a:pt x="9767553" y="4150664"/>
                </a:moveTo>
                <a:cubicBezTo>
                  <a:pt x="9767553" y="4150664"/>
                  <a:pt x="9816123" y="4171443"/>
                  <a:pt x="9869601" y="4202294"/>
                </a:cubicBezTo>
                <a:cubicBezTo>
                  <a:pt x="9922951" y="4233144"/>
                  <a:pt x="9965339" y="4264823"/>
                  <a:pt x="9965339" y="4264823"/>
                </a:cubicBezTo>
                <a:lnTo>
                  <a:pt x="9942711" y="4304023"/>
                </a:lnTo>
                <a:cubicBezTo>
                  <a:pt x="9942711" y="4304023"/>
                  <a:pt x="9894077" y="4283244"/>
                  <a:pt x="9840663" y="4252393"/>
                </a:cubicBezTo>
                <a:cubicBezTo>
                  <a:pt x="9787248" y="4221543"/>
                  <a:pt x="9744925" y="4189864"/>
                  <a:pt x="9744925" y="4189864"/>
                </a:cubicBezTo>
                <a:close/>
                <a:moveTo>
                  <a:pt x="9547140" y="4150664"/>
                </a:moveTo>
                <a:lnTo>
                  <a:pt x="9569768" y="4189864"/>
                </a:lnTo>
                <a:cubicBezTo>
                  <a:pt x="9569768" y="4189864"/>
                  <a:pt x="9527381" y="4221543"/>
                  <a:pt x="9474030" y="4252393"/>
                </a:cubicBezTo>
                <a:cubicBezTo>
                  <a:pt x="9420552" y="4283244"/>
                  <a:pt x="9371982" y="4304023"/>
                  <a:pt x="9371982" y="4304023"/>
                </a:cubicBezTo>
                <a:lnTo>
                  <a:pt x="9349355" y="4264823"/>
                </a:lnTo>
                <a:cubicBezTo>
                  <a:pt x="9349355" y="4264823"/>
                  <a:pt x="9391678" y="4233144"/>
                  <a:pt x="9445093" y="4202294"/>
                </a:cubicBezTo>
                <a:cubicBezTo>
                  <a:pt x="9498507" y="4171443"/>
                  <a:pt x="9547140" y="4150664"/>
                  <a:pt x="9547140" y="4150664"/>
                </a:cubicBezTo>
                <a:close/>
                <a:moveTo>
                  <a:pt x="8976412" y="4150664"/>
                </a:moveTo>
                <a:cubicBezTo>
                  <a:pt x="8976412" y="4150664"/>
                  <a:pt x="9025046" y="4171443"/>
                  <a:pt x="9078460" y="4202294"/>
                </a:cubicBezTo>
                <a:cubicBezTo>
                  <a:pt x="9131874" y="4233144"/>
                  <a:pt x="9174198" y="4264823"/>
                  <a:pt x="9174198" y="4264823"/>
                </a:cubicBezTo>
                <a:lnTo>
                  <a:pt x="9151570" y="4304023"/>
                </a:lnTo>
                <a:cubicBezTo>
                  <a:pt x="9151570" y="4304023"/>
                  <a:pt x="9102936" y="4283244"/>
                  <a:pt x="9049585" y="4252393"/>
                </a:cubicBezTo>
                <a:cubicBezTo>
                  <a:pt x="8996107" y="4221543"/>
                  <a:pt x="8953784" y="4189864"/>
                  <a:pt x="8953784" y="4189864"/>
                </a:cubicBezTo>
                <a:close/>
                <a:moveTo>
                  <a:pt x="8755998" y="4150664"/>
                </a:moveTo>
                <a:lnTo>
                  <a:pt x="8778626" y="4189864"/>
                </a:lnTo>
                <a:cubicBezTo>
                  <a:pt x="8778626" y="4189864"/>
                  <a:pt x="8736302" y="4221543"/>
                  <a:pt x="8682888" y="4252393"/>
                </a:cubicBezTo>
                <a:cubicBezTo>
                  <a:pt x="8629474" y="4283244"/>
                  <a:pt x="8580840" y="4304023"/>
                  <a:pt x="8580840" y="4304023"/>
                </a:cubicBezTo>
                <a:lnTo>
                  <a:pt x="8558213" y="4264823"/>
                </a:lnTo>
                <a:cubicBezTo>
                  <a:pt x="8558213" y="4264823"/>
                  <a:pt x="8600536" y="4233144"/>
                  <a:pt x="8654014" y="4202294"/>
                </a:cubicBezTo>
                <a:cubicBezTo>
                  <a:pt x="8707364" y="4171443"/>
                  <a:pt x="8755998" y="4150664"/>
                  <a:pt x="8755998" y="4150664"/>
                </a:cubicBezTo>
                <a:close/>
                <a:moveTo>
                  <a:pt x="8185270" y="4150664"/>
                </a:moveTo>
                <a:cubicBezTo>
                  <a:pt x="8185270" y="4150664"/>
                  <a:pt x="8233904" y="4171443"/>
                  <a:pt x="8287318" y="4202294"/>
                </a:cubicBezTo>
                <a:cubicBezTo>
                  <a:pt x="8340732" y="4233144"/>
                  <a:pt x="8383056" y="4264823"/>
                  <a:pt x="8383056" y="4264823"/>
                </a:cubicBezTo>
                <a:lnTo>
                  <a:pt x="8360428" y="4304023"/>
                </a:lnTo>
                <a:cubicBezTo>
                  <a:pt x="8360428" y="4304023"/>
                  <a:pt x="8311794" y="4283244"/>
                  <a:pt x="8258443" y="4252393"/>
                </a:cubicBezTo>
                <a:cubicBezTo>
                  <a:pt x="8204965" y="4221543"/>
                  <a:pt x="8162642" y="4189864"/>
                  <a:pt x="8162642" y="4189864"/>
                </a:cubicBezTo>
                <a:close/>
                <a:moveTo>
                  <a:pt x="7964857" y="4150664"/>
                </a:moveTo>
                <a:lnTo>
                  <a:pt x="7987485" y="4189864"/>
                </a:lnTo>
                <a:cubicBezTo>
                  <a:pt x="7987485" y="4189864"/>
                  <a:pt x="7945161" y="4221543"/>
                  <a:pt x="7891747" y="4252393"/>
                </a:cubicBezTo>
                <a:cubicBezTo>
                  <a:pt x="7838333" y="4283244"/>
                  <a:pt x="7789699" y="4304023"/>
                  <a:pt x="7789699" y="4304023"/>
                </a:cubicBezTo>
                <a:lnTo>
                  <a:pt x="7767072" y="4264823"/>
                </a:lnTo>
                <a:cubicBezTo>
                  <a:pt x="7767072" y="4264823"/>
                  <a:pt x="7809395" y="4233144"/>
                  <a:pt x="7862873" y="4202294"/>
                </a:cubicBezTo>
                <a:cubicBezTo>
                  <a:pt x="7916223" y="4171443"/>
                  <a:pt x="7964857" y="4150664"/>
                  <a:pt x="7964857" y="4150664"/>
                </a:cubicBezTo>
                <a:close/>
                <a:moveTo>
                  <a:pt x="7394128" y="4150664"/>
                </a:moveTo>
                <a:cubicBezTo>
                  <a:pt x="7394128" y="4150664"/>
                  <a:pt x="7442762" y="4171443"/>
                  <a:pt x="7496176" y="4202294"/>
                </a:cubicBezTo>
                <a:cubicBezTo>
                  <a:pt x="7549590" y="4233144"/>
                  <a:pt x="7591913" y="4264823"/>
                  <a:pt x="7591913" y="4264823"/>
                </a:cubicBezTo>
                <a:lnTo>
                  <a:pt x="7569286" y="4304023"/>
                </a:lnTo>
                <a:cubicBezTo>
                  <a:pt x="7569286" y="4304023"/>
                  <a:pt x="7520716" y="4283244"/>
                  <a:pt x="7467302" y="4252393"/>
                </a:cubicBezTo>
                <a:cubicBezTo>
                  <a:pt x="7413887" y="4221543"/>
                  <a:pt x="7371564" y="4189864"/>
                  <a:pt x="7371564" y="4189864"/>
                </a:cubicBezTo>
                <a:close/>
                <a:moveTo>
                  <a:pt x="7173716" y="4150664"/>
                </a:moveTo>
                <a:lnTo>
                  <a:pt x="7196344" y="4189864"/>
                </a:lnTo>
                <a:cubicBezTo>
                  <a:pt x="7196344" y="4189864"/>
                  <a:pt x="7154020" y="4221543"/>
                  <a:pt x="7100606" y="4252393"/>
                </a:cubicBezTo>
                <a:cubicBezTo>
                  <a:pt x="7047191" y="4283244"/>
                  <a:pt x="6998558" y="4304023"/>
                  <a:pt x="6998558" y="4304023"/>
                </a:cubicBezTo>
                <a:lnTo>
                  <a:pt x="6975995" y="4264823"/>
                </a:lnTo>
                <a:cubicBezTo>
                  <a:pt x="6975995" y="4264823"/>
                  <a:pt x="7018317" y="4233144"/>
                  <a:pt x="7071731" y="4202294"/>
                </a:cubicBezTo>
                <a:cubicBezTo>
                  <a:pt x="7125146" y="4171443"/>
                  <a:pt x="7173716" y="4150664"/>
                  <a:pt x="7173716" y="4150664"/>
                </a:cubicBezTo>
                <a:close/>
                <a:moveTo>
                  <a:pt x="6603052" y="4150664"/>
                </a:moveTo>
                <a:cubicBezTo>
                  <a:pt x="6603052" y="4150664"/>
                  <a:pt x="6651621" y="4171443"/>
                  <a:pt x="6705100" y="4202294"/>
                </a:cubicBezTo>
                <a:cubicBezTo>
                  <a:pt x="6758449" y="4233144"/>
                  <a:pt x="6800772" y="4264823"/>
                  <a:pt x="6800772" y="4264823"/>
                </a:cubicBezTo>
                <a:lnTo>
                  <a:pt x="6778210" y="4304023"/>
                </a:lnTo>
                <a:cubicBezTo>
                  <a:pt x="6778210" y="4304023"/>
                  <a:pt x="6729575" y="4283244"/>
                  <a:pt x="6676161" y="4252393"/>
                </a:cubicBezTo>
                <a:cubicBezTo>
                  <a:pt x="6622747" y="4221543"/>
                  <a:pt x="6580424" y="4189864"/>
                  <a:pt x="6580424" y="4189864"/>
                </a:cubicBezTo>
                <a:close/>
                <a:moveTo>
                  <a:pt x="6382638" y="4150664"/>
                </a:moveTo>
                <a:lnTo>
                  <a:pt x="6405201" y="4189864"/>
                </a:lnTo>
                <a:cubicBezTo>
                  <a:pt x="6405201" y="4189864"/>
                  <a:pt x="6362878" y="4221543"/>
                  <a:pt x="6309528" y="4252393"/>
                </a:cubicBezTo>
                <a:cubicBezTo>
                  <a:pt x="6256113" y="4283244"/>
                  <a:pt x="6207480" y="4304023"/>
                  <a:pt x="6207480" y="4304023"/>
                </a:cubicBezTo>
                <a:lnTo>
                  <a:pt x="6184852" y="4264823"/>
                </a:lnTo>
                <a:cubicBezTo>
                  <a:pt x="6184852" y="4264823"/>
                  <a:pt x="6227176" y="4233144"/>
                  <a:pt x="6280590" y="4202294"/>
                </a:cubicBezTo>
                <a:cubicBezTo>
                  <a:pt x="6334004" y="4171443"/>
                  <a:pt x="6382638" y="4150664"/>
                  <a:pt x="6382638" y="4150664"/>
                </a:cubicBezTo>
                <a:close/>
                <a:moveTo>
                  <a:pt x="5811914" y="4150664"/>
                </a:moveTo>
                <a:lnTo>
                  <a:pt x="5811979" y="4150664"/>
                </a:lnTo>
                <a:lnTo>
                  <a:pt x="5811965" y="4150687"/>
                </a:lnTo>
                <a:close/>
                <a:moveTo>
                  <a:pt x="5591444" y="4150664"/>
                </a:moveTo>
                <a:lnTo>
                  <a:pt x="5614067" y="4189864"/>
                </a:lnTo>
                <a:cubicBezTo>
                  <a:pt x="5614067" y="4189864"/>
                  <a:pt x="5571746" y="4221543"/>
                  <a:pt x="5518332" y="4252393"/>
                </a:cubicBezTo>
                <a:cubicBezTo>
                  <a:pt x="5464921" y="4283244"/>
                  <a:pt x="5416289" y="4304023"/>
                  <a:pt x="5416289" y="4304023"/>
                </a:cubicBezTo>
                <a:lnTo>
                  <a:pt x="5393662" y="4264823"/>
                </a:lnTo>
                <a:lnTo>
                  <a:pt x="5393724" y="4264823"/>
                </a:lnTo>
                <a:cubicBezTo>
                  <a:pt x="5393724" y="4264823"/>
                  <a:pt x="5436047" y="4233144"/>
                  <a:pt x="5489459" y="4202294"/>
                </a:cubicBezTo>
                <a:cubicBezTo>
                  <a:pt x="5542870" y="4171443"/>
                  <a:pt x="5591444" y="4150664"/>
                  <a:pt x="5591444" y="4150664"/>
                </a:cubicBezTo>
                <a:close/>
                <a:moveTo>
                  <a:pt x="5020783" y="4150664"/>
                </a:moveTo>
                <a:lnTo>
                  <a:pt x="5020848" y="4150664"/>
                </a:lnTo>
                <a:lnTo>
                  <a:pt x="5020837" y="4150687"/>
                </a:lnTo>
                <a:close/>
                <a:moveTo>
                  <a:pt x="4800366" y="4150664"/>
                </a:moveTo>
                <a:lnTo>
                  <a:pt x="4822988" y="4189864"/>
                </a:lnTo>
                <a:cubicBezTo>
                  <a:pt x="4822988" y="4189864"/>
                  <a:pt x="4780668" y="4221543"/>
                  <a:pt x="4727254" y="4252393"/>
                </a:cubicBezTo>
                <a:cubicBezTo>
                  <a:pt x="4673843" y="4283244"/>
                  <a:pt x="4625211" y="4304023"/>
                  <a:pt x="4625211" y="4304023"/>
                </a:cubicBezTo>
                <a:lnTo>
                  <a:pt x="4602581" y="4264823"/>
                </a:lnTo>
                <a:lnTo>
                  <a:pt x="4602649" y="4264823"/>
                </a:lnTo>
                <a:cubicBezTo>
                  <a:pt x="4602649" y="4264823"/>
                  <a:pt x="4644967" y="4233144"/>
                  <a:pt x="4698380" y="4202294"/>
                </a:cubicBezTo>
                <a:cubicBezTo>
                  <a:pt x="4751795" y="4171443"/>
                  <a:pt x="4800366" y="4150664"/>
                  <a:pt x="4800366" y="4150664"/>
                </a:cubicBezTo>
                <a:close/>
                <a:moveTo>
                  <a:pt x="4229702" y="4150664"/>
                </a:moveTo>
                <a:lnTo>
                  <a:pt x="4229764" y="4150664"/>
                </a:lnTo>
                <a:lnTo>
                  <a:pt x="4229752" y="4150687"/>
                </a:lnTo>
                <a:close/>
                <a:moveTo>
                  <a:pt x="4009303" y="4150664"/>
                </a:moveTo>
                <a:lnTo>
                  <a:pt x="4031930" y="4189864"/>
                </a:lnTo>
                <a:cubicBezTo>
                  <a:pt x="4031930" y="4189864"/>
                  <a:pt x="3989607" y="4221543"/>
                  <a:pt x="3936200" y="4252393"/>
                </a:cubicBezTo>
                <a:cubicBezTo>
                  <a:pt x="3882785" y="4283244"/>
                  <a:pt x="3834153" y="4304023"/>
                  <a:pt x="3834153" y="4304023"/>
                </a:cubicBezTo>
                <a:lnTo>
                  <a:pt x="3811524" y="4264823"/>
                </a:lnTo>
                <a:lnTo>
                  <a:pt x="3811587" y="4264823"/>
                </a:lnTo>
                <a:cubicBezTo>
                  <a:pt x="3811587" y="4264823"/>
                  <a:pt x="3853909" y="4233144"/>
                  <a:pt x="3907323" y="4202294"/>
                </a:cubicBezTo>
                <a:cubicBezTo>
                  <a:pt x="3960740" y="4171443"/>
                  <a:pt x="4009303" y="4150664"/>
                  <a:pt x="4009303" y="4150664"/>
                </a:cubicBezTo>
                <a:close/>
                <a:moveTo>
                  <a:pt x="3438650" y="4150664"/>
                </a:moveTo>
                <a:lnTo>
                  <a:pt x="3438713" y="4150664"/>
                </a:lnTo>
                <a:lnTo>
                  <a:pt x="3438701" y="4150687"/>
                </a:lnTo>
                <a:close/>
                <a:moveTo>
                  <a:pt x="3218243" y="4150664"/>
                </a:moveTo>
                <a:lnTo>
                  <a:pt x="3240871" y="4189864"/>
                </a:lnTo>
                <a:cubicBezTo>
                  <a:pt x="3240871" y="4189864"/>
                  <a:pt x="3198544" y="4221543"/>
                  <a:pt x="3145144" y="4252393"/>
                </a:cubicBezTo>
                <a:cubicBezTo>
                  <a:pt x="3091728" y="4283244"/>
                  <a:pt x="3043094" y="4304023"/>
                  <a:pt x="3043094" y="4304023"/>
                </a:cubicBezTo>
                <a:lnTo>
                  <a:pt x="3020464" y="4264823"/>
                </a:lnTo>
                <a:cubicBezTo>
                  <a:pt x="3020464" y="4264823"/>
                  <a:pt x="3062787" y="4233144"/>
                  <a:pt x="3116202" y="4202294"/>
                </a:cubicBezTo>
                <a:cubicBezTo>
                  <a:pt x="3169618" y="4171443"/>
                  <a:pt x="3218243" y="4150664"/>
                  <a:pt x="3218243" y="4150664"/>
                </a:cubicBezTo>
                <a:close/>
                <a:moveTo>
                  <a:pt x="2647521" y="4150664"/>
                </a:moveTo>
                <a:lnTo>
                  <a:pt x="2647585" y="4150664"/>
                </a:lnTo>
                <a:lnTo>
                  <a:pt x="2647573" y="4150687"/>
                </a:lnTo>
                <a:close/>
                <a:moveTo>
                  <a:pt x="2427105" y="4150664"/>
                </a:moveTo>
                <a:lnTo>
                  <a:pt x="2449735" y="4189864"/>
                </a:lnTo>
                <a:cubicBezTo>
                  <a:pt x="2449735" y="4189864"/>
                  <a:pt x="2407411" y="4221543"/>
                  <a:pt x="2353993" y="4252393"/>
                </a:cubicBezTo>
                <a:cubicBezTo>
                  <a:pt x="2300583" y="4283244"/>
                  <a:pt x="2251951" y="4304023"/>
                  <a:pt x="2251951" y="4304023"/>
                </a:cubicBezTo>
                <a:lnTo>
                  <a:pt x="2229324" y="4264823"/>
                </a:lnTo>
                <a:cubicBezTo>
                  <a:pt x="2229324" y="4264823"/>
                  <a:pt x="2271638" y="4233144"/>
                  <a:pt x="2325057" y="4202294"/>
                </a:cubicBezTo>
                <a:cubicBezTo>
                  <a:pt x="2378472" y="4171443"/>
                  <a:pt x="2427105" y="4150664"/>
                  <a:pt x="2427105" y="4150664"/>
                </a:cubicBezTo>
                <a:close/>
                <a:moveTo>
                  <a:pt x="1856390" y="4150664"/>
                </a:moveTo>
                <a:lnTo>
                  <a:pt x="1856455" y="4150664"/>
                </a:lnTo>
                <a:lnTo>
                  <a:pt x="1856440" y="4150687"/>
                </a:lnTo>
                <a:close/>
                <a:moveTo>
                  <a:pt x="1635980" y="4150664"/>
                </a:moveTo>
                <a:lnTo>
                  <a:pt x="1658607" y="4189864"/>
                </a:lnTo>
                <a:cubicBezTo>
                  <a:pt x="1658607" y="4189864"/>
                  <a:pt x="1616284" y="4221543"/>
                  <a:pt x="1562870" y="4252393"/>
                </a:cubicBezTo>
                <a:cubicBezTo>
                  <a:pt x="1509456" y="4283244"/>
                  <a:pt x="1460821" y="4304023"/>
                  <a:pt x="1460821" y="4304023"/>
                </a:cubicBezTo>
                <a:lnTo>
                  <a:pt x="1438196" y="4264823"/>
                </a:lnTo>
                <a:cubicBezTo>
                  <a:pt x="1438196" y="4264823"/>
                  <a:pt x="1480518" y="4233144"/>
                  <a:pt x="1533934" y="4202294"/>
                </a:cubicBezTo>
                <a:cubicBezTo>
                  <a:pt x="1587348" y="4171443"/>
                  <a:pt x="1635980" y="4150664"/>
                  <a:pt x="1635980" y="4150664"/>
                </a:cubicBezTo>
                <a:close/>
                <a:moveTo>
                  <a:pt x="1065317" y="4150664"/>
                </a:moveTo>
                <a:lnTo>
                  <a:pt x="1065382" y="4150664"/>
                </a:lnTo>
                <a:lnTo>
                  <a:pt x="1065369" y="4150687"/>
                </a:lnTo>
                <a:close/>
                <a:moveTo>
                  <a:pt x="844900" y="4150664"/>
                </a:moveTo>
                <a:lnTo>
                  <a:pt x="867526" y="4189864"/>
                </a:lnTo>
                <a:cubicBezTo>
                  <a:pt x="867526" y="4189864"/>
                  <a:pt x="825204" y="4221543"/>
                  <a:pt x="771791" y="4252393"/>
                </a:cubicBezTo>
                <a:cubicBezTo>
                  <a:pt x="718378" y="4283244"/>
                  <a:pt x="669744" y="4304023"/>
                  <a:pt x="669744" y="4304023"/>
                </a:cubicBezTo>
                <a:lnTo>
                  <a:pt x="647116" y="4264823"/>
                </a:lnTo>
                <a:cubicBezTo>
                  <a:pt x="647116" y="4264823"/>
                  <a:pt x="689440" y="4233144"/>
                  <a:pt x="742854" y="4202294"/>
                </a:cubicBezTo>
                <a:cubicBezTo>
                  <a:pt x="796268" y="4171443"/>
                  <a:pt x="844900" y="4150664"/>
                  <a:pt x="844900" y="4150664"/>
                </a:cubicBezTo>
                <a:close/>
                <a:moveTo>
                  <a:pt x="274178" y="4150664"/>
                </a:moveTo>
                <a:lnTo>
                  <a:pt x="274242" y="4150664"/>
                </a:lnTo>
                <a:lnTo>
                  <a:pt x="274229" y="4150687"/>
                </a:lnTo>
                <a:close/>
                <a:moveTo>
                  <a:pt x="53706" y="4150664"/>
                </a:moveTo>
                <a:lnTo>
                  <a:pt x="76333" y="4189864"/>
                </a:lnTo>
                <a:cubicBezTo>
                  <a:pt x="76333" y="4189864"/>
                  <a:pt x="65753" y="4197784"/>
                  <a:pt x="48496" y="4209560"/>
                </a:cubicBezTo>
                <a:lnTo>
                  <a:pt x="0" y="4240153"/>
                </a:lnTo>
                <a:lnTo>
                  <a:pt x="0" y="4176882"/>
                </a:lnTo>
                <a:lnTo>
                  <a:pt x="22745" y="4164910"/>
                </a:lnTo>
                <a:cubicBezTo>
                  <a:pt x="41564" y="4155859"/>
                  <a:pt x="53706" y="4150664"/>
                  <a:pt x="53706" y="4150664"/>
                </a:cubicBezTo>
                <a:close/>
                <a:moveTo>
                  <a:pt x="11612508" y="3998963"/>
                </a:moveTo>
                <a:lnTo>
                  <a:pt x="11657764" y="3998963"/>
                </a:lnTo>
                <a:cubicBezTo>
                  <a:pt x="11657764" y="3998963"/>
                  <a:pt x="11664075" y="4051485"/>
                  <a:pt x="11664075" y="4113122"/>
                </a:cubicBezTo>
                <a:cubicBezTo>
                  <a:pt x="11664075" y="4174758"/>
                  <a:pt x="11657764" y="4227280"/>
                  <a:pt x="11657764" y="4227280"/>
                </a:cubicBezTo>
                <a:lnTo>
                  <a:pt x="11612508" y="4227280"/>
                </a:lnTo>
                <a:cubicBezTo>
                  <a:pt x="11612508" y="4227280"/>
                  <a:pt x="11606262" y="4174758"/>
                  <a:pt x="11606262" y="4113122"/>
                </a:cubicBezTo>
                <a:cubicBezTo>
                  <a:pt x="11606262" y="4051485"/>
                  <a:pt x="11612508" y="3998963"/>
                  <a:pt x="11612508" y="3998963"/>
                </a:cubicBezTo>
                <a:close/>
                <a:moveTo>
                  <a:pt x="10821367" y="3998963"/>
                </a:moveTo>
                <a:lnTo>
                  <a:pt x="10866623" y="3998963"/>
                </a:lnTo>
                <a:cubicBezTo>
                  <a:pt x="10866623" y="3998963"/>
                  <a:pt x="10872933" y="4051485"/>
                  <a:pt x="10872933" y="4113122"/>
                </a:cubicBezTo>
                <a:cubicBezTo>
                  <a:pt x="10872933" y="4174758"/>
                  <a:pt x="10866623" y="4227280"/>
                  <a:pt x="10866623" y="4227280"/>
                </a:cubicBezTo>
                <a:lnTo>
                  <a:pt x="10821367" y="4227280"/>
                </a:lnTo>
                <a:cubicBezTo>
                  <a:pt x="10821367" y="4227280"/>
                  <a:pt x="10815121" y="4174758"/>
                  <a:pt x="10815121" y="4113122"/>
                </a:cubicBezTo>
                <a:cubicBezTo>
                  <a:pt x="10815121" y="4051485"/>
                  <a:pt x="10821367" y="3998963"/>
                  <a:pt x="10821367" y="3998963"/>
                </a:cubicBezTo>
                <a:close/>
                <a:moveTo>
                  <a:pt x="10030289" y="3998963"/>
                </a:moveTo>
                <a:lnTo>
                  <a:pt x="10075481" y="3998963"/>
                </a:lnTo>
                <a:cubicBezTo>
                  <a:pt x="10075481" y="3998963"/>
                  <a:pt x="10081791" y="4051485"/>
                  <a:pt x="10081791" y="4113122"/>
                </a:cubicBezTo>
                <a:cubicBezTo>
                  <a:pt x="10081791" y="4174758"/>
                  <a:pt x="10075481" y="4227280"/>
                  <a:pt x="10075481" y="4227280"/>
                </a:cubicBezTo>
                <a:lnTo>
                  <a:pt x="10030289" y="4227280"/>
                </a:lnTo>
                <a:cubicBezTo>
                  <a:pt x="10030289" y="4227280"/>
                  <a:pt x="10023979" y="4174758"/>
                  <a:pt x="10023979" y="4113122"/>
                </a:cubicBezTo>
                <a:cubicBezTo>
                  <a:pt x="10023979" y="4051485"/>
                  <a:pt x="10030289" y="3998963"/>
                  <a:pt x="10030289" y="3998963"/>
                </a:cubicBezTo>
                <a:close/>
                <a:moveTo>
                  <a:pt x="9239147" y="3998963"/>
                </a:moveTo>
                <a:lnTo>
                  <a:pt x="9284403" y="3998963"/>
                </a:lnTo>
                <a:cubicBezTo>
                  <a:pt x="9284403" y="3998963"/>
                  <a:pt x="9290649" y="4051485"/>
                  <a:pt x="9290649" y="4113122"/>
                </a:cubicBezTo>
                <a:cubicBezTo>
                  <a:pt x="9290649" y="4174758"/>
                  <a:pt x="9284403" y="4227280"/>
                  <a:pt x="9284403" y="4227280"/>
                </a:cubicBezTo>
                <a:lnTo>
                  <a:pt x="9239147" y="4227280"/>
                </a:lnTo>
                <a:cubicBezTo>
                  <a:pt x="9239147" y="4227280"/>
                  <a:pt x="9232901" y="4174758"/>
                  <a:pt x="9232901" y="4113122"/>
                </a:cubicBezTo>
                <a:cubicBezTo>
                  <a:pt x="9232901" y="4051485"/>
                  <a:pt x="9239147" y="3998963"/>
                  <a:pt x="9239147" y="3998963"/>
                </a:cubicBezTo>
                <a:close/>
                <a:moveTo>
                  <a:pt x="8448006" y="3998963"/>
                </a:moveTo>
                <a:lnTo>
                  <a:pt x="8493262" y="3998963"/>
                </a:lnTo>
                <a:cubicBezTo>
                  <a:pt x="8493262" y="3998963"/>
                  <a:pt x="8499508" y="4051485"/>
                  <a:pt x="8499508" y="4113122"/>
                </a:cubicBezTo>
                <a:cubicBezTo>
                  <a:pt x="8499508" y="4174758"/>
                  <a:pt x="8493262" y="4227280"/>
                  <a:pt x="8493262" y="4227280"/>
                </a:cubicBezTo>
                <a:lnTo>
                  <a:pt x="8448006" y="4227280"/>
                </a:lnTo>
                <a:cubicBezTo>
                  <a:pt x="8448006" y="4227280"/>
                  <a:pt x="8441760" y="4174758"/>
                  <a:pt x="8441760" y="4113122"/>
                </a:cubicBezTo>
                <a:cubicBezTo>
                  <a:pt x="8441760" y="4051485"/>
                  <a:pt x="8448006" y="3998963"/>
                  <a:pt x="8448006" y="3998963"/>
                </a:cubicBezTo>
                <a:close/>
                <a:moveTo>
                  <a:pt x="7656865" y="3998963"/>
                </a:moveTo>
                <a:lnTo>
                  <a:pt x="7702121" y="3998963"/>
                </a:lnTo>
                <a:cubicBezTo>
                  <a:pt x="7702121" y="3998963"/>
                  <a:pt x="7708431" y="4051485"/>
                  <a:pt x="7708431" y="4113122"/>
                </a:cubicBezTo>
                <a:cubicBezTo>
                  <a:pt x="7708431" y="4174758"/>
                  <a:pt x="7702121" y="4227280"/>
                  <a:pt x="7702121" y="4227280"/>
                </a:cubicBezTo>
                <a:lnTo>
                  <a:pt x="7656865" y="4227280"/>
                </a:lnTo>
                <a:cubicBezTo>
                  <a:pt x="7656865" y="4227280"/>
                  <a:pt x="7650619" y="4174758"/>
                  <a:pt x="7650619" y="4113122"/>
                </a:cubicBezTo>
                <a:cubicBezTo>
                  <a:pt x="7650619" y="4051485"/>
                  <a:pt x="7656865" y="3998963"/>
                  <a:pt x="7656865" y="3998963"/>
                </a:cubicBezTo>
                <a:close/>
                <a:moveTo>
                  <a:pt x="6865787" y="3998963"/>
                </a:moveTo>
                <a:lnTo>
                  <a:pt x="6910979" y="3998963"/>
                </a:lnTo>
                <a:cubicBezTo>
                  <a:pt x="6910979" y="3998963"/>
                  <a:pt x="6917290" y="4051485"/>
                  <a:pt x="6917290" y="4113122"/>
                </a:cubicBezTo>
                <a:cubicBezTo>
                  <a:pt x="6917290" y="4174758"/>
                  <a:pt x="6910979" y="4227280"/>
                  <a:pt x="6910979" y="4227280"/>
                </a:cubicBezTo>
                <a:lnTo>
                  <a:pt x="6865787" y="4227280"/>
                </a:lnTo>
                <a:cubicBezTo>
                  <a:pt x="6865787" y="4227280"/>
                  <a:pt x="6859477" y="4174758"/>
                  <a:pt x="6859477" y="4113122"/>
                </a:cubicBezTo>
                <a:cubicBezTo>
                  <a:pt x="6859477" y="4051485"/>
                  <a:pt x="6865787" y="3998963"/>
                  <a:pt x="6865787" y="3998963"/>
                </a:cubicBezTo>
                <a:close/>
                <a:moveTo>
                  <a:pt x="6074648" y="3998963"/>
                </a:moveTo>
                <a:lnTo>
                  <a:pt x="6119901" y="3998963"/>
                </a:lnTo>
                <a:cubicBezTo>
                  <a:pt x="6119901" y="3998963"/>
                  <a:pt x="6126212" y="4051485"/>
                  <a:pt x="6126212" y="4113122"/>
                </a:cubicBezTo>
                <a:cubicBezTo>
                  <a:pt x="6126212" y="4174758"/>
                  <a:pt x="6119901" y="4227280"/>
                  <a:pt x="6119901" y="4227280"/>
                </a:cubicBezTo>
                <a:lnTo>
                  <a:pt x="6074648" y="4227280"/>
                </a:lnTo>
                <a:cubicBezTo>
                  <a:pt x="6074648" y="4227280"/>
                  <a:pt x="6068400" y="4174758"/>
                  <a:pt x="6068400" y="4113122"/>
                </a:cubicBezTo>
                <a:cubicBezTo>
                  <a:pt x="6068400" y="4051485"/>
                  <a:pt x="6074648" y="3998963"/>
                  <a:pt x="6074648" y="3998963"/>
                </a:cubicBezTo>
                <a:close/>
                <a:moveTo>
                  <a:pt x="5283517" y="3998963"/>
                </a:moveTo>
                <a:lnTo>
                  <a:pt x="5328774" y="3998963"/>
                </a:lnTo>
                <a:cubicBezTo>
                  <a:pt x="5328774" y="3998963"/>
                  <a:pt x="5335084" y="4051485"/>
                  <a:pt x="5335084" y="4113122"/>
                </a:cubicBezTo>
                <a:cubicBezTo>
                  <a:pt x="5335084" y="4174758"/>
                  <a:pt x="5328774" y="4227280"/>
                  <a:pt x="5328774" y="4227280"/>
                </a:cubicBezTo>
                <a:lnTo>
                  <a:pt x="5283517" y="4227280"/>
                </a:lnTo>
                <a:cubicBezTo>
                  <a:pt x="5283517" y="4227280"/>
                  <a:pt x="5277271" y="4174758"/>
                  <a:pt x="5277271" y="4113122"/>
                </a:cubicBezTo>
                <a:cubicBezTo>
                  <a:pt x="5277271" y="4051485"/>
                  <a:pt x="5283517" y="3998963"/>
                  <a:pt x="5283517" y="3998963"/>
                </a:cubicBezTo>
                <a:close/>
                <a:moveTo>
                  <a:pt x="4492377" y="3998963"/>
                </a:moveTo>
                <a:lnTo>
                  <a:pt x="4537632" y="3998963"/>
                </a:lnTo>
                <a:cubicBezTo>
                  <a:pt x="4537632" y="3998963"/>
                  <a:pt x="4543944" y="4051485"/>
                  <a:pt x="4543944" y="4113122"/>
                </a:cubicBezTo>
                <a:cubicBezTo>
                  <a:pt x="4543944" y="4174758"/>
                  <a:pt x="4537632" y="4227280"/>
                  <a:pt x="4537632" y="4227280"/>
                </a:cubicBezTo>
                <a:lnTo>
                  <a:pt x="4492377" y="4227280"/>
                </a:lnTo>
                <a:cubicBezTo>
                  <a:pt x="4492377" y="4227280"/>
                  <a:pt x="4486128" y="4174758"/>
                  <a:pt x="4486128" y="4113122"/>
                </a:cubicBezTo>
                <a:cubicBezTo>
                  <a:pt x="4486128" y="4051485"/>
                  <a:pt x="4492377" y="3998963"/>
                  <a:pt x="4492377" y="3998963"/>
                </a:cubicBezTo>
                <a:close/>
                <a:moveTo>
                  <a:pt x="3701387" y="3998963"/>
                </a:moveTo>
                <a:lnTo>
                  <a:pt x="3746642" y="3998963"/>
                </a:lnTo>
                <a:cubicBezTo>
                  <a:pt x="3746642" y="3998963"/>
                  <a:pt x="3752953" y="4051485"/>
                  <a:pt x="3752953" y="4113122"/>
                </a:cubicBezTo>
                <a:cubicBezTo>
                  <a:pt x="3752953" y="4174758"/>
                  <a:pt x="3746642" y="4227280"/>
                  <a:pt x="3746642" y="4227280"/>
                </a:cubicBezTo>
                <a:lnTo>
                  <a:pt x="3701387" y="4227280"/>
                </a:lnTo>
                <a:cubicBezTo>
                  <a:pt x="3701387" y="4227280"/>
                  <a:pt x="3695075" y="4174758"/>
                  <a:pt x="3695075" y="4113122"/>
                </a:cubicBezTo>
                <a:cubicBezTo>
                  <a:pt x="3695075" y="4051485"/>
                  <a:pt x="3701387" y="3998963"/>
                  <a:pt x="3701387" y="3998963"/>
                </a:cubicBezTo>
                <a:close/>
                <a:moveTo>
                  <a:pt x="2910259" y="3998963"/>
                </a:moveTo>
                <a:lnTo>
                  <a:pt x="2955512" y="3998963"/>
                </a:lnTo>
                <a:cubicBezTo>
                  <a:pt x="2955512" y="3998963"/>
                  <a:pt x="2961822" y="4051485"/>
                  <a:pt x="2961822" y="4113122"/>
                </a:cubicBezTo>
                <a:cubicBezTo>
                  <a:pt x="2961822" y="4174758"/>
                  <a:pt x="2955512" y="4227280"/>
                  <a:pt x="2955512" y="4227280"/>
                </a:cubicBezTo>
                <a:lnTo>
                  <a:pt x="2910259" y="4227280"/>
                </a:lnTo>
                <a:cubicBezTo>
                  <a:pt x="2910259" y="4227280"/>
                  <a:pt x="2903952" y="4174758"/>
                  <a:pt x="2903952" y="4113122"/>
                </a:cubicBezTo>
                <a:cubicBezTo>
                  <a:pt x="2903952" y="4051485"/>
                  <a:pt x="2910259" y="3998963"/>
                  <a:pt x="2910259" y="3998963"/>
                </a:cubicBezTo>
                <a:close/>
                <a:moveTo>
                  <a:pt x="2119119" y="3998963"/>
                </a:moveTo>
                <a:lnTo>
                  <a:pt x="2164366" y="3998963"/>
                </a:lnTo>
                <a:cubicBezTo>
                  <a:pt x="2164366" y="3998963"/>
                  <a:pt x="2170679" y="4051485"/>
                  <a:pt x="2170679" y="4113122"/>
                </a:cubicBezTo>
                <a:cubicBezTo>
                  <a:pt x="2170679" y="4174758"/>
                  <a:pt x="2164366" y="4227280"/>
                  <a:pt x="2164366" y="4227280"/>
                </a:cubicBezTo>
                <a:lnTo>
                  <a:pt x="2119119" y="4227280"/>
                </a:lnTo>
                <a:cubicBezTo>
                  <a:pt x="2119119" y="4227280"/>
                  <a:pt x="2112868" y="4174758"/>
                  <a:pt x="2112868" y="4113122"/>
                </a:cubicBezTo>
                <a:cubicBezTo>
                  <a:pt x="2112868" y="4051485"/>
                  <a:pt x="2119119" y="3998963"/>
                  <a:pt x="2119119" y="3998963"/>
                </a:cubicBezTo>
                <a:close/>
                <a:moveTo>
                  <a:pt x="1327990" y="3998963"/>
                </a:moveTo>
                <a:lnTo>
                  <a:pt x="1373245" y="3998963"/>
                </a:lnTo>
                <a:cubicBezTo>
                  <a:pt x="1373245" y="3998963"/>
                  <a:pt x="1379556" y="4051485"/>
                  <a:pt x="1379556" y="4113122"/>
                </a:cubicBezTo>
                <a:cubicBezTo>
                  <a:pt x="1379556" y="4174758"/>
                  <a:pt x="1373245" y="4227280"/>
                  <a:pt x="1373245" y="4227280"/>
                </a:cubicBezTo>
                <a:lnTo>
                  <a:pt x="1327990" y="4227280"/>
                </a:lnTo>
                <a:cubicBezTo>
                  <a:pt x="1327990" y="4227280"/>
                  <a:pt x="1321744" y="4174758"/>
                  <a:pt x="1321744" y="4113122"/>
                </a:cubicBezTo>
                <a:cubicBezTo>
                  <a:pt x="1321744" y="4051485"/>
                  <a:pt x="1327990" y="3998963"/>
                  <a:pt x="1327990" y="3998963"/>
                </a:cubicBezTo>
                <a:close/>
                <a:moveTo>
                  <a:pt x="536912" y="3998963"/>
                </a:moveTo>
                <a:lnTo>
                  <a:pt x="582167" y="3998963"/>
                </a:lnTo>
                <a:cubicBezTo>
                  <a:pt x="582167" y="3998963"/>
                  <a:pt x="588477" y="4051485"/>
                  <a:pt x="588477" y="4113122"/>
                </a:cubicBezTo>
                <a:cubicBezTo>
                  <a:pt x="588477" y="4174758"/>
                  <a:pt x="582167" y="4227280"/>
                  <a:pt x="582167" y="4227280"/>
                </a:cubicBezTo>
                <a:lnTo>
                  <a:pt x="536912" y="4227280"/>
                </a:lnTo>
                <a:cubicBezTo>
                  <a:pt x="536912" y="4227280"/>
                  <a:pt x="530665" y="4174758"/>
                  <a:pt x="530665" y="4113122"/>
                </a:cubicBezTo>
                <a:cubicBezTo>
                  <a:pt x="530665" y="4051485"/>
                  <a:pt x="536912" y="3998963"/>
                  <a:pt x="536912" y="3998963"/>
                </a:cubicBezTo>
                <a:close/>
                <a:moveTo>
                  <a:pt x="0" y="3986113"/>
                </a:moveTo>
                <a:lnTo>
                  <a:pt x="48559" y="4016746"/>
                </a:lnTo>
                <a:cubicBezTo>
                  <a:pt x="65816" y="4028522"/>
                  <a:pt x="76396" y="4036442"/>
                  <a:pt x="76396" y="4036442"/>
                </a:cubicBezTo>
                <a:lnTo>
                  <a:pt x="53769" y="4075642"/>
                </a:lnTo>
                <a:cubicBezTo>
                  <a:pt x="53769" y="4075642"/>
                  <a:pt x="41611" y="4070431"/>
                  <a:pt x="22784" y="4061372"/>
                </a:cubicBezTo>
                <a:lnTo>
                  <a:pt x="0" y="4049383"/>
                </a:lnTo>
                <a:close/>
                <a:moveTo>
                  <a:pt x="12203753" y="3980427"/>
                </a:moveTo>
                <a:lnTo>
                  <a:pt x="12203753" y="4044642"/>
                </a:lnTo>
                <a:lnTo>
                  <a:pt x="12171908" y="4061397"/>
                </a:lnTo>
                <a:cubicBezTo>
                  <a:pt x="12153072" y="4070448"/>
                  <a:pt x="12140914" y="4075643"/>
                  <a:pt x="12140914" y="4075643"/>
                </a:cubicBezTo>
                <a:lnTo>
                  <a:pt x="12118286" y="4036442"/>
                </a:lnTo>
                <a:cubicBezTo>
                  <a:pt x="12118286" y="4036442"/>
                  <a:pt x="12128867" y="4028523"/>
                  <a:pt x="12146132" y="4016747"/>
                </a:cubicBezTo>
                <a:close/>
                <a:moveTo>
                  <a:pt x="5416402" y="3922307"/>
                </a:moveTo>
                <a:lnTo>
                  <a:pt x="5424781" y="3926013"/>
                </a:lnTo>
                <a:cubicBezTo>
                  <a:pt x="5440965" y="3933303"/>
                  <a:pt x="5478335" y="3950776"/>
                  <a:pt x="5518395" y="3973913"/>
                </a:cubicBezTo>
                <a:cubicBezTo>
                  <a:pt x="5571809" y="4004764"/>
                  <a:pt x="5614131" y="4036442"/>
                  <a:pt x="5614131" y="4036442"/>
                </a:cubicBezTo>
                <a:lnTo>
                  <a:pt x="5591504" y="4075643"/>
                </a:lnTo>
                <a:cubicBezTo>
                  <a:pt x="5591504" y="4075643"/>
                  <a:pt x="5542935" y="4054799"/>
                  <a:pt x="5489521" y="4024013"/>
                </a:cubicBezTo>
                <a:cubicBezTo>
                  <a:pt x="5436110" y="3993163"/>
                  <a:pt x="5393787" y="3961484"/>
                  <a:pt x="5393787" y="3961484"/>
                </a:cubicBezTo>
                <a:close/>
                <a:moveTo>
                  <a:pt x="4625259" y="3922307"/>
                </a:moveTo>
                <a:lnTo>
                  <a:pt x="4633642" y="3926013"/>
                </a:lnTo>
                <a:cubicBezTo>
                  <a:pt x="4649825" y="3933303"/>
                  <a:pt x="4687193" y="3950776"/>
                  <a:pt x="4727254" y="3973913"/>
                </a:cubicBezTo>
                <a:cubicBezTo>
                  <a:pt x="4780668" y="4004764"/>
                  <a:pt x="4822988" y="4036442"/>
                  <a:pt x="4822988" y="4036442"/>
                </a:cubicBezTo>
                <a:lnTo>
                  <a:pt x="4800366" y="4075643"/>
                </a:lnTo>
                <a:cubicBezTo>
                  <a:pt x="4800366" y="4075643"/>
                  <a:pt x="4751732" y="4054799"/>
                  <a:pt x="4698380" y="4024013"/>
                </a:cubicBezTo>
                <a:cubicBezTo>
                  <a:pt x="4644967" y="3993163"/>
                  <a:pt x="4602649" y="3961484"/>
                  <a:pt x="4602649" y="3961484"/>
                </a:cubicBezTo>
                <a:close/>
                <a:moveTo>
                  <a:pt x="3834266" y="3922307"/>
                </a:moveTo>
                <a:lnTo>
                  <a:pt x="3842651" y="3926013"/>
                </a:lnTo>
                <a:cubicBezTo>
                  <a:pt x="3858829" y="3933303"/>
                  <a:pt x="3896202" y="3950776"/>
                  <a:pt x="3936263" y="3973913"/>
                </a:cubicBezTo>
                <a:cubicBezTo>
                  <a:pt x="3989670" y="4004764"/>
                  <a:pt x="4031992" y="4036442"/>
                  <a:pt x="4031992" y="4036442"/>
                </a:cubicBezTo>
                <a:lnTo>
                  <a:pt x="4009366" y="4075643"/>
                </a:lnTo>
                <a:cubicBezTo>
                  <a:pt x="4009366" y="4075643"/>
                  <a:pt x="3960803" y="4054799"/>
                  <a:pt x="3907391" y="4024013"/>
                </a:cubicBezTo>
                <a:cubicBezTo>
                  <a:pt x="3853972" y="3993163"/>
                  <a:pt x="3811651" y="3961484"/>
                  <a:pt x="3811651" y="3961484"/>
                </a:cubicBezTo>
                <a:close/>
                <a:moveTo>
                  <a:pt x="3043144" y="3922307"/>
                </a:moveTo>
                <a:lnTo>
                  <a:pt x="3051523" y="3926013"/>
                </a:lnTo>
                <a:cubicBezTo>
                  <a:pt x="3067710" y="3933303"/>
                  <a:pt x="3105083" y="3950776"/>
                  <a:pt x="3145144" y="3973913"/>
                </a:cubicBezTo>
                <a:cubicBezTo>
                  <a:pt x="3198544" y="4004764"/>
                  <a:pt x="3240871" y="4036442"/>
                  <a:pt x="3240871" y="4036442"/>
                </a:cubicBezTo>
                <a:lnTo>
                  <a:pt x="3218243" y="4075643"/>
                </a:lnTo>
                <a:cubicBezTo>
                  <a:pt x="3218243" y="4075643"/>
                  <a:pt x="3169618" y="4054799"/>
                  <a:pt x="3116268" y="4024013"/>
                </a:cubicBezTo>
                <a:cubicBezTo>
                  <a:pt x="3062852" y="3993163"/>
                  <a:pt x="3020525" y="3961484"/>
                  <a:pt x="3020525" y="3961484"/>
                </a:cubicBezTo>
                <a:close/>
                <a:moveTo>
                  <a:pt x="2252000" y="3922307"/>
                </a:moveTo>
                <a:lnTo>
                  <a:pt x="2260383" y="3926013"/>
                </a:lnTo>
                <a:cubicBezTo>
                  <a:pt x="2276564" y="3933303"/>
                  <a:pt x="2313933" y="3950776"/>
                  <a:pt x="2353993" y="3973913"/>
                </a:cubicBezTo>
                <a:cubicBezTo>
                  <a:pt x="2407411" y="4004764"/>
                  <a:pt x="2449735" y="4036442"/>
                  <a:pt x="2449735" y="4036442"/>
                </a:cubicBezTo>
                <a:lnTo>
                  <a:pt x="2427108" y="4075643"/>
                </a:lnTo>
                <a:cubicBezTo>
                  <a:pt x="2427108" y="4075643"/>
                  <a:pt x="2378472" y="4054799"/>
                  <a:pt x="2325122" y="4024013"/>
                </a:cubicBezTo>
                <a:cubicBezTo>
                  <a:pt x="2271708" y="3993163"/>
                  <a:pt x="2229387" y="3961484"/>
                  <a:pt x="2229387" y="3961484"/>
                </a:cubicBezTo>
                <a:close/>
                <a:moveTo>
                  <a:pt x="1460873" y="3922307"/>
                </a:moveTo>
                <a:lnTo>
                  <a:pt x="1469257" y="3926013"/>
                </a:lnTo>
                <a:cubicBezTo>
                  <a:pt x="1485439" y="3933303"/>
                  <a:pt x="1522810" y="3950776"/>
                  <a:pt x="1562870" y="3973913"/>
                </a:cubicBezTo>
                <a:cubicBezTo>
                  <a:pt x="1616284" y="4004764"/>
                  <a:pt x="1658607" y="4036442"/>
                  <a:pt x="1658607" y="4036442"/>
                </a:cubicBezTo>
                <a:lnTo>
                  <a:pt x="1635980" y="4075643"/>
                </a:lnTo>
                <a:cubicBezTo>
                  <a:pt x="1635980" y="4075643"/>
                  <a:pt x="1587348" y="4054799"/>
                  <a:pt x="1533999" y="4024013"/>
                </a:cubicBezTo>
                <a:cubicBezTo>
                  <a:pt x="1480583" y="3993163"/>
                  <a:pt x="1438259" y="3961484"/>
                  <a:pt x="1438259" y="3961484"/>
                </a:cubicBezTo>
                <a:close/>
                <a:moveTo>
                  <a:pt x="669795" y="3922307"/>
                </a:moveTo>
                <a:lnTo>
                  <a:pt x="678178" y="3926013"/>
                </a:lnTo>
                <a:cubicBezTo>
                  <a:pt x="694360" y="3933303"/>
                  <a:pt x="731732" y="3950776"/>
                  <a:pt x="771792" y="3973913"/>
                </a:cubicBezTo>
                <a:cubicBezTo>
                  <a:pt x="825204" y="4004764"/>
                  <a:pt x="867526" y="4036442"/>
                  <a:pt x="867526" y="4036442"/>
                </a:cubicBezTo>
                <a:lnTo>
                  <a:pt x="844900" y="4075643"/>
                </a:lnTo>
                <a:cubicBezTo>
                  <a:pt x="844900" y="4075643"/>
                  <a:pt x="796268" y="4054799"/>
                  <a:pt x="742918" y="4024013"/>
                </a:cubicBezTo>
                <a:cubicBezTo>
                  <a:pt x="689504" y="3993163"/>
                  <a:pt x="647181" y="3961484"/>
                  <a:pt x="647181" y="3961484"/>
                </a:cubicBezTo>
                <a:close/>
                <a:moveTo>
                  <a:pt x="11745343" y="3922284"/>
                </a:moveTo>
                <a:cubicBezTo>
                  <a:pt x="11745343" y="3922284"/>
                  <a:pt x="11793976" y="3943063"/>
                  <a:pt x="11847390" y="3973913"/>
                </a:cubicBezTo>
                <a:cubicBezTo>
                  <a:pt x="11900804" y="4004764"/>
                  <a:pt x="11943128" y="4036442"/>
                  <a:pt x="11943128" y="4036442"/>
                </a:cubicBezTo>
                <a:lnTo>
                  <a:pt x="11920501" y="4075643"/>
                </a:lnTo>
                <a:cubicBezTo>
                  <a:pt x="11920501" y="4075643"/>
                  <a:pt x="11871867" y="4054799"/>
                  <a:pt x="11818516" y="4024013"/>
                </a:cubicBezTo>
                <a:cubicBezTo>
                  <a:pt x="11765038" y="3993163"/>
                  <a:pt x="11722715" y="3961484"/>
                  <a:pt x="11722715" y="3961484"/>
                </a:cubicBezTo>
                <a:close/>
                <a:moveTo>
                  <a:pt x="11524930" y="3922284"/>
                </a:moveTo>
                <a:lnTo>
                  <a:pt x="11547558" y="3961484"/>
                </a:lnTo>
                <a:cubicBezTo>
                  <a:pt x="11547558" y="3961484"/>
                  <a:pt x="11505234" y="3993163"/>
                  <a:pt x="11451820" y="4024013"/>
                </a:cubicBezTo>
                <a:cubicBezTo>
                  <a:pt x="11398406" y="4054863"/>
                  <a:pt x="11349836" y="4075643"/>
                  <a:pt x="11349836" y="4075643"/>
                </a:cubicBezTo>
                <a:lnTo>
                  <a:pt x="11327208" y="4036442"/>
                </a:lnTo>
                <a:cubicBezTo>
                  <a:pt x="11327208" y="4036442"/>
                  <a:pt x="11369531" y="4004764"/>
                  <a:pt x="11422946" y="3973913"/>
                </a:cubicBezTo>
                <a:cubicBezTo>
                  <a:pt x="11476360" y="3943063"/>
                  <a:pt x="11524930" y="3922284"/>
                  <a:pt x="11524930" y="3922284"/>
                </a:cubicBezTo>
                <a:close/>
                <a:moveTo>
                  <a:pt x="10954265" y="3922284"/>
                </a:moveTo>
                <a:cubicBezTo>
                  <a:pt x="10954265" y="3922284"/>
                  <a:pt x="11002835" y="3943063"/>
                  <a:pt x="11056249" y="3973913"/>
                </a:cubicBezTo>
                <a:cubicBezTo>
                  <a:pt x="11109664" y="4004764"/>
                  <a:pt x="11151987" y="4036442"/>
                  <a:pt x="11151987" y="4036442"/>
                </a:cubicBezTo>
                <a:lnTo>
                  <a:pt x="11129360" y="4075643"/>
                </a:lnTo>
                <a:cubicBezTo>
                  <a:pt x="11129360" y="4075643"/>
                  <a:pt x="11080790" y="4054799"/>
                  <a:pt x="11027376" y="4024013"/>
                </a:cubicBezTo>
                <a:cubicBezTo>
                  <a:pt x="10973961" y="3993163"/>
                  <a:pt x="10931638" y="3961484"/>
                  <a:pt x="10931638" y="3961484"/>
                </a:cubicBezTo>
                <a:close/>
                <a:moveTo>
                  <a:pt x="10733788" y="3922284"/>
                </a:moveTo>
                <a:lnTo>
                  <a:pt x="10756416" y="3961484"/>
                </a:lnTo>
                <a:cubicBezTo>
                  <a:pt x="10756416" y="3961484"/>
                  <a:pt x="10714092" y="3993163"/>
                  <a:pt x="10660678" y="4024013"/>
                </a:cubicBezTo>
                <a:cubicBezTo>
                  <a:pt x="10607264" y="4054863"/>
                  <a:pt x="10558694" y="4075643"/>
                  <a:pt x="10558694" y="4075643"/>
                </a:cubicBezTo>
                <a:lnTo>
                  <a:pt x="10536066" y="4036442"/>
                </a:lnTo>
                <a:cubicBezTo>
                  <a:pt x="10536066" y="4036442"/>
                  <a:pt x="10578389" y="4004764"/>
                  <a:pt x="10631804" y="3973913"/>
                </a:cubicBezTo>
                <a:cubicBezTo>
                  <a:pt x="10685218" y="3943063"/>
                  <a:pt x="10733788" y="3922284"/>
                  <a:pt x="10733788" y="3922284"/>
                </a:cubicBezTo>
                <a:close/>
                <a:moveTo>
                  <a:pt x="10163123" y="3922284"/>
                </a:moveTo>
                <a:cubicBezTo>
                  <a:pt x="10163123" y="3922284"/>
                  <a:pt x="10211693" y="3943063"/>
                  <a:pt x="10265107" y="3973913"/>
                </a:cubicBezTo>
                <a:cubicBezTo>
                  <a:pt x="10318522" y="4004764"/>
                  <a:pt x="10360845" y="4036442"/>
                  <a:pt x="10360845" y="4036442"/>
                </a:cubicBezTo>
                <a:lnTo>
                  <a:pt x="10338218" y="4075643"/>
                </a:lnTo>
                <a:cubicBezTo>
                  <a:pt x="10338218" y="4075643"/>
                  <a:pt x="10289648" y="4054799"/>
                  <a:pt x="10236234" y="4024013"/>
                </a:cubicBezTo>
                <a:cubicBezTo>
                  <a:pt x="10182819" y="3993163"/>
                  <a:pt x="10140496" y="3961484"/>
                  <a:pt x="10140496" y="3961484"/>
                </a:cubicBezTo>
                <a:close/>
                <a:moveTo>
                  <a:pt x="9942711" y="3922284"/>
                </a:moveTo>
                <a:lnTo>
                  <a:pt x="9965339" y="3961484"/>
                </a:lnTo>
                <a:cubicBezTo>
                  <a:pt x="9965339" y="3961484"/>
                  <a:pt x="9922951" y="3993163"/>
                  <a:pt x="9869601" y="4024013"/>
                </a:cubicBezTo>
                <a:cubicBezTo>
                  <a:pt x="9816123" y="4054863"/>
                  <a:pt x="9767553" y="4075643"/>
                  <a:pt x="9767553" y="4075643"/>
                </a:cubicBezTo>
                <a:lnTo>
                  <a:pt x="9744925" y="4036442"/>
                </a:lnTo>
                <a:cubicBezTo>
                  <a:pt x="9744925" y="4036442"/>
                  <a:pt x="9787248" y="4004764"/>
                  <a:pt x="9840663" y="3973913"/>
                </a:cubicBezTo>
                <a:cubicBezTo>
                  <a:pt x="9894077" y="3943063"/>
                  <a:pt x="9942711" y="3922284"/>
                  <a:pt x="9942711" y="3922284"/>
                </a:cubicBezTo>
                <a:close/>
                <a:moveTo>
                  <a:pt x="9371982" y="3922284"/>
                </a:moveTo>
                <a:cubicBezTo>
                  <a:pt x="9371982" y="3922284"/>
                  <a:pt x="9420552" y="3943063"/>
                  <a:pt x="9474030" y="3973913"/>
                </a:cubicBezTo>
                <a:cubicBezTo>
                  <a:pt x="9527444" y="4004764"/>
                  <a:pt x="9569768" y="4036442"/>
                  <a:pt x="9569768" y="4036442"/>
                </a:cubicBezTo>
                <a:lnTo>
                  <a:pt x="9547140" y="4075643"/>
                </a:lnTo>
                <a:cubicBezTo>
                  <a:pt x="9547140" y="4075643"/>
                  <a:pt x="9498507" y="4054799"/>
                  <a:pt x="9445093" y="4024013"/>
                </a:cubicBezTo>
                <a:cubicBezTo>
                  <a:pt x="9391678" y="3993163"/>
                  <a:pt x="9349355" y="3961484"/>
                  <a:pt x="9349355" y="3961484"/>
                </a:cubicBezTo>
                <a:close/>
                <a:moveTo>
                  <a:pt x="9151570" y="3922284"/>
                </a:moveTo>
                <a:lnTo>
                  <a:pt x="9174198" y="3961484"/>
                </a:lnTo>
                <a:cubicBezTo>
                  <a:pt x="9174198" y="3961484"/>
                  <a:pt x="9131874" y="3993163"/>
                  <a:pt x="9078460" y="4024013"/>
                </a:cubicBezTo>
                <a:cubicBezTo>
                  <a:pt x="9025046" y="4054863"/>
                  <a:pt x="8976412" y="4075643"/>
                  <a:pt x="8976412" y="4075643"/>
                </a:cubicBezTo>
                <a:lnTo>
                  <a:pt x="8953784" y="4036442"/>
                </a:lnTo>
                <a:cubicBezTo>
                  <a:pt x="8953784" y="4036442"/>
                  <a:pt x="8996107" y="4004764"/>
                  <a:pt x="9049585" y="3973913"/>
                </a:cubicBezTo>
                <a:cubicBezTo>
                  <a:pt x="9102936" y="3943063"/>
                  <a:pt x="9151570" y="3922284"/>
                  <a:pt x="9151570" y="3922284"/>
                </a:cubicBezTo>
                <a:close/>
                <a:moveTo>
                  <a:pt x="8580840" y="3922284"/>
                </a:moveTo>
                <a:cubicBezTo>
                  <a:pt x="8580840" y="3922284"/>
                  <a:pt x="8629474" y="3943063"/>
                  <a:pt x="8682888" y="3973913"/>
                </a:cubicBezTo>
                <a:cubicBezTo>
                  <a:pt x="8736302" y="4004764"/>
                  <a:pt x="8778626" y="4036442"/>
                  <a:pt x="8778626" y="4036442"/>
                </a:cubicBezTo>
                <a:lnTo>
                  <a:pt x="8755998" y="4075643"/>
                </a:lnTo>
                <a:cubicBezTo>
                  <a:pt x="8755998" y="4075643"/>
                  <a:pt x="8707364" y="4054799"/>
                  <a:pt x="8654014" y="4024013"/>
                </a:cubicBezTo>
                <a:cubicBezTo>
                  <a:pt x="8600536" y="3993163"/>
                  <a:pt x="8558213" y="3961484"/>
                  <a:pt x="8558213" y="3961484"/>
                </a:cubicBezTo>
                <a:close/>
                <a:moveTo>
                  <a:pt x="8360428" y="3922284"/>
                </a:moveTo>
                <a:lnTo>
                  <a:pt x="8383056" y="3961484"/>
                </a:lnTo>
                <a:cubicBezTo>
                  <a:pt x="8383056" y="3961484"/>
                  <a:pt x="8340732" y="3993163"/>
                  <a:pt x="8287318" y="4024013"/>
                </a:cubicBezTo>
                <a:cubicBezTo>
                  <a:pt x="8233904" y="4054863"/>
                  <a:pt x="8185270" y="4075643"/>
                  <a:pt x="8185270" y="4075643"/>
                </a:cubicBezTo>
                <a:lnTo>
                  <a:pt x="8162642" y="4036442"/>
                </a:lnTo>
                <a:cubicBezTo>
                  <a:pt x="8162642" y="4036442"/>
                  <a:pt x="8204965" y="4004764"/>
                  <a:pt x="8258443" y="3973913"/>
                </a:cubicBezTo>
                <a:cubicBezTo>
                  <a:pt x="8311794" y="3943063"/>
                  <a:pt x="8360428" y="3922284"/>
                  <a:pt x="8360428" y="3922284"/>
                </a:cubicBezTo>
                <a:close/>
                <a:moveTo>
                  <a:pt x="7789699" y="3922284"/>
                </a:moveTo>
                <a:cubicBezTo>
                  <a:pt x="7789699" y="3922284"/>
                  <a:pt x="7838333" y="3943063"/>
                  <a:pt x="7891747" y="3973913"/>
                </a:cubicBezTo>
                <a:cubicBezTo>
                  <a:pt x="7945161" y="4004764"/>
                  <a:pt x="7987485" y="4036442"/>
                  <a:pt x="7987485" y="4036442"/>
                </a:cubicBezTo>
                <a:lnTo>
                  <a:pt x="7964857" y="4075643"/>
                </a:lnTo>
                <a:cubicBezTo>
                  <a:pt x="7964857" y="4075643"/>
                  <a:pt x="7916223" y="4054799"/>
                  <a:pt x="7862873" y="4024013"/>
                </a:cubicBezTo>
                <a:cubicBezTo>
                  <a:pt x="7809395" y="3993163"/>
                  <a:pt x="7767072" y="3961484"/>
                  <a:pt x="7767072" y="3961484"/>
                </a:cubicBezTo>
                <a:close/>
                <a:moveTo>
                  <a:pt x="7569286" y="3922284"/>
                </a:moveTo>
                <a:lnTo>
                  <a:pt x="7591913" y="3961484"/>
                </a:lnTo>
                <a:cubicBezTo>
                  <a:pt x="7591913" y="3961484"/>
                  <a:pt x="7549590" y="3993163"/>
                  <a:pt x="7496176" y="4024013"/>
                </a:cubicBezTo>
                <a:cubicBezTo>
                  <a:pt x="7442762" y="4054863"/>
                  <a:pt x="7394128" y="4075643"/>
                  <a:pt x="7394128" y="4075643"/>
                </a:cubicBezTo>
                <a:lnTo>
                  <a:pt x="7371564" y="4036442"/>
                </a:lnTo>
                <a:cubicBezTo>
                  <a:pt x="7371564" y="4036442"/>
                  <a:pt x="7413887" y="4004764"/>
                  <a:pt x="7467302" y="3973913"/>
                </a:cubicBezTo>
                <a:cubicBezTo>
                  <a:pt x="7520716" y="3943063"/>
                  <a:pt x="7569286" y="3922284"/>
                  <a:pt x="7569286" y="3922284"/>
                </a:cubicBezTo>
                <a:close/>
                <a:moveTo>
                  <a:pt x="6998558" y="3922284"/>
                </a:moveTo>
                <a:cubicBezTo>
                  <a:pt x="6998558" y="3922284"/>
                  <a:pt x="7047191" y="3943063"/>
                  <a:pt x="7100606" y="3973913"/>
                </a:cubicBezTo>
                <a:cubicBezTo>
                  <a:pt x="7154020" y="4004764"/>
                  <a:pt x="7196344" y="4036442"/>
                  <a:pt x="7196344" y="4036442"/>
                </a:cubicBezTo>
                <a:lnTo>
                  <a:pt x="7173716" y="4075643"/>
                </a:lnTo>
                <a:cubicBezTo>
                  <a:pt x="7173716" y="4075643"/>
                  <a:pt x="7125146" y="4054799"/>
                  <a:pt x="7071731" y="4024013"/>
                </a:cubicBezTo>
                <a:cubicBezTo>
                  <a:pt x="7018317" y="3993163"/>
                  <a:pt x="6975995" y="3961484"/>
                  <a:pt x="6975995" y="3961484"/>
                </a:cubicBezTo>
                <a:close/>
                <a:moveTo>
                  <a:pt x="6778210" y="3922284"/>
                </a:moveTo>
                <a:lnTo>
                  <a:pt x="6800772" y="3961484"/>
                </a:lnTo>
                <a:cubicBezTo>
                  <a:pt x="6800772" y="3961484"/>
                  <a:pt x="6758449" y="3993163"/>
                  <a:pt x="6705100" y="4024013"/>
                </a:cubicBezTo>
                <a:cubicBezTo>
                  <a:pt x="6651621" y="4054863"/>
                  <a:pt x="6603052" y="4075643"/>
                  <a:pt x="6603052" y="4075643"/>
                </a:cubicBezTo>
                <a:lnTo>
                  <a:pt x="6580424" y="4036442"/>
                </a:lnTo>
                <a:cubicBezTo>
                  <a:pt x="6580424" y="4036442"/>
                  <a:pt x="6622747" y="4004764"/>
                  <a:pt x="6676161" y="3973913"/>
                </a:cubicBezTo>
                <a:cubicBezTo>
                  <a:pt x="6729575" y="3943063"/>
                  <a:pt x="6778210" y="3922284"/>
                  <a:pt x="6778210" y="3922284"/>
                </a:cubicBezTo>
                <a:close/>
                <a:moveTo>
                  <a:pt x="6207480" y="3922284"/>
                </a:moveTo>
                <a:cubicBezTo>
                  <a:pt x="6207480" y="3922284"/>
                  <a:pt x="6256113" y="3943063"/>
                  <a:pt x="6309528" y="3973913"/>
                </a:cubicBezTo>
                <a:cubicBezTo>
                  <a:pt x="6362878" y="4004764"/>
                  <a:pt x="6405201" y="4036442"/>
                  <a:pt x="6405201" y="4036442"/>
                </a:cubicBezTo>
                <a:lnTo>
                  <a:pt x="6382638" y="4075643"/>
                </a:lnTo>
                <a:cubicBezTo>
                  <a:pt x="6382638" y="4075643"/>
                  <a:pt x="6334004" y="4054799"/>
                  <a:pt x="6280590" y="4024013"/>
                </a:cubicBezTo>
                <a:cubicBezTo>
                  <a:pt x="6227176" y="3993163"/>
                  <a:pt x="6184852" y="3961484"/>
                  <a:pt x="6184852" y="3961484"/>
                </a:cubicBezTo>
                <a:close/>
                <a:moveTo>
                  <a:pt x="5987007" y="3922284"/>
                </a:moveTo>
                <a:lnTo>
                  <a:pt x="6009633" y="3961484"/>
                </a:lnTo>
                <a:cubicBezTo>
                  <a:pt x="6009633" y="3961484"/>
                  <a:pt x="5967311" y="3993163"/>
                  <a:pt x="5913898" y="4024013"/>
                </a:cubicBezTo>
                <a:cubicBezTo>
                  <a:pt x="5860482" y="4054863"/>
                  <a:pt x="5811850" y="4075643"/>
                  <a:pt x="5811850" y="4075643"/>
                </a:cubicBezTo>
                <a:lnTo>
                  <a:pt x="5789224" y="4036442"/>
                </a:lnTo>
                <a:lnTo>
                  <a:pt x="5789287" y="4036442"/>
                </a:lnTo>
                <a:cubicBezTo>
                  <a:pt x="5789287" y="4036442"/>
                  <a:pt x="5831610" y="4004764"/>
                  <a:pt x="5885024" y="3973913"/>
                </a:cubicBezTo>
                <a:cubicBezTo>
                  <a:pt x="5938437" y="3943063"/>
                  <a:pt x="5987007" y="3922284"/>
                  <a:pt x="5987007" y="3922284"/>
                </a:cubicBezTo>
                <a:close/>
                <a:moveTo>
                  <a:pt x="5416352" y="3922284"/>
                </a:moveTo>
                <a:lnTo>
                  <a:pt x="5416414" y="3922284"/>
                </a:lnTo>
                <a:lnTo>
                  <a:pt x="5416402" y="3922307"/>
                </a:lnTo>
                <a:close/>
                <a:moveTo>
                  <a:pt x="5195941" y="3922284"/>
                </a:moveTo>
                <a:lnTo>
                  <a:pt x="5218566" y="3961484"/>
                </a:lnTo>
                <a:cubicBezTo>
                  <a:pt x="5218566" y="3961484"/>
                  <a:pt x="5176242" y="3993163"/>
                  <a:pt x="5122827" y="4024013"/>
                </a:cubicBezTo>
                <a:cubicBezTo>
                  <a:pt x="5069416" y="4054863"/>
                  <a:pt x="5020783" y="4075643"/>
                  <a:pt x="5020783" y="4075643"/>
                </a:cubicBezTo>
                <a:lnTo>
                  <a:pt x="4998155" y="4036442"/>
                </a:lnTo>
                <a:lnTo>
                  <a:pt x="4998215" y="4036442"/>
                </a:lnTo>
                <a:cubicBezTo>
                  <a:pt x="4998215" y="4036442"/>
                  <a:pt x="5040542" y="4004764"/>
                  <a:pt x="5093953" y="3973913"/>
                </a:cubicBezTo>
                <a:cubicBezTo>
                  <a:pt x="5147369" y="3943063"/>
                  <a:pt x="5195941" y="3922284"/>
                  <a:pt x="5195941" y="3922284"/>
                </a:cubicBezTo>
                <a:close/>
                <a:moveTo>
                  <a:pt x="4625211" y="3922284"/>
                </a:moveTo>
                <a:lnTo>
                  <a:pt x="4625271" y="3922284"/>
                </a:lnTo>
                <a:lnTo>
                  <a:pt x="4625259" y="3922307"/>
                </a:lnTo>
                <a:close/>
                <a:moveTo>
                  <a:pt x="4404792" y="3922284"/>
                </a:moveTo>
                <a:lnTo>
                  <a:pt x="4427424" y="3961484"/>
                </a:lnTo>
                <a:cubicBezTo>
                  <a:pt x="4427424" y="3961484"/>
                  <a:pt x="4385099" y="3993163"/>
                  <a:pt x="4331686" y="4024013"/>
                </a:cubicBezTo>
                <a:cubicBezTo>
                  <a:pt x="4278272" y="4054863"/>
                  <a:pt x="4229635" y="4075643"/>
                  <a:pt x="4229635" y="4075643"/>
                </a:cubicBezTo>
                <a:lnTo>
                  <a:pt x="4207009" y="4036442"/>
                </a:lnTo>
                <a:lnTo>
                  <a:pt x="4207074" y="4036442"/>
                </a:lnTo>
                <a:cubicBezTo>
                  <a:pt x="4207074" y="4036442"/>
                  <a:pt x="4249395" y="4004764"/>
                  <a:pt x="4302809" y="3973913"/>
                </a:cubicBezTo>
                <a:cubicBezTo>
                  <a:pt x="4356222" y="3943063"/>
                  <a:pt x="4404792" y="3922284"/>
                  <a:pt x="4404792" y="3922284"/>
                </a:cubicBezTo>
                <a:close/>
                <a:moveTo>
                  <a:pt x="3834218" y="3922284"/>
                </a:moveTo>
                <a:lnTo>
                  <a:pt x="3834279" y="3922284"/>
                </a:lnTo>
                <a:lnTo>
                  <a:pt x="3834266" y="3922307"/>
                </a:lnTo>
                <a:close/>
                <a:moveTo>
                  <a:pt x="3613742" y="3922284"/>
                </a:moveTo>
                <a:lnTo>
                  <a:pt x="3636372" y="3961484"/>
                </a:lnTo>
                <a:cubicBezTo>
                  <a:pt x="3636372" y="3961484"/>
                  <a:pt x="3594049" y="3993163"/>
                  <a:pt x="3540639" y="4024013"/>
                </a:cubicBezTo>
                <a:cubicBezTo>
                  <a:pt x="3487224" y="4054863"/>
                  <a:pt x="3438588" y="4075643"/>
                  <a:pt x="3438588" y="4075643"/>
                </a:cubicBezTo>
                <a:lnTo>
                  <a:pt x="3415959" y="4036442"/>
                </a:lnTo>
                <a:lnTo>
                  <a:pt x="3416027" y="4036442"/>
                </a:lnTo>
                <a:cubicBezTo>
                  <a:pt x="3416027" y="4036442"/>
                  <a:pt x="3458348" y="4004764"/>
                  <a:pt x="3511767" y="3973913"/>
                </a:cubicBezTo>
                <a:cubicBezTo>
                  <a:pt x="3565177" y="3943063"/>
                  <a:pt x="3613742" y="3922284"/>
                  <a:pt x="3613742" y="3922284"/>
                </a:cubicBezTo>
                <a:close/>
                <a:moveTo>
                  <a:pt x="3043094" y="3922284"/>
                </a:moveTo>
                <a:lnTo>
                  <a:pt x="3043156" y="3922284"/>
                </a:lnTo>
                <a:lnTo>
                  <a:pt x="3043144" y="3922307"/>
                </a:lnTo>
                <a:close/>
                <a:moveTo>
                  <a:pt x="2822677" y="3922284"/>
                </a:moveTo>
                <a:lnTo>
                  <a:pt x="2845305" y="3961484"/>
                </a:lnTo>
                <a:cubicBezTo>
                  <a:pt x="2845305" y="3961484"/>
                  <a:pt x="2802981" y="3993163"/>
                  <a:pt x="2749571" y="4024013"/>
                </a:cubicBezTo>
                <a:cubicBezTo>
                  <a:pt x="2696153" y="4054863"/>
                  <a:pt x="2647521" y="4075643"/>
                  <a:pt x="2647521" y="4075643"/>
                </a:cubicBezTo>
                <a:lnTo>
                  <a:pt x="2624892" y="4036442"/>
                </a:lnTo>
                <a:cubicBezTo>
                  <a:pt x="2624892" y="4036442"/>
                  <a:pt x="2667217" y="4004764"/>
                  <a:pt x="2720633" y="3973913"/>
                </a:cubicBezTo>
                <a:cubicBezTo>
                  <a:pt x="2774046" y="3943063"/>
                  <a:pt x="2822677" y="3922284"/>
                  <a:pt x="2822677" y="3922284"/>
                </a:cubicBezTo>
                <a:close/>
                <a:moveTo>
                  <a:pt x="2251951" y="3922284"/>
                </a:moveTo>
                <a:lnTo>
                  <a:pt x="2252012" y="3922284"/>
                </a:lnTo>
                <a:lnTo>
                  <a:pt x="2252000" y="3922307"/>
                </a:lnTo>
                <a:close/>
                <a:moveTo>
                  <a:pt x="2031546" y="3922284"/>
                </a:moveTo>
                <a:lnTo>
                  <a:pt x="2054176" y="3961484"/>
                </a:lnTo>
                <a:cubicBezTo>
                  <a:pt x="2054176" y="3961484"/>
                  <a:pt x="2011851" y="3993163"/>
                  <a:pt x="1958440" y="4024013"/>
                </a:cubicBezTo>
                <a:cubicBezTo>
                  <a:pt x="1905024" y="4054863"/>
                  <a:pt x="1856390" y="4075643"/>
                  <a:pt x="1856390" y="4075643"/>
                </a:cubicBezTo>
                <a:lnTo>
                  <a:pt x="1833765" y="4036442"/>
                </a:lnTo>
                <a:cubicBezTo>
                  <a:pt x="1833765" y="4036442"/>
                  <a:pt x="1876088" y="4004764"/>
                  <a:pt x="1929500" y="3973913"/>
                </a:cubicBezTo>
                <a:cubicBezTo>
                  <a:pt x="1982915" y="3943063"/>
                  <a:pt x="2031546" y="3922284"/>
                  <a:pt x="2031546" y="3922284"/>
                </a:cubicBezTo>
                <a:close/>
                <a:moveTo>
                  <a:pt x="1460821" y="3922284"/>
                </a:moveTo>
                <a:lnTo>
                  <a:pt x="1460890" y="3922284"/>
                </a:lnTo>
                <a:lnTo>
                  <a:pt x="1460873" y="3922307"/>
                </a:lnTo>
                <a:close/>
                <a:moveTo>
                  <a:pt x="1240476" y="3922284"/>
                </a:moveTo>
                <a:lnTo>
                  <a:pt x="1263103" y="3961484"/>
                </a:lnTo>
                <a:cubicBezTo>
                  <a:pt x="1263103" y="3961484"/>
                  <a:pt x="1220781" y="3993163"/>
                  <a:pt x="1167366" y="4024013"/>
                </a:cubicBezTo>
                <a:cubicBezTo>
                  <a:pt x="1113950" y="4054863"/>
                  <a:pt x="1065317" y="4075643"/>
                  <a:pt x="1065317" y="4075643"/>
                </a:cubicBezTo>
                <a:lnTo>
                  <a:pt x="1042681" y="4036442"/>
                </a:lnTo>
                <a:cubicBezTo>
                  <a:pt x="1042681" y="4036442"/>
                  <a:pt x="1085014" y="4004764"/>
                  <a:pt x="1138427" y="3973913"/>
                </a:cubicBezTo>
                <a:cubicBezTo>
                  <a:pt x="1191840" y="3943063"/>
                  <a:pt x="1240476" y="3922284"/>
                  <a:pt x="1240476" y="3922284"/>
                </a:cubicBezTo>
                <a:close/>
                <a:moveTo>
                  <a:pt x="669744" y="3922284"/>
                </a:moveTo>
                <a:lnTo>
                  <a:pt x="669808" y="3922284"/>
                </a:lnTo>
                <a:lnTo>
                  <a:pt x="669795" y="3922307"/>
                </a:lnTo>
                <a:close/>
                <a:moveTo>
                  <a:pt x="449268" y="3922284"/>
                </a:moveTo>
                <a:lnTo>
                  <a:pt x="471896" y="3961484"/>
                </a:lnTo>
                <a:cubicBezTo>
                  <a:pt x="471896" y="3961484"/>
                  <a:pt x="429574" y="3993163"/>
                  <a:pt x="376162" y="4024013"/>
                </a:cubicBezTo>
                <a:cubicBezTo>
                  <a:pt x="322748" y="4054863"/>
                  <a:pt x="274116" y="4075643"/>
                  <a:pt x="274116" y="4075643"/>
                </a:cubicBezTo>
                <a:lnTo>
                  <a:pt x="251487" y="4036442"/>
                </a:lnTo>
                <a:lnTo>
                  <a:pt x="251551" y="4036442"/>
                </a:lnTo>
                <a:cubicBezTo>
                  <a:pt x="251551" y="4036442"/>
                  <a:pt x="293874" y="4004764"/>
                  <a:pt x="347288" y="3973913"/>
                </a:cubicBezTo>
                <a:cubicBezTo>
                  <a:pt x="400701" y="3943063"/>
                  <a:pt x="449268" y="3922284"/>
                  <a:pt x="449268" y="3922284"/>
                </a:cubicBezTo>
                <a:close/>
                <a:moveTo>
                  <a:pt x="12008079" y="3770583"/>
                </a:moveTo>
                <a:lnTo>
                  <a:pt x="12053335" y="3770583"/>
                </a:lnTo>
                <a:cubicBezTo>
                  <a:pt x="12053335" y="3770583"/>
                  <a:pt x="12059581" y="3823105"/>
                  <a:pt x="12059581" y="3884805"/>
                </a:cubicBezTo>
                <a:cubicBezTo>
                  <a:pt x="12059581" y="3946505"/>
                  <a:pt x="12053335" y="3998963"/>
                  <a:pt x="12053335" y="3998963"/>
                </a:cubicBezTo>
                <a:lnTo>
                  <a:pt x="12008079" y="3998963"/>
                </a:lnTo>
                <a:cubicBezTo>
                  <a:pt x="12008079" y="3998963"/>
                  <a:pt x="12001833" y="3946442"/>
                  <a:pt x="12001833" y="3884805"/>
                </a:cubicBezTo>
                <a:cubicBezTo>
                  <a:pt x="12001833" y="3823169"/>
                  <a:pt x="12008079" y="3770583"/>
                  <a:pt x="12008079" y="3770583"/>
                </a:cubicBezTo>
                <a:close/>
                <a:moveTo>
                  <a:pt x="11216938" y="3770583"/>
                </a:moveTo>
                <a:lnTo>
                  <a:pt x="11262194" y="3770583"/>
                </a:lnTo>
                <a:cubicBezTo>
                  <a:pt x="11262194" y="3770583"/>
                  <a:pt x="11268504" y="3823105"/>
                  <a:pt x="11268504" y="3884805"/>
                </a:cubicBezTo>
                <a:cubicBezTo>
                  <a:pt x="11268504" y="3946505"/>
                  <a:pt x="11262194" y="3998963"/>
                  <a:pt x="11262194" y="3998963"/>
                </a:cubicBezTo>
                <a:lnTo>
                  <a:pt x="11216938" y="3998963"/>
                </a:lnTo>
                <a:cubicBezTo>
                  <a:pt x="11216938" y="3998963"/>
                  <a:pt x="11210692" y="3946442"/>
                  <a:pt x="11210692" y="3884805"/>
                </a:cubicBezTo>
                <a:cubicBezTo>
                  <a:pt x="11210692" y="3823169"/>
                  <a:pt x="11216938" y="3770583"/>
                  <a:pt x="11216938" y="3770583"/>
                </a:cubicBezTo>
                <a:close/>
                <a:moveTo>
                  <a:pt x="10425796" y="3770583"/>
                </a:moveTo>
                <a:lnTo>
                  <a:pt x="10471052" y="3770583"/>
                </a:lnTo>
                <a:cubicBezTo>
                  <a:pt x="10471052" y="3770583"/>
                  <a:pt x="10477362" y="3823105"/>
                  <a:pt x="10477362" y="3884805"/>
                </a:cubicBezTo>
                <a:cubicBezTo>
                  <a:pt x="10477362" y="3946505"/>
                  <a:pt x="10471052" y="3998963"/>
                  <a:pt x="10471052" y="3998963"/>
                </a:cubicBezTo>
                <a:lnTo>
                  <a:pt x="10425796" y="3998963"/>
                </a:lnTo>
                <a:cubicBezTo>
                  <a:pt x="10425796" y="3998963"/>
                  <a:pt x="10419550" y="3946442"/>
                  <a:pt x="10419550" y="3884805"/>
                </a:cubicBezTo>
                <a:cubicBezTo>
                  <a:pt x="10419550" y="3823169"/>
                  <a:pt x="10425796" y="3770583"/>
                  <a:pt x="10425796" y="3770583"/>
                </a:cubicBezTo>
                <a:close/>
                <a:moveTo>
                  <a:pt x="9634719" y="3770583"/>
                </a:moveTo>
                <a:lnTo>
                  <a:pt x="9679910" y="3770583"/>
                </a:lnTo>
                <a:cubicBezTo>
                  <a:pt x="9679910" y="3770583"/>
                  <a:pt x="9686221" y="3823105"/>
                  <a:pt x="9686221" y="3884805"/>
                </a:cubicBezTo>
                <a:cubicBezTo>
                  <a:pt x="9686221" y="3946505"/>
                  <a:pt x="9679910" y="3998963"/>
                  <a:pt x="9679910" y="3998963"/>
                </a:cubicBezTo>
                <a:lnTo>
                  <a:pt x="9634719" y="3998963"/>
                </a:lnTo>
                <a:cubicBezTo>
                  <a:pt x="9634719" y="3998963"/>
                  <a:pt x="9628408" y="3946442"/>
                  <a:pt x="9628408" y="3884805"/>
                </a:cubicBezTo>
                <a:cubicBezTo>
                  <a:pt x="9628408" y="3823169"/>
                  <a:pt x="9634719" y="3770583"/>
                  <a:pt x="9634719" y="3770583"/>
                </a:cubicBezTo>
                <a:close/>
                <a:moveTo>
                  <a:pt x="8843577" y="3770583"/>
                </a:moveTo>
                <a:lnTo>
                  <a:pt x="8888832" y="3770583"/>
                </a:lnTo>
                <a:cubicBezTo>
                  <a:pt x="8888832" y="3770583"/>
                  <a:pt x="8895079" y="3823105"/>
                  <a:pt x="8895079" y="3884805"/>
                </a:cubicBezTo>
                <a:cubicBezTo>
                  <a:pt x="8895079" y="3946505"/>
                  <a:pt x="8888832" y="3998963"/>
                  <a:pt x="8888832" y="3998963"/>
                </a:cubicBezTo>
                <a:lnTo>
                  <a:pt x="8843577" y="3998963"/>
                </a:lnTo>
                <a:cubicBezTo>
                  <a:pt x="8843577" y="3998963"/>
                  <a:pt x="8837330" y="3946442"/>
                  <a:pt x="8837330" y="3884805"/>
                </a:cubicBezTo>
                <a:cubicBezTo>
                  <a:pt x="8837330" y="3823169"/>
                  <a:pt x="8843577" y="3770583"/>
                  <a:pt x="8843577" y="3770583"/>
                </a:cubicBezTo>
                <a:close/>
                <a:moveTo>
                  <a:pt x="8052435" y="3770583"/>
                </a:moveTo>
                <a:lnTo>
                  <a:pt x="8097691" y="3770583"/>
                </a:lnTo>
                <a:cubicBezTo>
                  <a:pt x="8097691" y="3770583"/>
                  <a:pt x="8103938" y="3823105"/>
                  <a:pt x="8103938" y="3884805"/>
                </a:cubicBezTo>
                <a:cubicBezTo>
                  <a:pt x="8103938" y="3946505"/>
                  <a:pt x="8097691" y="3998963"/>
                  <a:pt x="8097691" y="3998963"/>
                </a:cubicBezTo>
                <a:lnTo>
                  <a:pt x="8052435" y="3998963"/>
                </a:lnTo>
                <a:cubicBezTo>
                  <a:pt x="8052435" y="3998963"/>
                  <a:pt x="8046189" y="3946442"/>
                  <a:pt x="8046189" y="3884805"/>
                </a:cubicBezTo>
                <a:cubicBezTo>
                  <a:pt x="8046189" y="3823169"/>
                  <a:pt x="8052435" y="3770583"/>
                  <a:pt x="8052435" y="3770583"/>
                </a:cubicBezTo>
                <a:close/>
                <a:moveTo>
                  <a:pt x="7261293" y="3770583"/>
                </a:moveTo>
                <a:lnTo>
                  <a:pt x="7306549" y="3770583"/>
                </a:lnTo>
                <a:cubicBezTo>
                  <a:pt x="7306549" y="3770583"/>
                  <a:pt x="7312860" y="3823105"/>
                  <a:pt x="7312860" y="3884805"/>
                </a:cubicBezTo>
                <a:cubicBezTo>
                  <a:pt x="7312860" y="3946505"/>
                  <a:pt x="7306549" y="3998963"/>
                  <a:pt x="7306549" y="3998963"/>
                </a:cubicBezTo>
                <a:lnTo>
                  <a:pt x="7261293" y="3998963"/>
                </a:lnTo>
                <a:cubicBezTo>
                  <a:pt x="7261293" y="3998963"/>
                  <a:pt x="7255047" y="3946442"/>
                  <a:pt x="7255047" y="3884805"/>
                </a:cubicBezTo>
                <a:cubicBezTo>
                  <a:pt x="7255047" y="3823169"/>
                  <a:pt x="7261293" y="3770583"/>
                  <a:pt x="7261293" y="3770583"/>
                </a:cubicBezTo>
                <a:close/>
                <a:moveTo>
                  <a:pt x="6470217" y="3770583"/>
                </a:moveTo>
                <a:lnTo>
                  <a:pt x="6515408" y="3770583"/>
                </a:lnTo>
                <a:cubicBezTo>
                  <a:pt x="6515408" y="3770583"/>
                  <a:pt x="6521719" y="3823105"/>
                  <a:pt x="6521719" y="3884805"/>
                </a:cubicBezTo>
                <a:cubicBezTo>
                  <a:pt x="6521719" y="3946505"/>
                  <a:pt x="6515408" y="3998963"/>
                  <a:pt x="6515408" y="3998963"/>
                </a:cubicBezTo>
                <a:lnTo>
                  <a:pt x="6470217" y="3998963"/>
                </a:lnTo>
                <a:cubicBezTo>
                  <a:pt x="6470217" y="3998963"/>
                  <a:pt x="6463906" y="3946442"/>
                  <a:pt x="6463906" y="3884805"/>
                </a:cubicBezTo>
                <a:cubicBezTo>
                  <a:pt x="6463906" y="3823169"/>
                  <a:pt x="6470217" y="3770583"/>
                  <a:pt x="6470217" y="3770583"/>
                </a:cubicBezTo>
                <a:close/>
                <a:moveTo>
                  <a:pt x="5679084" y="3770583"/>
                </a:moveTo>
                <a:lnTo>
                  <a:pt x="5724338" y="3770583"/>
                </a:lnTo>
                <a:cubicBezTo>
                  <a:pt x="5724338" y="3770583"/>
                  <a:pt x="5730645" y="3823105"/>
                  <a:pt x="5730645" y="3884805"/>
                </a:cubicBezTo>
                <a:cubicBezTo>
                  <a:pt x="5730645" y="3946505"/>
                  <a:pt x="5724338" y="3998963"/>
                  <a:pt x="5724338" y="3998963"/>
                </a:cubicBezTo>
                <a:lnTo>
                  <a:pt x="5679084" y="3998963"/>
                </a:lnTo>
                <a:cubicBezTo>
                  <a:pt x="5679084" y="3998963"/>
                  <a:pt x="5672769" y="3946442"/>
                  <a:pt x="5672769" y="3884805"/>
                </a:cubicBezTo>
                <a:cubicBezTo>
                  <a:pt x="5672769" y="3823169"/>
                  <a:pt x="5679084" y="3770583"/>
                  <a:pt x="5679084" y="3770583"/>
                </a:cubicBezTo>
                <a:close/>
                <a:moveTo>
                  <a:pt x="4887944" y="3770583"/>
                </a:moveTo>
                <a:lnTo>
                  <a:pt x="4933198" y="3770583"/>
                </a:lnTo>
                <a:cubicBezTo>
                  <a:pt x="4933198" y="3770583"/>
                  <a:pt x="4939507" y="3823105"/>
                  <a:pt x="4939507" y="3884805"/>
                </a:cubicBezTo>
                <a:cubicBezTo>
                  <a:pt x="4939507" y="3946505"/>
                  <a:pt x="4933198" y="3998963"/>
                  <a:pt x="4933198" y="3998963"/>
                </a:cubicBezTo>
                <a:lnTo>
                  <a:pt x="4887944" y="3998963"/>
                </a:lnTo>
                <a:cubicBezTo>
                  <a:pt x="4887944" y="3998963"/>
                  <a:pt x="4881696" y="3946442"/>
                  <a:pt x="4881696" y="3884805"/>
                </a:cubicBezTo>
                <a:cubicBezTo>
                  <a:pt x="4881696" y="3823169"/>
                  <a:pt x="4887944" y="3770583"/>
                  <a:pt x="4887944" y="3770583"/>
                </a:cubicBezTo>
                <a:close/>
                <a:moveTo>
                  <a:pt x="4096880" y="3770583"/>
                </a:moveTo>
                <a:lnTo>
                  <a:pt x="4142136" y="3770583"/>
                </a:lnTo>
                <a:cubicBezTo>
                  <a:pt x="4142136" y="3770583"/>
                  <a:pt x="4148446" y="3823105"/>
                  <a:pt x="4148446" y="3884805"/>
                </a:cubicBezTo>
                <a:cubicBezTo>
                  <a:pt x="4148446" y="3946505"/>
                  <a:pt x="4142136" y="3998963"/>
                  <a:pt x="4142136" y="3998963"/>
                </a:cubicBezTo>
                <a:lnTo>
                  <a:pt x="4096880" y="3998963"/>
                </a:lnTo>
                <a:cubicBezTo>
                  <a:pt x="4096880" y="3998963"/>
                  <a:pt x="4090633" y="3946442"/>
                  <a:pt x="4090633" y="3884805"/>
                </a:cubicBezTo>
                <a:cubicBezTo>
                  <a:pt x="4090633" y="3823169"/>
                  <a:pt x="4096880" y="3770583"/>
                  <a:pt x="4096880" y="3770583"/>
                </a:cubicBezTo>
                <a:close/>
                <a:moveTo>
                  <a:pt x="3305820" y="3770583"/>
                </a:moveTo>
                <a:lnTo>
                  <a:pt x="3351078" y="3770583"/>
                </a:lnTo>
                <a:cubicBezTo>
                  <a:pt x="3351078" y="3770583"/>
                  <a:pt x="3357385" y="3823105"/>
                  <a:pt x="3357385" y="3884805"/>
                </a:cubicBezTo>
                <a:cubicBezTo>
                  <a:pt x="3357385" y="3946505"/>
                  <a:pt x="3351078" y="3998963"/>
                  <a:pt x="3351078" y="3998963"/>
                </a:cubicBezTo>
                <a:lnTo>
                  <a:pt x="3305820" y="3998963"/>
                </a:lnTo>
                <a:cubicBezTo>
                  <a:pt x="3305820" y="3998963"/>
                  <a:pt x="3299575" y="3946442"/>
                  <a:pt x="3299575" y="3884805"/>
                </a:cubicBezTo>
                <a:cubicBezTo>
                  <a:pt x="3299575" y="3823169"/>
                  <a:pt x="3305820" y="3770583"/>
                  <a:pt x="3305820" y="3770583"/>
                </a:cubicBezTo>
                <a:close/>
                <a:moveTo>
                  <a:pt x="2514689" y="3770583"/>
                </a:moveTo>
                <a:lnTo>
                  <a:pt x="2559944" y="3770583"/>
                </a:lnTo>
                <a:cubicBezTo>
                  <a:pt x="2559944" y="3770583"/>
                  <a:pt x="2566255" y="3823105"/>
                  <a:pt x="2566255" y="3884805"/>
                </a:cubicBezTo>
                <a:cubicBezTo>
                  <a:pt x="2566255" y="3946505"/>
                  <a:pt x="2559944" y="3998963"/>
                  <a:pt x="2559944" y="3998963"/>
                </a:cubicBezTo>
                <a:lnTo>
                  <a:pt x="2514689" y="3998963"/>
                </a:lnTo>
                <a:cubicBezTo>
                  <a:pt x="2514689" y="3998963"/>
                  <a:pt x="2508444" y="3946442"/>
                  <a:pt x="2508444" y="3884805"/>
                </a:cubicBezTo>
                <a:cubicBezTo>
                  <a:pt x="2508444" y="3823169"/>
                  <a:pt x="2514689" y="3770583"/>
                  <a:pt x="2514689" y="3770583"/>
                </a:cubicBezTo>
                <a:close/>
                <a:moveTo>
                  <a:pt x="1723556" y="3770583"/>
                </a:moveTo>
                <a:lnTo>
                  <a:pt x="1768814" y="3770583"/>
                </a:lnTo>
                <a:cubicBezTo>
                  <a:pt x="1768814" y="3770583"/>
                  <a:pt x="1775124" y="3823105"/>
                  <a:pt x="1775124" y="3884805"/>
                </a:cubicBezTo>
                <a:cubicBezTo>
                  <a:pt x="1775124" y="3946505"/>
                  <a:pt x="1768814" y="3998963"/>
                  <a:pt x="1768814" y="3998963"/>
                </a:cubicBezTo>
                <a:lnTo>
                  <a:pt x="1723556" y="3998963"/>
                </a:lnTo>
                <a:cubicBezTo>
                  <a:pt x="1723556" y="3998963"/>
                  <a:pt x="1717310" y="3946442"/>
                  <a:pt x="1717310" y="3884805"/>
                </a:cubicBezTo>
                <a:cubicBezTo>
                  <a:pt x="1717310" y="3823169"/>
                  <a:pt x="1723556" y="3770583"/>
                  <a:pt x="1723556" y="3770583"/>
                </a:cubicBezTo>
                <a:close/>
                <a:moveTo>
                  <a:pt x="932414" y="3770583"/>
                </a:moveTo>
                <a:lnTo>
                  <a:pt x="977669" y="3770583"/>
                </a:lnTo>
                <a:cubicBezTo>
                  <a:pt x="977669" y="3770583"/>
                  <a:pt x="983979" y="3823105"/>
                  <a:pt x="983979" y="3884805"/>
                </a:cubicBezTo>
                <a:cubicBezTo>
                  <a:pt x="983979" y="3946505"/>
                  <a:pt x="977669" y="3998963"/>
                  <a:pt x="977669" y="3998963"/>
                </a:cubicBezTo>
                <a:lnTo>
                  <a:pt x="932414" y="3998963"/>
                </a:lnTo>
                <a:cubicBezTo>
                  <a:pt x="932414" y="3998963"/>
                  <a:pt x="926104" y="3946442"/>
                  <a:pt x="926104" y="3884805"/>
                </a:cubicBezTo>
                <a:cubicBezTo>
                  <a:pt x="926104" y="3823169"/>
                  <a:pt x="932414" y="3770583"/>
                  <a:pt x="932414" y="3770583"/>
                </a:cubicBezTo>
                <a:close/>
                <a:moveTo>
                  <a:pt x="141346" y="3770583"/>
                </a:moveTo>
                <a:lnTo>
                  <a:pt x="186600" y="3770583"/>
                </a:lnTo>
                <a:cubicBezTo>
                  <a:pt x="186600" y="3770583"/>
                  <a:pt x="192910" y="3823105"/>
                  <a:pt x="192910" y="3884805"/>
                </a:cubicBezTo>
                <a:cubicBezTo>
                  <a:pt x="192910" y="3946505"/>
                  <a:pt x="186600" y="3998963"/>
                  <a:pt x="186600" y="3998963"/>
                </a:cubicBezTo>
                <a:lnTo>
                  <a:pt x="141346" y="3998963"/>
                </a:lnTo>
                <a:cubicBezTo>
                  <a:pt x="141346" y="3998963"/>
                  <a:pt x="135099" y="3946442"/>
                  <a:pt x="135099" y="3884805"/>
                </a:cubicBezTo>
                <a:cubicBezTo>
                  <a:pt x="135099" y="3823169"/>
                  <a:pt x="141346" y="3770583"/>
                  <a:pt x="141346" y="3770583"/>
                </a:cubicBezTo>
                <a:close/>
                <a:moveTo>
                  <a:pt x="5811965" y="3693926"/>
                </a:moveTo>
                <a:lnTo>
                  <a:pt x="5820348" y="3697632"/>
                </a:lnTo>
                <a:cubicBezTo>
                  <a:pt x="5836528" y="3704922"/>
                  <a:pt x="5873901" y="3722395"/>
                  <a:pt x="5913960" y="3745532"/>
                </a:cubicBezTo>
                <a:cubicBezTo>
                  <a:pt x="5967374" y="3776383"/>
                  <a:pt x="6009695" y="3808061"/>
                  <a:pt x="6009695" y="3808061"/>
                </a:cubicBezTo>
                <a:lnTo>
                  <a:pt x="5987067" y="3847262"/>
                </a:lnTo>
                <a:cubicBezTo>
                  <a:pt x="5987067" y="3847262"/>
                  <a:pt x="5938437" y="3826418"/>
                  <a:pt x="5885086" y="3795632"/>
                </a:cubicBezTo>
                <a:cubicBezTo>
                  <a:pt x="5831672" y="3764782"/>
                  <a:pt x="5789350" y="3733103"/>
                  <a:pt x="5789350" y="3733103"/>
                </a:cubicBezTo>
                <a:close/>
                <a:moveTo>
                  <a:pt x="5020837" y="3693926"/>
                </a:moveTo>
                <a:lnTo>
                  <a:pt x="5029217" y="3697632"/>
                </a:lnTo>
                <a:cubicBezTo>
                  <a:pt x="5045401" y="3704922"/>
                  <a:pt x="5082770" y="3722395"/>
                  <a:pt x="5122827" y="3745532"/>
                </a:cubicBezTo>
                <a:cubicBezTo>
                  <a:pt x="5176242" y="3776383"/>
                  <a:pt x="5218566" y="3808061"/>
                  <a:pt x="5218566" y="3808061"/>
                </a:cubicBezTo>
                <a:lnTo>
                  <a:pt x="5195941" y="3847262"/>
                </a:lnTo>
                <a:cubicBezTo>
                  <a:pt x="5195941" y="3847262"/>
                  <a:pt x="5147369" y="3826418"/>
                  <a:pt x="5093953" y="3795632"/>
                </a:cubicBezTo>
                <a:cubicBezTo>
                  <a:pt x="5040542" y="3764782"/>
                  <a:pt x="4998215" y="3733103"/>
                  <a:pt x="4998215" y="3733103"/>
                </a:cubicBezTo>
                <a:close/>
                <a:moveTo>
                  <a:pt x="4229752" y="3693926"/>
                </a:moveTo>
                <a:lnTo>
                  <a:pt x="4238133" y="3697632"/>
                </a:lnTo>
                <a:cubicBezTo>
                  <a:pt x="4254316" y="3704922"/>
                  <a:pt x="4291687" y="3722395"/>
                  <a:pt x="4331748" y="3745532"/>
                </a:cubicBezTo>
                <a:cubicBezTo>
                  <a:pt x="4385164" y="3776383"/>
                  <a:pt x="4427491" y="3808061"/>
                  <a:pt x="4427491" y="3808061"/>
                </a:cubicBezTo>
                <a:lnTo>
                  <a:pt x="4404860" y="3847262"/>
                </a:lnTo>
                <a:cubicBezTo>
                  <a:pt x="4404860" y="3847262"/>
                  <a:pt x="4356291" y="3826418"/>
                  <a:pt x="4302877" y="3795632"/>
                </a:cubicBezTo>
                <a:cubicBezTo>
                  <a:pt x="4249460" y="3764782"/>
                  <a:pt x="4207137" y="3733103"/>
                  <a:pt x="4207137" y="3733103"/>
                </a:cubicBezTo>
                <a:close/>
                <a:moveTo>
                  <a:pt x="3438701" y="3693926"/>
                </a:moveTo>
                <a:lnTo>
                  <a:pt x="3447084" y="3697632"/>
                </a:lnTo>
                <a:cubicBezTo>
                  <a:pt x="3463267" y="3704922"/>
                  <a:pt x="3500641" y="3722395"/>
                  <a:pt x="3540702" y="3745532"/>
                </a:cubicBezTo>
                <a:cubicBezTo>
                  <a:pt x="3594111" y="3776383"/>
                  <a:pt x="3636436" y="3808061"/>
                  <a:pt x="3636436" y="3808061"/>
                </a:cubicBezTo>
                <a:lnTo>
                  <a:pt x="3613807" y="3847262"/>
                </a:lnTo>
                <a:cubicBezTo>
                  <a:pt x="3613807" y="3847262"/>
                  <a:pt x="3565243" y="3826418"/>
                  <a:pt x="3511829" y="3795632"/>
                </a:cubicBezTo>
                <a:cubicBezTo>
                  <a:pt x="3458412" y="3764782"/>
                  <a:pt x="3416090" y="3733103"/>
                  <a:pt x="3416090" y="3733103"/>
                </a:cubicBezTo>
                <a:close/>
                <a:moveTo>
                  <a:pt x="2647573" y="3693926"/>
                </a:moveTo>
                <a:lnTo>
                  <a:pt x="2655955" y="3697632"/>
                </a:lnTo>
                <a:cubicBezTo>
                  <a:pt x="2672137" y="3704922"/>
                  <a:pt x="2709510" y="3722395"/>
                  <a:pt x="2749571" y="3745532"/>
                </a:cubicBezTo>
                <a:cubicBezTo>
                  <a:pt x="2802981" y="3776383"/>
                  <a:pt x="2845305" y="3808061"/>
                  <a:pt x="2845305" y="3808061"/>
                </a:cubicBezTo>
                <a:lnTo>
                  <a:pt x="2822677" y="3847262"/>
                </a:lnTo>
                <a:cubicBezTo>
                  <a:pt x="2822677" y="3847262"/>
                  <a:pt x="2774046" y="3826418"/>
                  <a:pt x="2720696" y="3795632"/>
                </a:cubicBezTo>
                <a:cubicBezTo>
                  <a:pt x="2667283" y="3764782"/>
                  <a:pt x="2624959" y="3733103"/>
                  <a:pt x="2624959" y="3733103"/>
                </a:cubicBezTo>
                <a:close/>
                <a:moveTo>
                  <a:pt x="1856440" y="3693926"/>
                </a:moveTo>
                <a:lnTo>
                  <a:pt x="1864826" y="3697632"/>
                </a:lnTo>
                <a:cubicBezTo>
                  <a:pt x="1881007" y="3704922"/>
                  <a:pt x="1918378" y="3722395"/>
                  <a:pt x="1958439" y="3745532"/>
                </a:cubicBezTo>
                <a:cubicBezTo>
                  <a:pt x="2011851" y="3776383"/>
                  <a:pt x="2054174" y="3808061"/>
                  <a:pt x="2054174" y="3808061"/>
                </a:cubicBezTo>
                <a:lnTo>
                  <a:pt x="2031546" y="3847262"/>
                </a:lnTo>
                <a:cubicBezTo>
                  <a:pt x="2031546" y="3847262"/>
                  <a:pt x="1982915" y="3826418"/>
                  <a:pt x="1929564" y="3795632"/>
                </a:cubicBezTo>
                <a:cubicBezTo>
                  <a:pt x="1876149" y="3764782"/>
                  <a:pt x="1833827" y="3733103"/>
                  <a:pt x="1833827" y="3733103"/>
                </a:cubicBezTo>
                <a:close/>
                <a:moveTo>
                  <a:pt x="1065369" y="3693926"/>
                </a:moveTo>
                <a:lnTo>
                  <a:pt x="1073750" y="3697632"/>
                </a:lnTo>
                <a:cubicBezTo>
                  <a:pt x="1089933" y="3704922"/>
                  <a:pt x="1127304" y="3722395"/>
                  <a:pt x="1167366" y="3745532"/>
                </a:cubicBezTo>
                <a:cubicBezTo>
                  <a:pt x="1220781" y="3776383"/>
                  <a:pt x="1263103" y="3808061"/>
                  <a:pt x="1263103" y="3808061"/>
                </a:cubicBezTo>
                <a:lnTo>
                  <a:pt x="1240476" y="3847262"/>
                </a:lnTo>
                <a:cubicBezTo>
                  <a:pt x="1240476" y="3847262"/>
                  <a:pt x="1191840" y="3826418"/>
                  <a:pt x="1138491" y="3795632"/>
                </a:cubicBezTo>
                <a:cubicBezTo>
                  <a:pt x="1085076" y="3764782"/>
                  <a:pt x="1042746" y="3733103"/>
                  <a:pt x="1042746" y="3733103"/>
                </a:cubicBezTo>
                <a:close/>
                <a:moveTo>
                  <a:pt x="274229" y="3693926"/>
                </a:moveTo>
                <a:lnTo>
                  <a:pt x="282613" y="3697632"/>
                </a:lnTo>
                <a:cubicBezTo>
                  <a:pt x="298794" y="3704922"/>
                  <a:pt x="336166" y="3722395"/>
                  <a:pt x="376224" y="3745532"/>
                </a:cubicBezTo>
                <a:cubicBezTo>
                  <a:pt x="429637" y="3776383"/>
                  <a:pt x="471959" y="3808061"/>
                  <a:pt x="471959" y="3808061"/>
                </a:cubicBezTo>
                <a:lnTo>
                  <a:pt x="449332" y="3847262"/>
                </a:lnTo>
                <a:cubicBezTo>
                  <a:pt x="449332" y="3847262"/>
                  <a:pt x="400701" y="3826418"/>
                  <a:pt x="347352" y="3795632"/>
                </a:cubicBezTo>
                <a:cubicBezTo>
                  <a:pt x="293937" y="3764782"/>
                  <a:pt x="251614" y="3733103"/>
                  <a:pt x="251614" y="3733103"/>
                </a:cubicBezTo>
                <a:close/>
                <a:moveTo>
                  <a:pt x="12140914" y="3693903"/>
                </a:moveTo>
                <a:cubicBezTo>
                  <a:pt x="12140914" y="3693903"/>
                  <a:pt x="12153072" y="3699098"/>
                  <a:pt x="12171908" y="3708149"/>
                </a:cubicBezTo>
                <a:lnTo>
                  <a:pt x="12203753" y="3724903"/>
                </a:lnTo>
                <a:lnTo>
                  <a:pt x="12203753" y="3789118"/>
                </a:lnTo>
                <a:lnTo>
                  <a:pt x="12146132" y="3752799"/>
                </a:lnTo>
                <a:cubicBezTo>
                  <a:pt x="12128867" y="3741023"/>
                  <a:pt x="12118286" y="3733103"/>
                  <a:pt x="12118286" y="3733103"/>
                </a:cubicBezTo>
                <a:close/>
                <a:moveTo>
                  <a:pt x="11920501" y="3693903"/>
                </a:moveTo>
                <a:lnTo>
                  <a:pt x="11943128" y="3733103"/>
                </a:lnTo>
                <a:cubicBezTo>
                  <a:pt x="11943128" y="3733103"/>
                  <a:pt x="11900804" y="3764782"/>
                  <a:pt x="11847390" y="3795632"/>
                </a:cubicBezTo>
                <a:cubicBezTo>
                  <a:pt x="11793976" y="3826482"/>
                  <a:pt x="11745343" y="3847262"/>
                  <a:pt x="11745343" y="3847262"/>
                </a:cubicBezTo>
                <a:lnTo>
                  <a:pt x="11722715" y="3808061"/>
                </a:lnTo>
                <a:cubicBezTo>
                  <a:pt x="11722715" y="3808061"/>
                  <a:pt x="11765038" y="3776383"/>
                  <a:pt x="11818516" y="3745532"/>
                </a:cubicBezTo>
                <a:cubicBezTo>
                  <a:pt x="11871867" y="3714682"/>
                  <a:pt x="11920501" y="3693903"/>
                  <a:pt x="11920501" y="3693903"/>
                </a:cubicBezTo>
                <a:close/>
                <a:moveTo>
                  <a:pt x="11349836" y="3693903"/>
                </a:moveTo>
                <a:cubicBezTo>
                  <a:pt x="11349836" y="3693903"/>
                  <a:pt x="11398406" y="3714682"/>
                  <a:pt x="11451820" y="3745532"/>
                </a:cubicBezTo>
                <a:cubicBezTo>
                  <a:pt x="11505234" y="3776383"/>
                  <a:pt x="11547558" y="3808061"/>
                  <a:pt x="11547558" y="3808061"/>
                </a:cubicBezTo>
                <a:lnTo>
                  <a:pt x="11524930" y="3847262"/>
                </a:lnTo>
                <a:cubicBezTo>
                  <a:pt x="11524930" y="3847262"/>
                  <a:pt x="11476360" y="3826418"/>
                  <a:pt x="11422946" y="3795632"/>
                </a:cubicBezTo>
                <a:cubicBezTo>
                  <a:pt x="11369531" y="3764782"/>
                  <a:pt x="11327208" y="3733103"/>
                  <a:pt x="11327208" y="3733103"/>
                </a:cubicBezTo>
                <a:close/>
                <a:moveTo>
                  <a:pt x="11129360" y="3693903"/>
                </a:moveTo>
                <a:lnTo>
                  <a:pt x="11151987" y="3733103"/>
                </a:lnTo>
                <a:cubicBezTo>
                  <a:pt x="11151987" y="3733103"/>
                  <a:pt x="11109664" y="3764782"/>
                  <a:pt x="11056249" y="3795632"/>
                </a:cubicBezTo>
                <a:cubicBezTo>
                  <a:pt x="11002835" y="3826482"/>
                  <a:pt x="10954265" y="3847262"/>
                  <a:pt x="10954265" y="3847262"/>
                </a:cubicBezTo>
                <a:lnTo>
                  <a:pt x="10931638" y="3808061"/>
                </a:lnTo>
                <a:cubicBezTo>
                  <a:pt x="10931638" y="3808061"/>
                  <a:pt x="10973961" y="3776383"/>
                  <a:pt x="11027376" y="3745532"/>
                </a:cubicBezTo>
                <a:cubicBezTo>
                  <a:pt x="11080790" y="3714682"/>
                  <a:pt x="11129360" y="3693903"/>
                  <a:pt x="11129360" y="3693903"/>
                </a:cubicBezTo>
                <a:close/>
                <a:moveTo>
                  <a:pt x="10558694" y="3693903"/>
                </a:moveTo>
                <a:cubicBezTo>
                  <a:pt x="10558694" y="3693903"/>
                  <a:pt x="10607264" y="3714682"/>
                  <a:pt x="10660678" y="3745532"/>
                </a:cubicBezTo>
                <a:cubicBezTo>
                  <a:pt x="10714092" y="3776383"/>
                  <a:pt x="10756416" y="3808061"/>
                  <a:pt x="10756416" y="3808061"/>
                </a:cubicBezTo>
                <a:lnTo>
                  <a:pt x="10733788" y="3847262"/>
                </a:lnTo>
                <a:cubicBezTo>
                  <a:pt x="10733788" y="3847262"/>
                  <a:pt x="10685218" y="3826418"/>
                  <a:pt x="10631804" y="3795632"/>
                </a:cubicBezTo>
                <a:cubicBezTo>
                  <a:pt x="10578389" y="3764782"/>
                  <a:pt x="10536066" y="3733103"/>
                  <a:pt x="10536066" y="3733103"/>
                </a:cubicBezTo>
                <a:close/>
                <a:moveTo>
                  <a:pt x="10338218" y="3693903"/>
                </a:moveTo>
                <a:lnTo>
                  <a:pt x="10360845" y="3733103"/>
                </a:lnTo>
                <a:cubicBezTo>
                  <a:pt x="10360845" y="3733103"/>
                  <a:pt x="10318522" y="3764782"/>
                  <a:pt x="10265107" y="3795632"/>
                </a:cubicBezTo>
                <a:cubicBezTo>
                  <a:pt x="10211693" y="3826482"/>
                  <a:pt x="10163123" y="3847262"/>
                  <a:pt x="10163123" y="3847262"/>
                </a:cubicBezTo>
                <a:lnTo>
                  <a:pt x="10140496" y="3808061"/>
                </a:lnTo>
                <a:cubicBezTo>
                  <a:pt x="10140496" y="3808061"/>
                  <a:pt x="10182819" y="3776383"/>
                  <a:pt x="10236234" y="3745532"/>
                </a:cubicBezTo>
                <a:cubicBezTo>
                  <a:pt x="10289648" y="3714682"/>
                  <a:pt x="10338218" y="3693903"/>
                  <a:pt x="10338218" y="3693903"/>
                </a:cubicBezTo>
                <a:close/>
                <a:moveTo>
                  <a:pt x="9767553" y="3693903"/>
                </a:moveTo>
                <a:cubicBezTo>
                  <a:pt x="9767553" y="3693903"/>
                  <a:pt x="9816123" y="3714682"/>
                  <a:pt x="9869601" y="3745532"/>
                </a:cubicBezTo>
                <a:cubicBezTo>
                  <a:pt x="9922951" y="3776383"/>
                  <a:pt x="9965339" y="3808061"/>
                  <a:pt x="9965339" y="3808061"/>
                </a:cubicBezTo>
                <a:lnTo>
                  <a:pt x="9942711" y="3847262"/>
                </a:lnTo>
                <a:cubicBezTo>
                  <a:pt x="9942711" y="3847262"/>
                  <a:pt x="9894077" y="3826418"/>
                  <a:pt x="9840663" y="3795632"/>
                </a:cubicBezTo>
                <a:cubicBezTo>
                  <a:pt x="9787248" y="3764782"/>
                  <a:pt x="9744925" y="3733103"/>
                  <a:pt x="9744925" y="3733103"/>
                </a:cubicBezTo>
                <a:close/>
                <a:moveTo>
                  <a:pt x="9547140" y="3693903"/>
                </a:moveTo>
                <a:lnTo>
                  <a:pt x="9569768" y="3733103"/>
                </a:lnTo>
                <a:cubicBezTo>
                  <a:pt x="9569768" y="3733103"/>
                  <a:pt x="9527381" y="3764782"/>
                  <a:pt x="9474030" y="3795632"/>
                </a:cubicBezTo>
                <a:cubicBezTo>
                  <a:pt x="9420552" y="3826482"/>
                  <a:pt x="9371982" y="3847262"/>
                  <a:pt x="9371982" y="3847262"/>
                </a:cubicBezTo>
                <a:lnTo>
                  <a:pt x="9349355" y="3808061"/>
                </a:lnTo>
                <a:cubicBezTo>
                  <a:pt x="9349355" y="3808061"/>
                  <a:pt x="9391678" y="3776383"/>
                  <a:pt x="9445093" y="3745532"/>
                </a:cubicBezTo>
                <a:cubicBezTo>
                  <a:pt x="9498507" y="3714682"/>
                  <a:pt x="9547140" y="3693903"/>
                  <a:pt x="9547140" y="3693903"/>
                </a:cubicBezTo>
                <a:close/>
                <a:moveTo>
                  <a:pt x="8976412" y="3693903"/>
                </a:moveTo>
                <a:cubicBezTo>
                  <a:pt x="8976412" y="3693903"/>
                  <a:pt x="9025046" y="3714682"/>
                  <a:pt x="9078460" y="3745532"/>
                </a:cubicBezTo>
                <a:cubicBezTo>
                  <a:pt x="9131874" y="3776383"/>
                  <a:pt x="9174198" y="3808061"/>
                  <a:pt x="9174198" y="3808061"/>
                </a:cubicBezTo>
                <a:lnTo>
                  <a:pt x="9151570" y="3847262"/>
                </a:lnTo>
                <a:cubicBezTo>
                  <a:pt x="9151570" y="3847262"/>
                  <a:pt x="9102936" y="3826418"/>
                  <a:pt x="9049585" y="3795632"/>
                </a:cubicBezTo>
                <a:cubicBezTo>
                  <a:pt x="8996107" y="3764782"/>
                  <a:pt x="8953784" y="3733103"/>
                  <a:pt x="8953784" y="3733103"/>
                </a:cubicBezTo>
                <a:close/>
                <a:moveTo>
                  <a:pt x="8755998" y="3693903"/>
                </a:moveTo>
                <a:lnTo>
                  <a:pt x="8778626" y="3733103"/>
                </a:lnTo>
                <a:cubicBezTo>
                  <a:pt x="8778626" y="3733103"/>
                  <a:pt x="8736302" y="3764782"/>
                  <a:pt x="8682888" y="3795632"/>
                </a:cubicBezTo>
                <a:cubicBezTo>
                  <a:pt x="8629474" y="3826482"/>
                  <a:pt x="8580840" y="3847262"/>
                  <a:pt x="8580840" y="3847262"/>
                </a:cubicBezTo>
                <a:lnTo>
                  <a:pt x="8558213" y="3808061"/>
                </a:lnTo>
                <a:cubicBezTo>
                  <a:pt x="8558213" y="3808061"/>
                  <a:pt x="8600536" y="3776383"/>
                  <a:pt x="8654014" y="3745532"/>
                </a:cubicBezTo>
                <a:cubicBezTo>
                  <a:pt x="8707364" y="3714682"/>
                  <a:pt x="8755998" y="3693903"/>
                  <a:pt x="8755998" y="3693903"/>
                </a:cubicBezTo>
                <a:close/>
                <a:moveTo>
                  <a:pt x="8185270" y="3693903"/>
                </a:moveTo>
                <a:cubicBezTo>
                  <a:pt x="8185270" y="3693903"/>
                  <a:pt x="8233904" y="3714682"/>
                  <a:pt x="8287318" y="3745532"/>
                </a:cubicBezTo>
                <a:cubicBezTo>
                  <a:pt x="8340732" y="3776383"/>
                  <a:pt x="8383056" y="3808061"/>
                  <a:pt x="8383056" y="3808061"/>
                </a:cubicBezTo>
                <a:lnTo>
                  <a:pt x="8360428" y="3847262"/>
                </a:lnTo>
                <a:cubicBezTo>
                  <a:pt x="8360428" y="3847262"/>
                  <a:pt x="8311794" y="3826418"/>
                  <a:pt x="8258443" y="3795632"/>
                </a:cubicBezTo>
                <a:cubicBezTo>
                  <a:pt x="8204965" y="3764782"/>
                  <a:pt x="8162642" y="3733103"/>
                  <a:pt x="8162642" y="3733103"/>
                </a:cubicBezTo>
                <a:close/>
                <a:moveTo>
                  <a:pt x="7964857" y="3693903"/>
                </a:moveTo>
                <a:lnTo>
                  <a:pt x="7987485" y="3733103"/>
                </a:lnTo>
                <a:cubicBezTo>
                  <a:pt x="7987485" y="3733103"/>
                  <a:pt x="7945161" y="3764782"/>
                  <a:pt x="7891747" y="3795632"/>
                </a:cubicBezTo>
                <a:cubicBezTo>
                  <a:pt x="7838333" y="3826482"/>
                  <a:pt x="7789699" y="3847262"/>
                  <a:pt x="7789699" y="3847262"/>
                </a:cubicBezTo>
                <a:lnTo>
                  <a:pt x="7767072" y="3808061"/>
                </a:lnTo>
                <a:cubicBezTo>
                  <a:pt x="7767072" y="3808061"/>
                  <a:pt x="7809395" y="3776383"/>
                  <a:pt x="7862873" y="3745532"/>
                </a:cubicBezTo>
                <a:cubicBezTo>
                  <a:pt x="7916223" y="3714682"/>
                  <a:pt x="7964857" y="3693903"/>
                  <a:pt x="7964857" y="3693903"/>
                </a:cubicBezTo>
                <a:close/>
                <a:moveTo>
                  <a:pt x="7394128" y="3693903"/>
                </a:moveTo>
                <a:cubicBezTo>
                  <a:pt x="7394128" y="3693903"/>
                  <a:pt x="7442762" y="3714682"/>
                  <a:pt x="7496176" y="3745532"/>
                </a:cubicBezTo>
                <a:cubicBezTo>
                  <a:pt x="7549590" y="3776383"/>
                  <a:pt x="7591913" y="3808061"/>
                  <a:pt x="7591913" y="3808061"/>
                </a:cubicBezTo>
                <a:lnTo>
                  <a:pt x="7569286" y="3847262"/>
                </a:lnTo>
                <a:cubicBezTo>
                  <a:pt x="7569286" y="3847262"/>
                  <a:pt x="7520716" y="3826418"/>
                  <a:pt x="7467302" y="3795632"/>
                </a:cubicBezTo>
                <a:cubicBezTo>
                  <a:pt x="7413887" y="3764782"/>
                  <a:pt x="7371564" y="3733103"/>
                  <a:pt x="7371564" y="3733103"/>
                </a:cubicBezTo>
                <a:close/>
                <a:moveTo>
                  <a:pt x="7173716" y="3693903"/>
                </a:moveTo>
                <a:lnTo>
                  <a:pt x="7196344" y="3733103"/>
                </a:lnTo>
                <a:cubicBezTo>
                  <a:pt x="7196344" y="3733103"/>
                  <a:pt x="7154020" y="3764782"/>
                  <a:pt x="7100606" y="3795632"/>
                </a:cubicBezTo>
                <a:cubicBezTo>
                  <a:pt x="7047191" y="3826482"/>
                  <a:pt x="6998558" y="3847262"/>
                  <a:pt x="6998558" y="3847262"/>
                </a:cubicBezTo>
                <a:lnTo>
                  <a:pt x="6975995" y="3808061"/>
                </a:lnTo>
                <a:cubicBezTo>
                  <a:pt x="6975995" y="3808061"/>
                  <a:pt x="7018317" y="3776383"/>
                  <a:pt x="7071731" y="3745532"/>
                </a:cubicBezTo>
                <a:cubicBezTo>
                  <a:pt x="7125146" y="3714682"/>
                  <a:pt x="7173716" y="3693903"/>
                  <a:pt x="7173716" y="3693903"/>
                </a:cubicBezTo>
                <a:close/>
                <a:moveTo>
                  <a:pt x="6603052" y="3693903"/>
                </a:moveTo>
                <a:cubicBezTo>
                  <a:pt x="6603052" y="3693903"/>
                  <a:pt x="6651621" y="3714682"/>
                  <a:pt x="6705100" y="3745532"/>
                </a:cubicBezTo>
                <a:cubicBezTo>
                  <a:pt x="6758449" y="3776383"/>
                  <a:pt x="6800772" y="3808061"/>
                  <a:pt x="6800772" y="3808061"/>
                </a:cubicBezTo>
                <a:lnTo>
                  <a:pt x="6778210" y="3847262"/>
                </a:lnTo>
                <a:cubicBezTo>
                  <a:pt x="6778210" y="3847262"/>
                  <a:pt x="6729575" y="3826418"/>
                  <a:pt x="6676161" y="3795632"/>
                </a:cubicBezTo>
                <a:cubicBezTo>
                  <a:pt x="6622747" y="3764782"/>
                  <a:pt x="6580424" y="3733103"/>
                  <a:pt x="6580424" y="3733103"/>
                </a:cubicBezTo>
                <a:close/>
                <a:moveTo>
                  <a:pt x="6382638" y="3693903"/>
                </a:moveTo>
                <a:lnTo>
                  <a:pt x="6405201" y="3733103"/>
                </a:lnTo>
                <a:cubicBezTo>
                  <a:pt x="6405201" y="3733103"/>
                  <a:pt x="6362878" y="3764782"/>
                  <a:pt x="6309528" y="3795632"/>
                </a:cubicBezTo>
                <a:cubicBezTo>
                  <a:pt x="6256113" y="3826482"/>
                  <a:pt x="6207480" y="3847262"/>
                  <a:pt x="6207480" y="3847262"/>
                </a:cubicBezTo>
                <a:lnTo>
                  <a:pt x="6184852" y="3808061"/>
                </a:lnTo>
                <a:cubicBezTo>
                  <a:pt x="6184852" y="3808061"/>
                  <a:pt x="6227176" y="3776383"/>
                  <a:pt x="6280590" y="3745532"/>
                </a:cubicBezTo>
                <a:cubicBezTo>
                  <a:pt x="6334004" y="3714682"/>
                  <a:pt x="6382638" y="3693903"/>
                  <a:pt x="6382638" y="3693903"/>
                </a:cubicBezTo>
                <a:close/>
                <a:moveTo>
                  <a:pt x="5811914" y="3693903"/>
                </a:moveTo>
                <a:lnTo>
                  <a:pt x="5811979" y="3693903"/>
                </a:lnTo>
                <a:lnTo>
                  <a:pt x="5811965" y="3693926"/>
                </a:lnTo>
                <a:close/>
                <a:moveTo>
                  <a:pt x="5591444" y="3693903"/>
                </a:moveTo>
                <a:lnTo>
                  <a:pt x="5614067" y="3733103"/>
                </a:lnTo>
                <a:cubicBezTo>
                  <a:pt x="5614067" y="3733103"/>
                  <a:pt x="5571746" y="3764782"/>
                  <a:pt x="5518332" y="3795632"/>
                </a:cubicBezTo>
                <a:cubicBezTo>
                  <a:pt x="5464921" y="3826482"/>
                  <a:pt x="5416289" y="3847262"/>
                  <a:pt x="5416289" y="3847262"/>
                </a:cubicBezTo>
                <a:lnTo>
                  <a:pt x="5393662" y="3808061"/>
                </a:lnTo>
                <a:lnTo>
                  <a:pt x="5393724" y="3808061"/>
                </a:lnTo>
                <a:cubicBezTo>
                  <a:pt x="5393724" y="3808061"/>
                  <a:pt x="5436047" y="3776383"/>
                  <a:pt x="5489459" y="3745532"/>
                </a:cubicBezTo>
                <a:cubicBezTo>
                  <a:pt x="5542870" y="3714682"/>
                  <a:pt x="5591444" y="3693903"/>
                  <a:pt x="5591444" y="3693903"/>
                </a:cubicBezTo>
                <a:close/>
                <a:moveTo>
                  <a:pt x="5020783" y="3693903"/>
                </a:moveTo>
                <a:lnTo>
                  <a:pt x="5020848" y="3693903"/>
                </a:lnTo>
                <a:lnTo>
                  <a:pt x="5020837" y="3693926"/>
                </a:lnTo>
                <a:close/>
                <a:moveTo>
                  <a:pt x="4800366" y="3693903"/>
                </a:moveTo>
                <a:lnTo>
                  <a:pt x="4822988" y="3733103"/>
                </a:lnTo>
                <a:cubicBezTo>
                  <a:pt x="4822988" y="3733103"/>
                  <a:pt x="4780668" y="3764782"/>
                  <a:pt x="4727254" y="3795632"/>
                </a:cubicBezTo>
                <a:cubicBezTo>
                  <a:pt x="4673843" y="3826482"/>
                  <a:pt x="4625211" y="3847262"/>
                  <a:pt x="4625211" y="3847262"/>
                </a:cubicBezTo>
                <a:lnTo>
                  <a:pt x="4602581" y="3808061"/>
                </a:lnTo>
                <a:lnTo>
                  <a:pt x="4602649" y="3808061"/>
                </a:lnTo>
                <a:cubicBezTo>
                  <a:pt x="4602649" y="3808061"/>
                  <a:pt x="4644967" y="3776383"/>
                  <a:pt x="4698380" y="3745532"/>
                </a:cubicBezTo>
                <a:cubicBezTo>
                  <a:pt x="4751795" y="3714682"/>
                  <a:pt x="4800366" y="3693903"/>
                  <a:pt x="4800366" y="3693903"/>
                </a:cubicBezTo>
                <a:close/>
                <a:moveTo>
                  <a:pt x="4229702" y="3693903"/>
                </a:moveTo>
                <a:lnTo>
                  <a:pt x="4229764" y="3693903"/>
                </a:lnTo>
                <a:lnTo>
                  <a:pt x="4229752" y="3693926"/>
                </a:lnTo>
                <a:close/>
                <a:moveTo>
                  <a:pt x="4009303" y="3693903"/>
                </a:moveTo>
                <a:lnTo>
                  <a:pt x="4031930" y="3733103"/>
                </a:lnTo>
                <a:cubicBezTo>
                  <a:pt x="4031930" y="3733103"/>
                  <a:pt x="3989607" y="3764782"/>
                  <a:pt x="3936200" y="3795632"/>
                </a:cubicBezTo>
                <a:cubicBezTo>
                  <a:pt x="3882785" y="3826482"/>
                  <a:pt x="3834153" y="3847262"/>
                  <a:pt x="3834153" y="3847262"/>
                </a:cubicBezTo>
                <a:lnTo>
                  <a:pt x="3811524" y="3808061"/>
                </a:lnTo>
                <a:lnTo>
                  <a:pt x="3811587" y="3808061"/>
                </a:lnTo>
                <a:cubicBezTo>
                  <a:pt x="3811587" y="3808061"/>
                  <a:pt x="3853909" y="3776383"/>
                  <a:pt x="3907323" y="3745532"/>
                </a:cubicBezTo>
                <a:cubicBezTo>
                  <a:pt x="3960740" y="3714682"/>
                  <a:pt x="4009303" y="3693903"/>
                  <a:pt x="4009303" y="3693903"/>
                </a:cubicBezTo>
                <a:close/>
                <a:moveTo>
                  <a:pt x="3438650" y="3693903"/>
                </a:moveTo>
                <a:lnTo>
                  <a:pt x="3438713" y="3693903"/>
                </a:lnTo>
                <a:lnTo>
                  <a:pt x="3438701" y="3693926"/>
                </a:lnTo>
                <a:close/>
                <a:moveTo>
                  <a:pt x="3218179" y="3693903"/>
                </a:moveTo>
                <a:lnTo>
                  <a:pt x="3240807" y="3733103"/>
                </a:lnTo>
                <a:cubicBezTo>
                  <a:pt x="3240807" y="3733103"/>
                  <a:pt x="3198481" y="3764782"/>
                  <a:pt x="3145079" y="3795632"/>
                </a:cubicBezTo>
                <a:cubicBezTo>
                  <a:pt x="3091661" y="3826482"/>
                  <a:pt x="3043026" y="3847262"/>
                  <a:pt x="3043026" y="3847262"/>
                </a:cubicBezTo>
                <a:lnTo>
                  <a:pt x="3020398" y="3808061"/>
                </a:lnTo>
                <a:lnTo>
                  <a:pt x="3020464" y="3808061"/>
                </a:lnTo>
                <a:cubicBezTo>
                  <a:pt x="3020464" y="3808061"/>
                  <a:pt x="3062787" y="3776383"/>
                  <a:pt x="3116202" y="3745532"/>
                </a:cubicBezTo>
                <a:cubicBezTo>
                  <a:pt x="3169618" y="3714682"/>
                  <a:pt x="3218179" y="3693903"/>
                  <a:pt x="3218179" y="3693903"/>
                </a:cubicBezTo>
                <a:close/>
                <a:moveTo>
                  <a:pt x="2647521" y="3693903"/>
                </a:moveTo>
                <a:lnTo>
                  <a:pt x="2647585" y="3693903"/>
                </a:lnTo>
                <a:lnTo>
                  <a:pt x="2647573" y="3693926"/>
                </a:lnTo>
                <a:close/>
                <a:moveTo>
                  <a:pt x="2427043" y="3693903"/>
                </a:moveTo>
                <a:lnTo>
                  <a:pt x="2449673" y="3733103"/>
                </a:lnTo>
                <a:cubicBezTo>
                  <a:pt x="2449673" y="3733103"/>
                  <a:pt x="2407348" y="3764782"/>
                  <a:pt x="2353932" y="3795632"/>
                </a:cubicBezTo>
                <a:cubicBezTo>
                  <a:pt x="2300519" y="3826482"/>
                  <a:pt x="2251888" y="3847262"/>
                  <a:pt x="2251888" y="3847262"/>
                </a:cubicBezTo>
                <a:lnTo>
                  <a:pt x="2229258" y="3808061"/>
                </a:lnTo>
                <a:lnTo>
                  <a:pt x="2229324" y="3808061"/>
                </a:lnTo>
                <a:cubicBezTo>
                  <a:pt x="2229324" y="3808061"/>
                  <a:pt x="2271643" y="3776383"/>
                  <a:pt x="2325057" y="3745532"/>
                </a:cubicBezTo>
                <a:cubicBezTo>
                  <a:pt x="2378472" y="3714682"/>
                  <a:pt x="2427043" y="3693903"/>
                  <a:pt x="2427043" y="3693903"/>
                </a:cubicBezTo>
                <a:close/>
                <a:moveTo>
                  <a:pt x="1856390" y="3693903"/>
                </a:moveTo>
                <a:lnTo>
                  <a:pt x="1856455" y="3693903"/>
                </a:lnTo>
                <a:lnTo>
                  <a:pt x="1856440" y="3693926"/>
                </a:lnTo>
                <a:close/>
                <a:moveTo>
                  <a:pt x="1635915" y="3693903"/>
                </a:moveTo>
                <a:lnTo>
                  <a:pt x="1658544" y="3733103"/>
                </a:lnTo>
                <a:cubicBezTo>
                  <a:pt x="1658544" y="3733103"/>
                  <a:pt x="1616219" y="3764782"/>
                  <a:pt x="1562806" y="3795632"/>
                </a:cubicBezTo>
                <a:cubicBezTo>
                  <a:pt x="1509393" y="3826482"/>
                  <a:pt x="1460759" y="3847262"/>
                  <a:pt x="1460759" y="3847262"/>
                </a:cubicBezTo>
                <a:lnTo>
                  <a:pt x="1438131" y="3808061"/>
                </a:lnTo>
                <a:lnTo>
                  <a:pt x="1438196" y="3808061"/>
                </a:lnTo>
                <a:cubicBezTo>
                  <a:pt x="1438196" y="3808061"/>
                  <a:pt x="1480518" y="3776383"/>
                  <a:pt x="1533932" y="3745532"/>
                </a:cubicBezTo>
                <a:cubicBezTo>
                  <a:pt x="1587347" y="3714682"/>
                  <a:pt x="1635915" y="3693903"/>
                  <a:pt x="1635915" y="3693903"/>
                </a:cubicBezTo>
                <a:close/>
                <a:moveTo>
                  <a:pt x="1065317" y="3693903"/>
                </a:moveTo>
                <a:lnTo>
                  <a:pt x="1065382" y="3693903"/>
                </a:lnTo>
                <a:lnTo>
                  <a:pt x="1065369" y="3693926"/>
                </a:lnTo>
                <a:close/>
                <a:moveTo>
                  <a:pt x="844900" y="3693903"/>
                </a:moveTo>
                <a:lnTo>
                  <a:pt x="867526" y="3733103"/>
                </a:lnTo>
                <a:cubicBezTo>
                  <a:pt x="867526" y="3733103"/>
                  <a:pt x="825204" y="3764782"/>
                  <a:pt x="771791" y="3795632"/>
                </a:cubicBezTo>
                <a:cubicBezTo>
                  <a:pt x="718378" y="3826482"/>
                  <a:pt x="669744" y="3847262"/>
                  <a:pt x="669744" y="3847262"/>
                </a:cubicBezTo>
                <a:lnTo>
                  <a:pt x="647116" y="3808061"/>
                </a:lnTo>
                <a:cubicBezTo>
                  <a:pt x="647116" y="3808061"/>
                  <a:pt x="689440" y="3776383"/>
                  <a:pt x="742854" y="3745532"/>
                </a:cubicBezTo>
                <a:cubicBezTo>
                  <a:pt x="796268" y="3714682"/>
                  <a:pt x="844900" y="3693903"/>
                  <a:pt x="844900" y="3693903"/>
                </a:cubicBezTo>
                <a:close/>
                <a:moveTo>
                  <a:pt x="274178" y="3693903"/>
                </a:moveTo>
                <a:lnTo>
                  <a:pt x="274242" y="3693903"/>
                </a:lnTo>
                <a:lnTo>
                  <a:pt x="274229" y="3693926"/>
                </a:lnTo>
                <a:close/>
                <a:moveTo>
                  <a:pt x="53706" y="3693903"/>
                </a:moveTo>
                <a:lnTo>
                  <a:pt x="76333" y="3733103"/>
                </a:lnTo>
                <a:cubicBezTo>
                  <a:pt x="76333" y="3733103"/>
                  <a:pt x="65753" y="3741023"/>
                  <a:pt x="48496" y="3752799"/>
                </a:cubicBezTo>
                <a:lnTo>
                  <a:pt x="0" y="3783392"/>
                </a:lnTo>
                <a:lnTo>
                  <a:pt x="0" y="3720121"/>
                </a:lnTo>
                <a:lnTo>
                  <a:pt x="22745" y="3708149"/>
                </a:lnTo>
                <a:cubicBezTo>
                  <a:pt x="41564" y="3699098"/>
                  <a:pt x="53706" y="3693903"/>
                  <a:pt x="53706" y="3693903"/>
                </a:cubicBezTo>
                <a:close/>
                <a:moveTo>
                  <a:pt x="11612508" y="3542202"/>
                </a:moveTo>
                <a:lnTo>
                  <a:pt x="11657764" y="3542202"/>
                </a:lnTo>
                <a:cubicBezTo>
                  <a:pt x="11657764" y="3542202"/>
                  <a:pt x="11664075" y="3594724"/>
                  <a:pt x="11664075" y="3656424"/>
                </a:cubicBezTo>
                <a:cubicBezTo>
                  <a:pt x="11664075" y="3718124"/>
                  <a:pt x="11657764" y="3770583"/>
                  <a:pt x="11657764" y="3770583"/>
                </a:cubicBezTo>
                <a:lnTo>
                  <a:pt x="11612508" y="3770583"/>
                </a:lnTo>
                <a:cubicBezTo>
                  <a:pt x="11612508" y="3770583"/>
                  <a:pt x="11606262" y="3718061"/>
                  <a:pt x="11606262" y="3656424"/>
                </a:cubicBezTo>
                <a:cubicBezTo>
                  <a:pt x="11606262" y="3594788"/>
                  <a:pt x="11612508" y="3542202"/>
                  <a:pt x="11612508" y="3542202"/>
                </a:cubicBezTo>
                <a:close/>
                <a:moveTo>
                  <a:pt x="10821367" y="3542202"/>
                </a:moveTo>
                <a:lnTo>
                  <a:pt x="10866623" y="3542202"/>
                </a:lnTo>
                <a:cubicBezTo>
                  <a:pt x="10866623" y="3542202"/>
                  <a:pt x="10872933" y="3594724"/>
                  <a:pt x="10872933" y="3656424"/>
                </a:cubicBezTo>
                <a:cubicBezTo>
                  <a:pt x="10872933" y="3718124"/>
                  <a:pt x="10866623" y="3770583"/>
                  <a:pt x="10866623" y="3770583"/>
                </a:cubicBezTo>
                <a:lnTo>
                  <a:pt x="10821367" y="3770583"/>
                </a:lnTo>
                <a:cubicBezTo>
                  <a:pt x="10821367" y="3770583"/>
                  <a:pt x="10815121" y="3718061"/>
                  <a:pt x="10815121" y="3656424"/>
                </a:cubicBezTo>
                <a:cubicBezTo>
                  <a:pt x="10815121" y="3594788"/>
                  <a:pt x="10821367" y="3542202"/>
                  <a:pt x="10821367" y="3542202"/>
                </a:cubicBezTo>
                <a:close/>
                <a:moveTo>
                  <a:pt x="10030289" y="3542202"/>
                </a:moveTo>
                <a:lnTo>
                  <a:pt x="10075481" y="3542202"/>
                </a:lnTo>
                <a:cubicBezTo>
                  <a:pt x="10075481" y="3542202"/>
                  <a:pt x="10081791" y="3594724"/>
                  <a:pt x="10081791" y="3656424"/>
                </a:cubicBezTo>
                <a:cubicBezTo>
                  <a:pt x="10081791" y="3718124"/>
                  <a:pt x="10075481" y="3770583"/>
                  <a:pt x="10075481" y="3770583"/>
                </a:cubicBezTo>
                <a:lnTo>
                  <a:pt x="10030289" y="3770583"/>
                </a:lnTo>
                <a:cubicBezTo>
                  <a:pt x="10030289" y="3770583"/>
                  <a:pt x="10023979" y="3718061"/>
                  <a:pt x="10023979" y="3656424"/>
                </a:cubicBezTo>
                <a:cubicBezTo>
                  <a:pt x="10023979" y="3594788"/>
                  <a:pt x="10030289" y="3542202"/>
                  <a:pt x="10030289" y="3542202"/>
                </a:cubicBezTo>
                <a:close/>
                <a:moveTo>
                  <a:pt x="9239147" y="3542202"/>
                </a:moveTo>
                <a:lnTo>
                  <a:pt x="9284403" y="3542202"/>
                </a:lnTo>
                <a:cubicBezTo>
                  <a:pt x="9284403" y="3542202"/>
                  <a:pt x="9290649" y="3594724"/>
                  <a:pt x="9290649" y="3656424"/>
                </a:cubicBezTo>
                <a:cubicBezTo>
                  <a:pt x="9290649" y="3718124"/>
                  <a:pt x="9284403" y="3770583"/>
                  <a:pt x="9284403" y="3770583"/>
                </a:cubicBezTo>
                <a:lnTo>
                  <a:pt x="9239147" y="3770583"/>
                </a:lnTo>
                <a:cubicBezTo>
                  <a:pt x="9239147" y="3770583"/>
                  <a:pt x="9232901" y="3718061"/>
                  <a:pt x="9232901" y="3656424"/>
                </a:cubicBezTo>
                <a:cubicBezTo>
                  <a:pt x="9232901" y="3594788"/>
                  <a:pt x="9239147" y="3542202"/>
                  <a:pt x="9239147" y="3542202"/>
                </a:cubicBezTo>
                <a:close/>
                <a:moveTo>
                  <a:pt x="8448006" y="3542202"/>
                </a:moveTo>
                <a:lnTo>
                  <a:pt x="8493262" y="3542202"/>
                </a:lnTo>
                <a:cubicBezTo>
                  <a:pt x="8493262" y="3542202"/>
                  <a:pt x="8499508" y="3594724"/>
                  <a:pt x="8499508" y="3656424"/>
                </a:cubicBezTo>
                <a:cubicBezTo>
                  <a:pt x="8499508" y="3718124"/>
                  <a:pt x="8493262" y="3770583"/>
                  <a:pt x="8493262" y="3770583"/>
                </a:cubicBezTo>
                <a:lnTo>
                  <a:pt x="8448006" y="3770583"/>
                </a:lnTo>
                <a:cubicBezTo>
                  <a:pt x="8448006" y="3770583"/>
                  <a:pt x="8441760" y="3718061"/>
                  <a:pt x="8441760" y="3656424"/>
                </a:cubicBezTo>
                <a:cubicBezTo>
                  <a:pt x="8441760" y="3594788"/>
                  <a:pt x="8448006" y="3542202"/>
                  <a:pt x="8448006" y="3542202"/>
                </a:cubicBezTo>
                <a:close/>
                <a:moveTo>
                  <a:pt x="7656865" y="3542202"/>
                </a:moveTo>
                <a:lnTo>
                  <a:pt x="7702121" y="3542202"/>
                </a:lnTo>
                <a:cubicBezTo>
                  <a:pt x="7702121" y="3542202"/>
                  <a:pt x="7708431" y="3594724"/>
                  <a:pt x="7708431" y="3656424"/>
                </a:cubicBezTo>
                <a:cubicBezTo>
                  <a:pt x="7708431" y="3718124"/>
                  <a:pt x="7702121" y="3770583"/>
                  <a:pt x="7702121" y="3770583"/>
                </a:cubicBezTo>
                <a:lnTo>
                  <a:pt x="7656865" y="3770583"/>
                </a:lnTo>
                <a:cubicBezTo>
                  <a:pt x="7656865" y="3770583"/>
                  <a:pt x="7650619" y="3718061"/>
                  <a:pt x="7650619" y="3656424"/>
                </a:cubicBezTo>
                <a:cubicBezTo>
                  <a:pt x="7650619" y="3594788"/>
                  <a:pt x="7656865" y="3542202"/>
                  <a:pt x="7656865" y="3542202"/>
                </a:cubicBezTo>
                <a:close/>
                <a:moveTo>
                  <a:pt x="6865787" y="3542202"/>
                </a:moveTo>
                <a:lnTo>
                  <a:pt x="6910979" y="3542202"/>
                </a:lnTo>
                <a:cubicBezTo>
                  <a:pt x="6910979" y="3542202"/>
                  <a:pt x="6917290" y="3594724"/>
                  <a:pt x="6917290" y="3656424"/>
                </a:cubicBezTo>
                <a:cubicBezTo>
                  <a:pt x="6917290" y="3718124"/>
                  <a:pt x="6910979" y="3770583"/>
                  <a:pt x="6910979" y="3770583"/>
                </a:cubicBezTo>
                <a:lnTo>
                  <a:pt x="6865787" y="3770583"/>
                </a:lnTo>
                <a:cubicBezTo>
                  <a:pt x="6865787" y="3770583"/>
                  <a:pt x="6859477" y="3718061"/>
                  <a:pt x="6859477" y="3656424"/>
                </a:cubicBezTo>
                <a:cubicBezTo>
                  <a:pt x="6859477" y="3594788"/>
                  <a:pt x="6865787" y="3542202"/>
                  <a:pt x="6865787" y="3542202"/>
                </a:cubicBezTo>
                <a:close/>
                <a:moveTo>
                  <a:pt x="6074648" y="3542202"/>
                </a:moveTo>
                <a:lnTo>
                  <a:pt x="6119901" y="3542202"/>
                </a:lnTo>
                <a:cubicBezTo>
                  <a:pt x="6119901" y="3542202"/>
                  <a:pt x="6126212" y="3594724"/>
                  <a:pt x="6126212" y="3656424"/>
                </a:cubicBezTo>
                <a:cubicBezTo>
                  <a:pt x="6126212" y="3718124"/>
                  <a:pt x="6119901" y="3770583"/>
                  <a:pt x="6119901" y="3770583"/>
                </a:cubicBezTo>
                <a:lnTo>
                  <a:pt x="6074648" y="3770583"/>
                </a:lnTo>
                <a:cubicBezTo>
                  <a:pt x="6074648" y="3770583"/>
                  <a:pt x="6068400" y="3718061"/>
                  <a:pt x="6068400" y="3656424"/>
                </a:cubicBezTo>
                <a:cubicBezTo>
                  <a:pt x="6068400" y="3594788"/>
                  <a:pt x="6074648" y="3542202"/>
                  <a:pt x="6074648" y="3542202"/>
                </a:cubicBezTo>
                <a:close/>
                <a:moveTo>
                  <a:pt x="5283517" y="3542202"/>
                </a:moveTo>
                <a:lnTo>
                  <a:pt x="5328774" y="3542202"/>
                </a:lnTo>
                <a:cubicBezTo>
                  <a:pt x="5328774" y="3542202"/>
                  <a:pt x="5335084" y="3594724"/>
                  <a:pt x="5335084" y="3656424"/>
                </a:cubicBezTo>
                <a:cubicBezTo>
                  <a:pt x="5335084" y="3718124"/>
                  <a:pt x="5328774" y="3770583"/>
                  <a:pt x="5328774" y="3770583"/>
                </a:cubicBezTo>
                <a:lnTo>
                  <a:pt x="5283517" y="3770583"/>
                </a:lnTo>
                <a:cubicBezTo>
                  <a:pt x="5283517" y="3770583"/>
                  <a:pt x="5277271" y="3718061"/>
                  <a:pt x="5277271" y="3656424"/>
                </a:cubicBezTo>
                <a:cubicBezTo>
                  <a:pt x="5277271" y="3594788"/>
                  <a:pt x="5283517" y="3542202"/>
                  <a:pt x="5283517" y="3542202"/>
                </a:cubicBezTo>
                <a:close/>
                <a:moveTo>
                  <a:pt x="4492377" y="3542202"/>
                </a:moveTo>
                <a:lnTo>
                  <a:pt x="4537632" y="3542202"/>
                </a:lnTo>
                <a:cubicBezTo>
                  <a:pt x="4537632" y="3542202"/>
                  <a:pt x="4543944" y="3594724"/>
                  <a:pt x="4543944" y="3656424"/>
                </a:cubicBezTo>
                <a:cubicBezTo>
                  <a:pt x="4543944" y="3718124"/>
                  <a:pt x="4537632" y="3770583"/>
                  <a:pt x="4537632" y="3770583"/>
                </a:cubicBezTo>
                <a:lnTo>
                  <a:pt x="4492377" y="3770583"/>
                </a:lnTo>
                <a:cubicBezTo>
                  <a:pt x="4492377" y="3770583"/>
                  <a:pt x="4486128" y="3718061"/>
                  <a:pt x="4486128" y="3656424"/>
                </a:cubicBezTo>
                <a:cubicBezTo>
                  <a:pt x="4486128" y="3594788"/>
                  <a:pt x="4492377" y="3542202"/>
                  <a:pt x="4492377" y="3542202"/>
                </a:cubicBezTo>
                <a:close/>
                <a:moveTo>
                  <a:pt x="3701387" y="3542202"/>
                </a:moveTo>
                <a:lnTo>
                  <a:pt x="3746642" y="3542202"/>
                </a:lnTo>
                <a:cubicBezTo>
                  <a:pt x="3746642" y="3542202"/>
                  <a:pt x="3752953" y="3594724"/>
                  <a:pt x="3752953" y="3656424"/>
                </a:cubicBezTo>
                <a:cubicBezTo>
                  <a:pt x="3752953" y="3718124"/>
                  <a:pt x="3746642" y="3770583"/>
                  <a:pt x="3746642" y="3770583"/>
                </a:cubicBezTo>
                <a:lnTo>
                  <a:pt x="3701387" y="3770583"/>
                </a:lnTo>
                <a:cubicBezTo>
                  <a:pt x="3701387" y="3770583"/>
                  <a:pt x="3695075" y="3718061"/>
                  <a:pt x="3695075" y="3656424"/>
                </a:cubicBezTo>
                <a:cubicBezTo>
                  <a:pt x="3695075" y="3594788"/>
                  <a:pt x="3701387" y="3542202"/>
                  <a:pt x="3701387" y="3542202"/>
                </a:cubicBezTo>
                <a:close/>
                <a:moveTo>
                  <a:pt x="2910259" y="3542202"/>
                </a:moveTo>
                <a:lnTo>
                  <a:pt x="2955512" y="3542202"/>
                </a:lnTo>
                <a:cubicBezTo>
                  <a:pt x="2955512" y="3542202"/>
                  <a:pt x="2961822" y="3594724"/>
                  <a:pt x="2961822" y="3656424"/>
                </a:cubicBezTo>
                <a:cubicBezTo>
                  <a:pt x="2961822" y="3718124"/>
                  <a:pt x="2955512" y="3770583"/>
                  <a:pt x="2955512" y="3770583"/>
                </a:cubicBezTo>
                <a:lnTo>
                  <a:pt x="2910259" y="3770583"/>
                </a:lnTo>
                <a:cubicBezTo>
                  <a:pt x="2910259" y="3770583"/>
                  <a:pt x="2903952" y="3718061"/>
                  <a:pt x="2903952" y="3656424"/>
                </a:cubicBezTo>
                <a:cubicBezTo>
                  <a:pt x="2903952" y="3594788"/>
                  <a:pt x="2910259" y="3542202"/>
                  <a:pt x="2910259" y="3542202"/>
                </a:cubicBezTo>
                <a:close/>
                <a:moveTo>
                  <a:pt x="2119119" y="3542202"/>
                </a:moveTo>
                <a:lnTo>
                  <a:pt x="2164366" y="3542202"/>
                </a:lnTo>
                <a:cubicBezTo>
                  <a:pt x="2164366" y="3542202"/>
                  <a:pt x="2170679" y="3594724"/>
                  <a:pt x="2170679" y="3656424"/>
                </a:cubicBezTo>
                <a:cubicBezTo>
                  <a:pt x="2170679" y="3718124"/>
                  <a:pt x="2164366" y="3770583"/>
                  <a:pt x="2164366" y="3770583"/>
                </a:cubicBezTo>
                <a:lnTo>
                  <a:pt x="2119119" y="3770583"/>
                </a:lnTo>
                <a:cubicBezTo>
                  <a:pt x="2119119" y="3770583"/>
                  <a:pt x="2112868" y="3718061"/>
                  <a:pt x="2112868" y="3656424"/>
                </a:cubicBezTo>
                <a:cubicBezTo>
                  <a:pt x="2112868" y="3594788"/>
                  <a:pt x="2119119" y="3542202"/>
                  <a:pt x="2119119" y="3542202"/>
                </a:cubicBezTo>
                <a:close/>
                <a:moveTo>
                  <a:pt x="1327990" y="3542202"/>
                </a:moveTo>
                <a:lnTo>
                  <a:pt x="1373245" y="3542202"/>
                </a:lnTo>
                <a:cubicBezTo>
                  <a:pt x="1373245" y="3542202"/>
                  <a:pt x="1379556" y="3594724"/>
                  <a:pt x="1379556" y="3656424"/>
                </a:cubicBezTo>
                <a:cubicBezTo>
                  <a:pt x="1379556" y="3718124"/>
                  <a:pt x="1373245" y="3770583"/>
                  <a:pt x="1373245" y="3770583"/>
                </a:cubicBezTo>
                <a:lnTo>
                  <a:pt x="1327990" y="3770583"/>
                </a:lnTo>
                <a:cubicBezTo>
                  <a:pt x="1327990" y="3770583"/>
                  <a:pt x="1321744" y="3718061"/>
                  <a:pt x="1321744" y="3656424"/>
                </a:cubicBezTo>
                <a:cubicBezTo>
                  <a:pt x="1321744" y="3594788"/>
                  <a:pt x="1327990" y="3542202"/>
                  <a:pt x="1327990" y="3542202"/>
                </a:cubicBezTo>
                <a:close/>
                <a:moveTo>
                  <a:pt x="536912" y="3542202"/>
                </a:moveTo>
                <a:lnTo>
                  <a:pt x="582167" y="3542202"/>
                </a:lnTo>
                <a:cubicBezTo>
                  <a:pt x="582167" y="3542202"/>
                  <a:pt x="588477" y="3594724"/>
                  <a:pt x="588477" y="3656424"/>
                </a:cubicBezTo>
                <a:cubicBezTo>
                  <a:pt x="588477" y="3718124"/>
                  <a:pt x="582167" y="3770583"/>
                  <a:pt x="582167" y="3770583"/>
                </a:cubicBezTo>
                <a:lnTo>
                  <a:pt x="536912" y="3770583"/>
                </a:lnTo>
                <a:cubicBezTo>
                  <a:pt x="536912" y="3770583"/>
                  <a:pt x="530665" y="3718061"/>
                  <a:pt x="530665" y="3656424"/>
                </a:cubicBezTo>
                <a:cubicBezTo>
                  <a:pt x="530665" y="3594788"/>
                  <a:pt x="536912" y="3542202"/>
                  <a:pt x="536912" y="3542202"/>
                </a:cubicBezTo>
                <a:close/>
                <a:moveTo>
                  <a:pt x="0" y="3529352"/>
                </a:moveTo>
                <a:lnTo>
                  <a:pt x="48559" y="3559985"/>
                </a:lnTo>
                <a:cubicBezTo>
                  <a:pt x="65816" y="3571761"/>
                  <a:pt x="76396" y="3579681"/>
                  <a:pt x="76396" y="3579681"/>
                </a:cubicBezTo>
                <a:lnTo>
                  <a:pt x="53769" y="3618881"/>
                </a:lnTo>
                <a:cubicBezTo>
                  <a:pt x="53769" y="3618881"/>
                  <a:pt x="41611" y="3613686"/>
                  <a:pt x="22784" y="3604635"/>
                </a:cubicBezTo>
                <a:lnTo>
                  <a:pt x="0" y="3592638"/>
                </a:lnTo>
                <a:close/>
                <a:moveTo>
                  <a:pt x="12203753" y="3523666"/>
                </a:moveTo>
                <a:lnTo>
                  <a:pt x="12203753" y="3587898"/>
                </a:lnTo>
                <a:lnTo>
                  <a:pt x="12171908" y="3604667"/>
                </a:lnTo>
                <a:cubicBezTo>
                  <a:pt x="12153072" y="3613734"/>
                  <a:pt x="12140914" y="3618944"/>
                  <a:pt x="12140914" y="3618944"/>
                </a:cubicBezTo>
                <a:lnTo>
                  <a:pt x="12118286" y="3579744"/>
                </a:lnTo>
                <a:lnTo>
                  <a:pt x="12118286" y="3579681"/>
                </a:lnTo>
                <a:cubicBezTo>
                  <a:pt x="12118286" y="3579681"/>
                  <a:pt x="12128867" y="3571761"/>
                  <a:pt x="12146132" y="3559985"/>
                </a:cubicBezTo>
                <a:close/>
                <a:moveTo>
                  <a:pt x="5416402" y="3465545"/>
                </a:moveTo>
                <a:lnTo>
                  <a:pt x="5424781" y="3469260"/>
                </a:lnTo>
                <a:cubicBezTo>
                  <a:pt x="5440965" y="3476565"/>
                  <a:pt x="5478335" y="3494062"/>
                  <a:pt x="5518395" y="3517152"/>
                </a:cubicBezTo>
                <a:cubicBezTo>
                  <a:pt x="5571809" y="3548002"/>
                  <a:pt x="5614131" y="3579681"/>
                  <a:pt x="5614131" y="3579681"/>
                </a:cubicBezTo>
                <a:lnTo>
                  <a:pt x="5591504" y="3618881"/>
                </a:lnTo>
                <a:cubicBezTo>
                  <a:pt x="5591504" y="3618881"/>
                  <a:pt x="5542870" y="3598102"/>
                  <a:pt x="5489521" y="3567251"/>
                </a:cubicBezTo>
                <a:cubicBezTo>
                  <a:pt x="5436110" y="3536401"/>
                  <a:pt x="5393787" y="3504722"/>
                  <a:pt x="5393787" y="3504722"/>
                </a:cubicBezTo>
                <a:close/>
                <a:moveTo>
                  <a:pt x="4625259" y="3465545"/>
                </a:moveTo>
                <a:lnTo>
                  <a:pt x="4633642" y="3469260"/>
                </a:lnTo>
                <a:cubicBezTo>
                  <a:pt x="4649825" y="3476565"/>
                  <a:pt x="4687193" y="3494062"/>
                  <a:pt x="4727254" y="3517152"/>
                </a:cubicBezTo>
                <a:cubicBezTo>
                  <a:pt x="4780668" y="3548002"/>
                  <a:pt x="4822988" y="3579681"/>
                  <a:pt x="4822988" y="3579681"/>
                </a:cubicBezTo>
                <a:lnTo>
                  <a:pt x="4800366" y="3618881"/>
                </a:lnTo>
                <a:cubicBezTo>
                  <a:pt x="4800366" y="3618881"/>
                  <a:pt x="4751732" y="3598102"/>
                  <a:pt x="4698380" y="3567251"/>
                </a:cubicBezTo>
                <a:cubicBezTo>
                  <a:pt x="4644967" y="3536401"/>
                  <a:pt x="4602649" y="3504722"/>
                  <a:pt x="4602649" y="3504722"/>
                </a:cubicBezTo>
                <a:close/>
                <a:moveTo>
                  <a:pt x="3834266" y="3465545"/>
                </a:moveTo>
                <a:lnTo>
                  <a:pt x="3842651" y="3469260"/>
                </a:lnTo>
                <a:cubicBezTo>
                  <a:pt x="3858829" y="3476565"/>
                  <a:pt x="3896202" y="3494062"/>
                  <a:pt x="3936263" y="3517152"/>
                </a:cubicBezTo>
                <a:cubicBezTo>
                  <a:pt x="3989670" y="3548002"/>
                  <a:pt x="4031992" y="3579681"/>
                  <a:pt x="4031992" y="3579681"/>
                </a:cubicBezTo>
                <a:lnTo>
                  <a:pt x="4009366" y="3618881"/>
                </a:lnTo>
                <a:cubicBezTo>
                  <a:pt x="4009366" y="3618881"/>
                  <a:pt x="3960803" y="3598102"/>
                  <a:pt x="3907391" y="3567251"/>
                </a:cubicBezTo>
                <a:cubicBezTo>
                  <a:pt x="3853972" y="3536401"/>
                  <a:pt x="3811651" y="3504722"/>
                  <a:pt x="3811651" y="3504722"/>
                </a:cubicBezTo>
                <a:close/>
                <a:moveTo>
                  <a:pt x="3043144" y="3465545"/>
                </a:moveTo>
                <a:lnTo>
                  <a:pt x="3051523" y="3469260"/>
                </a:lnTo>
                <a:cubicBezTo>
                  <a:pt x="3067710" y="3476565"/>
                  <a:pt x="3105083" y="3494062"/>
                  <a:pt x="3145144" y="3517152"/>
                </a:cubicBezTo>
                <a:cubicBezTo>
                  <a:pt x="3198544" y="3548002"/>
                  <a:pt x="3240871" y="3579681"/>
                  <a:pt x="3240871" y="3579681"/>
                </a:cubicBezTo>
                <a:lnTo>
                  <a:pt x="3218243" y="3618881"/>
                </a:lnTo>
                <a:cubicBezTo>
                  <a:pt x="3218243" y="3618881"/>
                  <a:pt x="3169679" y="3598102"/>
                  <a:pt x="3116268" y="3567251"/>
                </a:cubicBezTo>
                <a:cubicBezTo>
                  <a:pt x="3062852" y="3536401"/>
                  <a:pt x="3020525" y="3504722"/>
                  <a:pt x="3020525" y="3504722"/>
                </a:cubicBezTo>
                <a:close/>
                <a:moveTo>
                  <a:pt x="2252000" y="3465545"/>
                </a:moveTo>
                <a:lnTo>
                  <a:pt x="2260383" y="3469260"/>
                </a:lnTo>
                <a:cubicBezTo>
                  <a:pt x="2276564" y="3476565"/>
                  <a:pt x="2313933" y="3494062"/>
                  <a:pt x="2353993" y="3517152"/>
                </a:cubicBezTo>
                <a:cubicBezTo>
                  <a:pt x="2407411" y="3548002"/>
                  <a:pt x="2449735" y="3579681"/>
                  <a:pt x="2449735" y="3579681"/>
                </a:cubicBezTo>
                <a:lnTo>
                  <a:pt x="2427108" y="3618881"/>
                </a:lnTo>
                <a:cubicBezTo>
                  <a:pt x="2427108" y="3618881"/>
                  <a:pt x="2378532" y="3598102"/>
                  <a:pt x="2325122" y="3567251"/>
                </a:cubicBezTo>
                <a:cubicBezTo>
                  <a:pt x="2271708" y="3536401"/>
                  <a:pt x="2229387" y="3504722"/>
                  <a:pt x="2229387" y="3504722"/>
                </a:cubicBezTo>
                <a:close/>
                <a:moveTo>
                  <a:pt x="1460873" y="3465545"/>
                </a:moveTo>
                <a:lnTo>
                  <a:pt x="1469257" y="3469260"/>
                </a:lnTo>
                <a:cubicBezTo>
                  <a:pt x="1485439" y="3476565"/>
                  <a:pt x="1522810" y="3494062"/>
                  <a:pt x="1562870" y="3517152"/>
                </a:cubicBezTo>
                <a:cubicBezTo>
                  <a:pt x="1616284" y="3548002"/>
                  <a:pt x="1658607" y="3579681"/>
                  <a:pt x="1658607" y="3579681"/>
                </a:cubicBezTo>
                <a:lnTo>
                  <a:pt x="1635980" y="3618881"/>
                </a:lnTo>
                <a:cubicBezTo>
                  <a:pt x="1635980" y="3618881"/>
                  <a:pt x="1587410" y="3598102"/>
                  <a:pt x="1533999" y="3567251"/>
                </a:cubicBezTo>
                <a:cubicBezTo>
                  <a:pt x="1480583" y="3536401"/>
                  <a:pt x="1438259" y="3504722"/>
                  <a:pt x="1438259" y="3504722"/>
                </a:cubicBezTo>
                <a:close/>
                <a:moveTo>
                  <a:pt x="669795" y="3465545"/>
                </a:moveTo>
                <a:lnTo>
                  <a:pt x="678178" y="3469260"/>
                </a:lnTo>
                <a:cubicBezTo>
                  <a:pt x="694360" y="3476565"/>
                  <a:pt x="731732" y="3494062"/>
                  <a:pt x="771792" y="3517152"/>
                </a:cubicBezTo>
                <a:cubicBezTo>
                  <a:pt x="825204" y="3548002"/>
                  <a:pt x="867526" y="3579681"/>
                  <a:pt x="867526" y="3579681"/>
                </a:cubicBezTo>
                <a:lnTo>
                  <a:pt x="844900" y="3618881"/>
                </a:lnTo>
                <a:cubicBezTo>
                  <a:pt x="844900" y="3618881"/>
                  <a:pt x="796268" y="3598102"/>
                  <a:pt x="742918" y="3567251"/>
                </a:cubicBezTo>
                <a:cubicBezTo>
                  <a:pt x="689504" y="3536401"/>
                  <a:pt x="647181" y="3504722"/>
                  <a:pt x="647181" y="3504722"/>
                </a:cubicBezTo>
                <a:close/>
                <a:moveTo>
                  <a:pt x="11745343" y="3465522"/>
                </a:moveTo>
                <a:cubicBezTo>
                  <a:pt x="11745343" y="3465522"/>
                  <a:pt x="11793976" y="3486365"/>
                  <a:pt x="11847390" y="3517152"/>
                </a:cubicBezTo>
                <a:cubicBezTo>
                  <a:pt x="11900804" y="3548002"/>
                  <a:pt x="11943128" y="3579681"/>
                  <a:pt x="11943128" y="3579681"/>
                </a:cubicBezTo>
                <a:lnTo>
                  <a:pt x="11920501" y="3618881"/>
                </a:lnTo>
                <a:cubicBezTo>
                  <a:pt x="11920501" y="3618881"/>
                  <a:pt x="11871867" y="3598102"/>
                  <a:pt x="11818516" y="3567251"/>
                </a:cubicBezTo>
                <a:cubicBezTo>
                  <a:pt x="11765038" y="3536401"/>
                  <a:pt x="11722715" y="3504722"/>
                  <a:pt x="11722715" y="3504722"/>
                </a:cubicBezTo>
                <a:close/>
                <a:moveTo>
                  <a:pt x="11524930" y="3465522"/>
                </a:moveTo>
                <a:lnTo>
                  <a:pt x="11547558" y="3504722"/>
                </a:lnTo>
                <a:cubicBezTo>
                  <a:pt x="11547558" y="3504722"/>
                  <a:pt x="11505234" y="3536401"/>
                  <a:pt x="11451820" y="3567251"/>
                </a:cubicBezTo>
                <a:cubicBezTo>
                  <a:pt x="11398406" y="3598102"/>
                  <a:pt x="11349836" y="3618944"/>
                  <a:pt x="11349836" y="3618944"/>
                </a:cubicBezTo>
                <a:lnTo>
                  <a:pt x="11327208" y="3579744"/>
                </a:lnTo>
                <a:lnTo>
                  <a:pt x="11327208" y="3579681"/>
                </a:lnTo>
                <a:cubicBezTo>
                  <a:pt x="11327208" y="3579681"/>
                  <a:pt x="11369531" y="3548002"/>
                  <a:pt x="11422946" y="3517152"/>
                </a:cubicBezTo>
                <a:cubicBezTo>
                  <a:pt x="11476360" y="3486301"/>
                  <a:pt x="11524930" y="3465522"/>
                  <a:pt x="11524930" y="3465522"/>
                </a:cubicBezTo>
                <a:close/>
                <a:moveTo>
                  <a:pt x="10954265" y="3465522"/>
                </a:moveTo>
                <a:cubicBezTo>
                  <a:pt x="10954265" y="3465522"/>
                  <a:pt x="11002835" y="3486365"/>
                  <a:pt x="11056249" y="3517152"/>
                </a:cubicBezTo>
                <a:cubicBezTo>
                  <a:pt x="11109664" y="3548002"/>
                  <a:pt x="11151987" y="3579681"/>
                  <a:pt x="11151987" y="3579681"/>
                </a:cubicBezTo>
                <a:lnTo>
                  <a:pt x="11129360" y="3618881"/>
                </a:lnTo>
                <a:cubicBezTo>
                  <a:pt x="11129360" y="3618881"/>
                  <a:pt x="11080790" y="3598102"/>
                  <a:pt x="11027376" y="3567251"/>
                </a:cubicBezTo>
                <a:cubicBezTo>
                  <a:pt x="10973961" y="3536401"/>
                  <a:pt x="10931638" y="3504722"/>
                  <a:pt x="10931638" y="3504722"/>
                </a:cubicBezTo>
                <a:close/>
                <a:moveTo>
                  <a:pt x="10733788" y="3465522"/>
                </a:moveTo>
                <a:lnTo>
                  <a:pt x="10756416" y="3504722"/>
                </a:lnTo>
                <a:cubicBezTo>
                  <a:pt x="10756416" y="3504722"/>
                  <a:pt x="10714092" y="3536401"/>
                  <a:pt x="10660678" y="3567251"/>
                </a:cubicBezTo>
                <a:cubicBezTo>
                  <a:pt x="10607264" y="3598102"/>
                  <a:pt x="10558694" y="3618944"/>
                  <a:pt x="10558694" y="3618944"/>
                </a:cubicBezTo>
                <a:lnTo>
                  <a:pt x="10536066" y="3579744"/>
                </a:lnTo>
                <a:lnTo>
                  <a:pt x="10536066" y="3579681"/>
                </a:lnTo>
                <a:cubicBezTo>
                  <a:pt x="10536066" y="3579681"/>
                  <a:pt x="10578389" y="3548002"/>
                  <a:pt x="10631804" y="3517152"/>
                </a:cubicBezTo>
                <a:cubicBezTo>
                  <a:pt x="10685218" y="3486301"/>
                  <a:pt x="10733788" y="3465522"/>
                  <a:pt x="10733788" y="3465522"/>
                </a:cubicBezTo>
                <a:close/>
                <a:moveTo>
                  <a:pt x="10163123" y="3465522"/>
                </a:moveTo>
                <a:cubicBezTo>
                  <a:pt x="10163123" y="3465522"/>
                  <a:pt x="10211693" y="3486365"/>
                  <a:pt x="10265107" y="3517152"/>
                </a:cubicBezTo>
                <a:cubicBezTo>
                  <a:pt x="10318522" y="3548002"/>
                  <a:pt x="10360845" y="3579681"/>
                  <a:pt x="10360845" y="3579681"/>
                </a:cubicBezTo>
                <a:lnTo>
                  <a:pt x="10338218" y="3618881"/>
                </a:lnTo>
                <a:cubicBezTo>
                  <a:pt x="10338218" y="3618881"/>
                  <a:pt x="10289648" y="3598102"/>
                  <a:pt x="10236234" y="3567251"/>
                </a:cubicBezTo>
                <a:cubicBezTo>
                  <a:pt x="10182819" y="3536401"/>
                  <a:pt x="10140496" y="3504722"/>
                  <a:pt x="10140496" y="3504722"/>
                </a:cubicBezTo>
                <a:close/>
                <a:moveTo>
                  <a:pt x="9942711" y="3465522"/>
                </a:moveTo>
                <a:lnTo>
                  <a:pt x="9965275" y="3504722"/>
                </a:lnTo>
                <a:cubicBezTo>
                  <a:pt x="9965275" y="3504722"/>
                  <a:pt x="9922951" y="3536401"/>
                  <a:pt x="9869601" y="3567251"/>
                </a:cubicBezTo>
                <a:cubicBezTo>
                  <a:pt x="9816123" y="3598102"/>
                  <a:pt x="9767553" y="3618944"/>
                  <a:pt x="9767553" y="3618944"/>
                </a:cubicBezTo>
                <a:lnTo>
                  <a:pt x="9744925" y="3579744"/>
                </a:lnTo>
                <a:lnTo>
                  <a:pt x="9744925" y="3579681"/>
                </a:lnTo>
                <a:cubicBezTo>
                  <a:pt x="9744925" y="3579681"/>
                  <a:pt x="9787248" y="3548002"/>
                  <a:pt x="9840663" y="3517152"/>
                </a:cubicBezTo>
                <a:cubicBezTo>
                  <a:pt x="9894077" y="3486301"/>
                  <a:pt x="9942711" y="3465522"/>
                  <a:pt x="9942711" y="3465522"/>
                </a:cubicBezTo>
                <a:close/>
                <a:moveTo>
                  <a:pt x="9371982" y="3465522"/>
                </a:moveTo>
                <a:cubicBezTo>
                  <a:pt x="9371982" y="3465522"/>
                  <a:pt x="9420552" y="3486365"/>
                  <a:pt x="9474030" y="3517152"/>
                </a:cubicBezTo>
                <a:cubicBezTo>
                  <a:pt x="9527381" y="3548002"/>
                  <a:pt x="9569768" y="3579681"/>
                  <a:pt x="9569768" y="3579681"/>
                </a:cubicBezTo>
                <a:lnTo>
                  <a:pt x="9547140" y="3618881"/>
                </a:lnTo>
                <a:cubicBezTo>
                  <a:pt x="9547140" y="3618881"/>
                  <a:pt x="9498507" y="3598102"/>
                  <a:pt x="9445093" y="3567251"/>
                </a:cubicBezTo>
                <a:cubicBezTo>
                  <a:pt x="9391678" y="3536401"/>
                  <a:pt x="9349355" y="3504722"/>
                  <a:pt x="9349355" y="3504722"/>
                </a:cubicBezTo>
                <a:close/>
                <a:moveTo>
                  <a:pt x="9151570" y="3465522"/>
                </a:moveTo>
                <a:lnTo>
                  <a:pt x="9174198" y="3504722"/>
                </a:lnTo>
                <a:cubicBezTo>
                  <a:pt x="9174198" y="3504722"/>
                  <a:pt x="9131874" y="3536401"/>
                  <a:pt x="9078460" y="3567251"/>
                </a:cubicBezTo>
                <a:cubicBezTo>
                  <a:pt x="9025046" y="3598102"/>
                  <a:pt x="8976412" y="3618944"/>
                  <a:pt x="8976412" y="3618944"/>
                </a:cubicBezTo>
                <a:lnTo>
                  <a:pt x="8953784" y="3579744"/>
                </a:lnTo>
                <a:lnTo>
                  <a:pt x="8953784" y="3579681"/>
                </a:lnTo>
                <a:cubicBezTo>
                  <a:pt x="8953784" y="3579681"/>
                  <a:pt x="8996107" y="3548002"/>
                  <a:pt x="9049585" y="3517152"/>
                </a:cubicBezTo>
                <a:cubicBezTo>
                  <a:pt x="9102936" y="3486301"/>
                  <a:pt x="9151570" y="3465522"/>
                  <a:pt x="9151570" y="3465522"/>
                </a:cubicBezTo>
                <a:close/>
                <a:moveTo>
                  <a:pt x="8580840" y="3465522"/>
                </a:moveTo>
                <a:cubicBezTo>
                  <a:pt x="8580840" y="3465522"/>
                  <a:pt x="8629474" y="3486365"/>
                  <a:pt x="8682888" y="3517152"/>
                </a:cubicBezTo>
                <a:cubicBezTo>
                  <a:pt x="8736302" y="3548002"/>
                  <a:pt x="8778626" y="3579681"/>
                  <a:pt x="8778626" y="3579681"/>
                </a:cubicBezTo>
                <a:lnTo>
                  <a:pt x="8755998" y="3618881"/>
                </a:lnTo>
                <a:cubicBezTo>
                  <a:pt x="8755998" y="3618881"/>
                  <a:pt x="8707364" y="3598102"/>
                  <a:pt x="8654014" y="3567251"/>
                </a:cubicBezTo>
                <a:cubicBezTo>
                  <a:pt x="8600536" y="3536401"/>
                  <a:pt x="8558213" y="3504722"/>
                  <a:pt x="8558213" y="3504722"/>
                </a:cubicBezTo>
                <a:close/>
                <a:moveTo>
                  <a:pt x="8360428" y="3465522"/>
                </a:moveTo>
                <a:lnTo>
                  <a:pt x="8383056" y="3504722"/>
                </a:lnTo>
                <a:cubicBezTo>
                  <a:pt x="8383056" y="3504722"/>
                  <a:pt x="8340732" y="3536401"/>
                  <a:pt x="8287318" y="3567251"/>
                </a:cubicBezTo>
                <a:cubicBezTo>
                  <a:pt x="8233904" y="3598102"/>
                  <a:pt x="8185270" y="3618944"/>
                  <a:pt x="8185270" y="3618944"/>
                </a:cubicBezTo>
                <a:lnTo>
                  <a:pt x="8162642" y="3579744"/>
                </a:lnTo>
                <a:lnTo>
                  <a:pt x="8162642" y="3579681"/>
                </a:lnTo>
                <a:cubicBezTo>
                  <a:pt x="8162642" y="3579681"/>
                  <a:pt x="8204965" y="3548002"/>
                  <a:pt x="8258443" y="3517152"/>
                </a:cubicBezTo>
                <a:cubicBezTo>
                  <a:pt x="8311794" y="3486301"/>
                  <a:pt x="8360428" y="3465522"/>
                  <a:pt x="8360428" y="3465522"/>
                </a:cubicBezTo>
                <a:close/>
                <a:moveTo>
                  <a:pt x="7789699" y="3465522"/>
                </a:moveTo>
                <a:cubicBezTo>
                  <a:pt x="7789699" y="3465522"/>
                  <a:pt x="7838333" y="3486365"/>
                  <a:pt x="7891747" y="3517152"/>
                </a:cubicBezTo>
                <a:cubicBezTo>
                  <a:pt x="7945161" y="3548002"/>
                  <a:pt x="7987485" y="3579681"/>
                  <a:pt x="7987485" y="3579681"/>
                </a:cubicBezTo>
                <a:lnTo>
                  <a:pt x="7964857" y="3618881"/>
                </a:lnTo>
                <a:cubicBezTo>
                  <a:pt x="7964857" y="3618881"/>
                  <a:pt x="7916223" y="3598102"/>
                  <a:pt x="7862873" y="3567251"/>
                </a:cubicBezTo>
                <a:cubicBezTo>
                  <a:pt x="7809395" y="3536401"/>
                  <a:pt x="7767072" y="3504722"/>
                  <a:pt x="7767072" y="3504722"/>
                </a:cubicBezTo>
                <a:close/>
                <a:moveTo>
                  <a:pt x="7569286" y="3465522"/>
                </a:moveTo>
                <a:lnTo>
                  <a:pt x="7591913" y="3504722"/>
                </a:lnTo>
                <a:cubicBezTo>
                  <a:pt x="7591913" y="3504722"/>
                  <a:pt x="7549590" y="3536401"/>
                  <a:pt x="7496176" y="3567251"/>
                </a:cubicBezTo>
                <a:cubicBezTo>
                  <a:pt x="7442762" y="3598102"/>
                  <a:pt x="7394128" y="3618944"/>
                  <a:pt x="7394128" y="3618944"/>
                </a:cubicBezTo>
                <a:lnTo>
                  <a:pt x="7371564" y="3579744"/>
                </a:lnTo>
                <a:lnTo>
                  <a:pt x="7371564" y="3579681"/>
                </a:lnTo>
                <a:cubicBezTo>
                  <a:pt x="7371564" y="3579681"/>
                  <a:pt x="7413887" y="3548002"/>
                  <a:pt x="7467302" y="3517152"/>
                </a:cubicBezTo>
                <a:cubicBezTo>
                  <a:pt x="7520716" y="3486301"/>
                  <a:pt x="7569286" y="3465522"/>
                  <a:pt x="7569286" y="3465522"/>
                </a:cubicBezTo>
                <a:close/>
                <a:moveTo>
                  <a:pt x="6998558" y="3465522"/>
                </a:moveTo>
                <a:cubicBezTo>
                  <a:pt x="6998558" y="3465522"/>
                  <a:pt x="7047191" y="3486365"/>
                  <a:pt x="7100606" y="3517152"/>
                </a:cubicBezTo>
                <a:cubicBezTo>
                  <a:pt x="7154020" y="3548002"/>
                  <a:pt x="7196344" y="3579681"/>
                  <a:pt x="7196344" y="3579681"/>
                </a:cubicBezTo>
                <a:lnTo>
                  <a:pt x="7173716" y="3618881"/>
                </a:lnTo>
                <a:cubicBezTo>
                  <a:pt x="7173716" y="3618881"/>
                  <a:pt x="7125146" y="3598102"/>
                  <a:pt x="7071731" y="3567251"/>
                </a:cubicBezTo>
                <a:cubicBezTo>
                  <a:pt x="7018317" y="3536401"/>
                  <a:pt x="6975995" y="3504722"/>
                  <a:pt x="6975995" y="3504722"/>
                </a:cubicBezTo>
                <a:close/>
                <a:moveTo>
                  <a:pt x="6778210" y="3465522"/>
                </a:moveTo>
                <a:lnTo>
                  <a:pt x="6800772" y="3504722"/>
                </a:lnTo>
                <a:cubicBezTo>
                  <a:pt x="6800772" y="3504722"/>
                  <a:pt x="6758449" y="3536401"/>
                  <a:pt x="6705100" y="3567251"/>
                </a:cubicBezTo>
                <a:cubicBezTo>
                  <a:pt x="6651621" y="3598102"/>
                  <a:pt x="6603052" y="3618944"/>
                  <a:pt x="6603052" y="3618944"/>
                </a:cubicBezTo>
                <a:lnTo>
                  <a:pt x="6580424" y="3579744"/>
                </a:lnTo>
                <a:lnTo>
                  <a:pt x="6580424" y="3579681"/>
                </a:lnTo>
                <a:cubicBezTo>
                  <a:pt x="6580424" y="3579681"/>
                  <a:pt x="6622747" y="3548002"/>
                  <a:pt x="6676161" y="3517152"/>
                </a:cubicBezTo>
                <a:cubicBezTo>
                  <a:pt x="6729575" y="3486301"/>
                  <a:pt x="6778210" y="3465522"/>
                  <a:pt x="6778210" y="3465522"/>
                </a:cubicBezTo>
                <a:close/>
                <a:moveTo>
                  <a:pt x="6207480" y="3465522"/>
                </a:moveTo>
                <a:cubicBezTo>
                  <a:pt x="6207480" y="3465522"/>
                  <a:pt x="6256113" y="3486365"/>
                  <a:pt x="6309528" y="3517152"/>
                </a:cubicBezTo>
                <a:cubicBezTo>
                  <a:pt x="6362878" y="3548002"/>
                  <a:pt x="6405201" y="3579681"/>
                  <a:pt x="6405201" y="3579681"/>
                </a:cubicBezTo>
                <a:lnTo>
                  <a:pt x="6382638" y="3618881"/>
                </a:lnTo>
                <a:cubicBezTo>
                  <a:pt x="6382638" y="3618881"/>
                  <a:pt x="6334004" y="3598102"/>
                  <a:pt x="6280590" y="3567251"/>
                </a:cubicBezTo>
                <a:cubicBezTo>
                  <a:pt x="6227176" y="3536401"/>
                  <a:pt x="6184852" y="3504722"/>
                  <a:pt x="6184852" y="3504722"/>
                </a:cubicBezTo>
                <a:close/>
                <a:moveTo>
                  <a:pt x="5987007" y="3465522"/>
                </a:moveTo>
                <a:lnTo>
                  <a:pt x="6009633" y="3504722"/>
                </a:lnTo>
                <a:cubicBezTo>
                  <a:pt x="6009633" y="3504722"/>
                  <a:pt x="5967311" y="3536401"/>
                  <a:pt x="5913898" y="3567251"/>
                </a:cubicBezTo>
                <a:cubicBezTo>
                  <a:pt x="5860482" y="3598102"/>
                  <a:pt x="5811850" y="3618944"/>
                  <a:pt x="5811850" y="3618944"/>
                </a:cubicBezTo>
                <a:lnTo>
                  <a:pt x="5789224" y="3579744"/>
                </a:lnTo>
                <a:lnTo>
                  <a:pt x="5789287" y="3579681"/>
                </a:lnTo>
                <a:cubicBezTo>
                  <a:pt x="5789287" y="3579681"/>
                  <a:pt x="5831610" y="3548002"/>
                  <a:pt x="5885024" y="3517152"/>
                </a:cubicBezTo>
                <a:cubicBezTo>
                  <a:pt x="5938437" y="3486301"/>
                  <a:pt x="5987007" y="3465522"/>
                  <a:pt x="5987007" y="3465522"/>
                </a:cubicBezTo>
                <a:close/>
                <a:moveTo>
                  <a:pt x="5416352" y="3465522"/>
                </a:moveTo>
                <a:lnTo>
                  <a:pt x="5416414" y="3465522"/>
                </a:lnTo>
                <a:lnTo>
                  <a:pt x="5416402" y="3465545"/>
                </a:lnTo>
                <a:close/>
                <a:moveTo>
                  <a:pt x="5195941" y="3465522"/>
                </a:moveTo>
                <a:lnTo>
                  <a:pt x="5218566" y="3504722"/>
                </a:lnTo>
                <a:cubicBezTo>
                  <a:pt x="5218566" y="3504722"/>
                  <a:pt x="5176242" y="3536401"/>
                  <a:pt x="5122827" y="3567251"/>
                </a:cubicBezTo>
                <a:cubicBezTo>
                  <a:pt x="5069416" y="3598102"/>
                  <a:pt x="5020783" y="3618944"/>
                  <a:pt x="5020783" y="3618944"/>
                </a:cubicBezTo>
                <a:lnTo>
                  <a:pt x="4998155" y="3579744"/>
                </a:lnTo>
                <a:lnTo>
                  <a:pt x="4998215" y="3579681"/>
                </a:lnTo>
                <a:cubicBezTo>
                  <a:pt x="4998215" y="3579681"/>
                  <a:pt x="5040542" y="3548002"/>
                  <a:pt x="5093953" y="3517152"/>
                </a:cubicBezTo>
                <a:cubicBezTo>
                  <a:pt x="5147369" y="3486301"/>
                  <a:pt x="5195941" y="3465522"/>
                  <a:pt x="5195941" y="3465522"/>
                </a:cubicBezTo>
                <a:close/>
                <a:moveTo>
                  <a:pt x="4625211" y="3465522"/>
                </a:moveTo>
                <a:lnTo>
                  <a:pt x="4625271" y="3465522"/>
                </a:lnTo>
                <a:lnTo>
                  <a:pt x="4625259" y="3465545"/>
                </a:lnTo>
                <a:close/>
                <a:moveTo>
                  <a:pt x="4404792" y="3465522"/>
                </a:moveTo>
                <a:lnTo>
                  <a:pt x="4427424" y="3504722"/>
                </a:lnTo>
                <a:cubicBezTo>
                  <a:pt x="4427424" y="3504722"/>
                  <a:pt x="4385099" y="3536401"/>
                  <a:pt x="4331686" y="3567251"/>
                </a:cubicBezTo>
                <a:cubicBezTo>
                  <a:pt x="4278272" y="3598102"/>
                  <a:pt x="4229635" y="3618944"/>
                  <a:pt x="4229635" y="3618944"/>
                </a:cubicBezTo>
                <a:lnTo>
                  <a:pt x="4207009" y="3579744"/>
                </a:lnTo>
                <a:lnTo>
                  <a:pt x="4207074" y="3579681"/>
                </a:lnTo>
                <a:cubicBezTo>
                  <a:pt x="4207074" y="3579681"/>
                  <a:pt x="4249395" y="3548002"/>
                  <a:pt x="4302809" y="3517152"/>
                </a:cubicBezTo>
                <a:cubicBezTo>
                  <a:pt x="4356222" y="3486301"/>
                  <a:pt x="4404792" y="3465522"/>
                  <a:pt x="4404792" y="3465522"/>
                </a:cubicBezTo>
                <a:close/>
                <a:moveTo>
                  <a:pt x="3834218" y="3465522"/>
                </a:moveTo>
                <a:lnTo>
                  <a:pt x="3834279" y="3465522"/>
                </a:lnTo>
                <a:lnTo>
                  <a:pt x="3834266" y="3465545"/>
                </a:lnTo>
                <a:close/>
                <a:moveTo>
                  <a:pt x="3613742" y="3465522"/>
                </a:moveTo>
                <a:lnTo>
                  <a:pt x="3636372" y="3504722"/>
                </a:lnTo>
                <a:cubicBezTo>
                  <a:pt x="3636372" y="3504722"/>
                  <a:pt x="3594049" y="3536401"/>
                  <a:pt x="3540639" y="3567251"/>
                </a:cubicBezTo>
                <a:cubicBezTo>
                  <a:pt x="3487224" y="3598102"/>
                  <a:pt x="3438588" y="3618944"/>
                  <a:pt x="3438588" y="3618944"/>
                </a:cubicBezTo>
                <a:lnTo>
                  <a:pt x="3415959" y="3579744"/>
                </a:lnTo>
                <a:lnTo>
                  <a:pt x="3416027" y="3579681"/>
                </a:lnTo>
                <a:cubicBezTo>
                  <a:pt x="3416027" y="3579681"/>
                  <a:pt x="3458348" y="3548002"/>
                  <a:pt x="3511767" y="3517152"/>
                </a:cubicBezTo>
                <a:cubicBezTo>
                  <a:pt x="3565177" y="3486301"/>
                  <a:pt x="3613742" y="3465522"/>
                  <a:pt x="3613742" y="3465522"/>
                </a:cubicBezTo>
                <a:close/>
                <a:moveTo>
                  <a:pt x="3043094" y="3465522"/>
                </a:moveTo>
                <a:lnTo>
                  <a:pt x="3043156" y="3465522"/>
                </a:lnTo>
                <a:lnTo>
                  <a:pt x="3043144" y="3465545"/>
                </a:lnTo>
                <a:close/>
                <a:moveTo>
                  <a:pt x="2822615" y="3465522"/>
                </a:moveTo>
                <a:lnTo>
                  <a:pt x="2845242" y="3504722"/>
                </a:lnTo>
                <a:cubicBezTo>
                  <a:pt x="2845242" y="3504722"/>
                  <a:pt x="2802921" y="3536401"/>
                  <a:pt x="2749503" y="3567251"/>
                </a:cubicBezTo>
                <a:cubicBezTo>
                  <a:pt x="2696091" y="3598102"/>
                  <a:pt x="2647458" y="3618944"/>
                  <a:pt x="2647458" y="3618944"/>
                </a:cubicBezTo>
                <a:lnTo>
                  <a:pt x="2624830" y="3579744"/>
                </a:lnTo>
                <a:lnTo>
                  <a:pt x="2624892" y="3579681"/>
                </a:lnTo>
                <a:cubicBezTo>
                  <a:pt x="2624892" y="3579681"/>
                  <a:pt x="2667217" y="3548002"/>
                  <a:pt x="2720633" y="3517152"/>
                </a:cubicBezTo>
                <a:cubicBezTo>
                  <a:pt x="2774046" y="3486301"/>
                  <a:pt x="2822615" y="3465522"/>
                  <a:pt x="2822615" y="3465522"/>
                </a:cubicBezTo>
                <a:close/>
                <a:moveTo>
                  <a:pt x="2251951" y="3465522"/>
                </a:moveTo>
                <a:lnTo>
                  <a:pt x="2252012" y="3465522"/>
                </a:lnTo>
                <a:lnTo>
                  <a:pt x="2252000" y="3465545"/>
                </a:lnTo>
                <a:close/>
                <a:moveTo>
                  <a:pt x="2031482" y="3465522"/>
                </a:moveTo>
                <a:lnTo>
                  <a:pt x="2054113" y="3504722"/>
                </a:lnTo>
                <a:cubicBezTo>
                  <a:pt x="2054113" y="3504722"/>
                  <a:pt x="2011788" y="3536401"/>
                  <a:pt x="1958376" y="3567251"/>
                </a:cubicBezTo>
                <a:cubicBezTo>
                  <a:pt x="1904962" y="3598102"/>
                  <a:pt x="1856328" y="3618944"/>
                  <a:pt x="1856328" y="3618944"/>
                </a:cubicBezTo>
                <a:lnTo>
                  <a:pt x="1833699" y="3579744"/>
                </a:lnTo>
                <a:lnTo>
                  <a:pt x="1833765" y="3579681"/>
                </a:lnTo>
                <a:cubicBezTo>
                  <a:pt x="1833765" y="3579681"/>
                  <a:pt x="1876088" y="3548002"/>
                  <a:pt x="1929500" y="3517152"/>
                </a:cubicBezTo>
                <a:cubicBezTo>
                  <a:pt x="1982915" y="3486301"/>
                  <a:pt x="2031482" y="3465522"/>
                  <a:pt x="2031482" y="3465522"/>
                </a:cubicBezTo>
                <a:close/>
                <a:moveTo>
                  <a:pt x="1460821" y="3465522"/>
                </a:moveTo>
                <a:lnTo>
                  <a:pt x="1460890" y="3465522"/>
                </a:lnTo>
                <a:lnTo>
                  <a:pt x="1460873" y="3465545"/>
                </a:lnTo>
                <a:close/>
                <a:moveTo>
                  <a:pt x="1240411" y="3465522"/>
                </a:moveTo>
                <a:lnTo>
                  <a:pt x="1263039" y="3504722"/>
                </a:lnTo>
                <a:cubicBezTo>
                  <a:pt x="1263039" y="3504722"/>
                  <a:pt x="1220715" y="3536401"/>
                  <a:pt x="1167301" y="3567251"/>
                </a:cubicBezTo>
                <a:cubicBezTo>
                  <a:pt x="1113887" y="3598102"/>
                  <a:pt x="1065253" y="3618944"/>
                  <a:pt x="1065253" y="3618944"/>
                </a:cubicBezTo>
                <a:lnTo>
                  <a:pt x="1042617" y="3579744"/>
                </a:lnTo>
                <a:lnTo>
                  <a:pt x="1042681" y="3579681"/>
                </a:lnTo>
                <a:cubicBezTo>
                  <a:pt x="1042681" y="3579681"/>
                  <a:pt x="1085014" y="3548002"/>
                  <a:pt x="1138424" y="3517152"/>
                </a:cubicBezTo>
                <a:cubicBezTo>
                  <a:pt x="1191840" y="3486301"/>
                  <a:pt x="1240411" y="3465522"/>
                  <a:pt x="1240411" y="3465522"/>
                </a:cubicBezTo>
                <a:close/>
                <a:moveTo>
                  <a:pt x="669744" y="3465522"/>
                </a:moveTo>
                <a:lnTo>
                  <a:pt x="669808" y="3465522"/>
                </a:lnTo>
                <a:lnTo>
                  <a:pt x="669795" y="3465545"/>
                </a:lnTo>
                <a:close/>
                <a:moveTo>
                  <a:pt x="449268" y="3465522"/>
                </a:moveTo>
                <a:lnTo>
                  <a:pt x="471896" y="3504722"/>
                </a:lnTo>
                <a:cubicBezTo>
                  <a:pt x="471896" y="3504722"/>
                  <a:pt x="429574" y="3536401"/>
                  <a:pt x="376162" y="3567251"/>
                </a:cubicBezTo>
                <a:cubicBezTo>
                  <a:pt x="322748" y="3598102"/>
                  <a:pt x="274116" y="3618944"/>
                  <a:pt x="274116" y="3618944"/>
                </a:cubicBezTo>
                <a:lnTo>
                  <a:pt x="251487" y="3579744"/>
                </a:lnTo>
                <a:lnTo>
                  <a:pt x="251551" y="3579681"/>
                </a:lnTo>
                <a:cubicBezTo>
                  <a:pt x="251551" y="3579681"/>
                  <a:pt x="293874" y="3548002"/>
                  <a:pt x="347288" y="3517152"/>
                </a:cubicBezTo>
                <a:cubicBezTo>
                  <a:pt x="400701" y="3486301"/>
                  <a:pt x="449268" y="3465522"/>
                  <a:pt x="449268" y="3465522"/>
                </a:cubicBezTo>
                <a:close/>
                <a:moveTo>
                  <a:pt x="932415" y="3313920"/>
                </a:moveTo>
                <a:lnTo>
                  <a:pt x="977669" y="3313920"/>
                </a:lnTo>
                <a:cubicBezTo>
                  <a:pt x="977669" y="3313920"/>
                  <a:pt x="983979" y="3366442"/>
                  <a:pt x="983979" y="3428043"/>
                </a:cubicBezTo>
                <a:cubicBezTo>
                  <a:pt x="983979" y="3489744"/>
                  <a:pt x="977669" y="3542202"/>
                  <a:pt x="977669" y="3542202"/>
                </a:cubicBezTo>
                <a:lnTo>
                  <a:pt x="932415" y="3542202"/>
                </a:lnTo>
                <a:cubicBezTo>
                  <a:pt x="932415" y="3542202"/>
                  <a:pt x="926168" y="3489680"/>
                  <a:pt x="926168" y="3428043"/>
                </a:cubicBezTo>
                <a:cubicBezTo>
                  <a:pt x="926168" y="3366500"/>
                  <a:pt x="932415" y="3313920"/>
                  <a:pt x="932415" y="3313920"/>
                </a:cubicBezTo>
                <a:close/>
                <a:moveTo>
                  <a:pt x="141346" y="3313920"/>
                </a:moveTo>
                <a:lnTo>
                  <a:pt x="186600" y="3313920"/>
                </a:lnTo>
                <a:cubicBezTo>
                  <a:pt x="186600" y="3313920"/>
                  <a:pt x="192910" y="3366442"/>
                  <a:pt x="192910" y="3428043"/>
                </a:cubicBezTo>
                <a:cubicBezTo>
                  <a:pt x="192910" y="3489744"/>
                  <a:pt x="186600" y="3542202"/>
                  <a:pt x="186600" y="3542202"/>
                </a:cubicBezTo>
                <a:lnTo>
                  <a:pt x="141346" y="3542202"/>
                </a:lnTo>
                <a:cubicBezTo>
                  <a:pt x="141346" y="3542202"/>
                  <a:pt x="135099" y="3489680"/>
                  <a:pt x="135099" y="3428043"/>
                </a:cubicBezTo>
                <a:cubicBezTo>
                  <a:pt x="135099" y="3366500"/>
                  <a:pt x="141346" y="3313920"/>
                  <a:pt x="141346" y="3313920"/>
                </a:cubicBezTo>
                <a:close/>
                <a:moveTo>
                  <a:pt x="1723556" y="3313908"/>
                </a:moveTo>
                <a:lnTo>
                  <a:pt x="1768814" y="3313908"/>
                </a:lnTo>
                <a:cubicBezTo>
                  <a:pt x="1768814" y="3313908"/>
                  <a:pt x="1775125" y="3366435"/>
                  <a:pt x="1775125" y="3428043"/>
                </a:cubicBezTo>
                <a:cubicBezTo>
                  <a:pt x="1775125" y="3489744"/>
                  <a:pt x="1768814" y="3542202"/>
                  <a:pt x="1768814" y="3542202"/>
                </a:cubicBezTo>
                <a:lnTo>
                  <a:pt x="1723556" y="3542202"/>
                </a:lnTo>
                <a:cubicBezTo>
                  <a:pt x="1723556" y="3542202"/>
                  <a:pt x="1717247" y="3489680"/>
                  <a:pt x="1717247" y="3428043"/>
                </a:cubicBezTo>
                <a:cubicBezTo>
                  <a:pt x="1717247" y="3366495"/>
                  <a:pt x="1723556" y="3313908"/>
                  <a:pt x="1723556" y="3313908"/>
                </a:cubicBezTo>
                <a:close/>
                <a:moveTo>
                  <a:pt x="2514689" y="3313902"/>
                </a:moveTo>
                <a:lnTo>
                  <a:pt x="2559944" y="3313902"/>
                </a:lnTo>
                <a:cubicBezTo>
                  <a:pt x="2559944" y="3313902"/>
                  <a:pt x="2566255" y="3366428"/>
                  <a:pt x="2566255" y="3428043"/>
                </a:cubicBezTo>
                <a:cubicBezTo>
                  <a:pt x="2566255" y="3489744"/>
                  <a:pt x="2559944" y="3542202"/>
                  <a:pt x="2559944" y="3542202"/>
                </a:cubicBezTo>
                <a:lnTo>
                  <a:pt x="2514689" y="3542202"/>
                </a:lnTo>
                <a:cubicBezTo>
                  <a:pt x="2514689" y="3542202"/>
                  <a:pt x="2508444" y="3489680"/>
                  <a:pt x="2508444" y="3428043"/>
                </a:cubicBezTo>
                <a:cubicBezTo>
                  <a:pt x="2508444" y="3366489"/>
                  <a:pt x="2514689" y="3313902"/>
                  <a:pt x="2514689" y="3313902"/>
                </a:cubicBezTo>
                <a:close/>
                <a:moveTo>
                  <a:pt x="3305820" y="3313896"/>
                </a:moveTo>
                <a:lnTo>
                  <a:pt x="3351078" y="3313896"/>
                </a:lnTo>
                <a:cubicBezTo>
                  <a:pt x="3351078" y="3313896"/>
                  <a:pt x="3357385" y="3366422"/>
                  <a:pt x="3357385" y="3428043"/>
                </a:cubicBezTo>
                <a:cubicBezTo>
                  <a:pt x="3357385" y="3489744"/>
                  <a:pt x="3351078" y="3542202"/>
                  <a:pt x="3351078" y="3542202"/>
                </a:cubicBezTo>
                <a:lnTo>
                  <a:pt x="3305820" y="3542202"/>
                </a:lnTo>
                <a:cubicBezTo>
                  <a:pt x="3305820" y="3542202"/>
                  <a:pt x="3299575" y="3489680"/>
                  <a:pt x="3299575" y="3428043"/>
                </a:cubicBezTo>
                <a:cubicBezTo>
                  <a:pt x="3299575" y="3366478"/>
                  <a:pt x="3305820" y="3313896"/>
                  <a:pt x="3305820" y="3313896"/>
                </a:cubicBezTo>
                <a:close/>
                <a:moveTo>
                  <a:pt x="4096880" y="3313890"/>
                </a:moveTo>
                <a:lnTo>
                  <a:pt x="4142136" y="3313890"/>
                </a:lnTo>
                <a:cubicBezTo>
                  <a:pt x="4142136" y="3313890"/>
                  <a:pt x="4148446" y="3366422"/>
                  <a:pt x="4148446" y="3428043"/>
                </a:cubicBezTo>
                <a:cubicBezTo>
                  <a:pt x="4148446" y="3489744"/>
                  <a:pt x="4142136" y="3542202"/>
                  <a:pt x="4142136" y="3542202"/>
                </a:cubicBezTo>
                <a:lnTo>
                  <a:pt x="4096880" y="3542202"/>
                </a:lnTo>
                <a:cubicBezTo>
                  <a:pt x="4096880" y="3542202"/>
                  <a:pt x="4090633" y="3489680"/>
                  <a:pt x="4090633" y="3428043"/>
                </a:cubicBezTo>
                <a:cubicBezTo>
                  <a:pt x="4090633" y="3366473"/>
                  <a:pt x="4096880" y="3313890"/>
                  <a:pt x="4096880" y="3313890"/>
                </a:cubicBezTo>
                <a:close/>
                <a:moveTo>
                  <a:pt x="4887944" y="3313884"/>
                </a:moveTo>
                <a:lnTo>
                  <a:pt x="4933198" y="3313884"/>
                </a:lnTo>
                <a:cubicBezTo>
                  <a:pt x="4933198" y="3313884"/>
                  <a:pt x="4939507" y="3366408"/>
                  <a:pt x="4939507" y="3428043"/>
                </a:cubicBezTo>
                <a:cubicBezTo>
                  <a:pt x="4939507" y="3489744"/>
                  <a:pt x="4933198" y="3542202"/>
                  <a:pt x="4933198" y="3542202"/>
                </a:cubicBezTo>
                <a:lnTo>
                  <a:pt x="4887944" y="3542202"/>
                </a:lnTo>
                <a:cubicBezTo>
                  <a:pt x="4887944" y="3542202"/>
                  <a:pt x="4881696" y="3489680"/>
                  <a:pt x="4881696" y="3428043"/>
                </a:cubicBezTo>
                <a:cubicBezTo>
                  <a:pt x="4881696" y="3366467"/>
                  <a:pt x="4887944" y="3313884"/>
                  <a:pt x="4887944" y="3313884"/>
                </a:cubicBezTo>
                <a:close/>
                <a:moveTo>
                  <a:pt x="5679084" y="3313878"/>
                </a:moveTo>
                <a:lnTo>
                  <a:pt x="5724338" y="3313878"/>
                </a:lnTo>
                <a:cubicBezTo>
                  <a:pt x="5724338" y="3313878"/>
                  <a:pt x="5730645" y="3366401"/>
                  <a:pt x="5730645" y="3428043"/>
                </a:cubicBezTo>
                <a:cubicBezTo>
                  <a:pt x="5730645" y="3489744"/>
                  <a:pt x="5724338" y="3542202"/>
                  <a:pt x="5724338" y="3542202"/>
                </a:cubicBezTo>
                <a:lnTo>
                  <a:pt x="5679084" y="3542202"/>
                </a:lnTo>
                <a:cubicBezTo>
                  <a:pt x="5679084" y="3542202"/>
                  <a:pt x="5672769" y="3489680"/>
                  <a:pt x="5672769" y="3428043"/>
                </a:cubicBezTo>
                <a:cubicBezTo>
                  <a:pt x="5672769" y="3366466"/>
                  <a:pt x="5679084" y="3313878"/>
                  <a:pt x="5679084" y="3313878"/>
                </a:cubicBezTo>
                <a:close/>
                <a:moveTo>
                  <a:pt x="6470217" y="3313870"/>
                </a:moveTo>
                <a:lnTo>
                  <a:pt x="6515408" y="3313870"/>
                </a:lnTo>
                <a:cubicBezTo>
                  <a:pt x="6515408" y="3313870"/>
                  <a:pt x="6521719" y="3366396"/>
                  <a:pt x="6521719" y="3428043"/>
                </a:cubicBezTo>
                <a:cubicBezTo>
                  <a:pt x="6521719" y="3489744"/>
                  <a:pt x="6515408" y="3542202"/>
                  <a:pt x="6515408" y="3542202"/>
                </a:cubicBezTo>
                <a:lnTo>
                  <a:pt x="6470217" y="3542202"/>
                </a:lnTo>
                <a:cubicBezTo>
                  <a:pt x="6470217" y="3542202"/>
                  <a:pt x="6463906" y="3489680"/>
                  <a:pt x="6463906" y="3428043"/>
                </a:cubicBezTo>
                <a:cubicBezTo>
                  <a:pt x="6463906" y="3366460"/>
                  <a:pt x="6470217" y="3313870"/>
                  <a:pt x="6470217" y="3313870"/>
                </a:cubicBezTo>
                <a:close/>
                <a:moveTo>
                  <a:pt x="7261293" y="3313866"/>
                </a:moveTo>
                <a:lnTo>
                  <a:pt x="7306549" y="3313866"/>
                </a:lnTo>
                <a:cubicBezTo>
                  <a:pt x="7306549" y="3313866"/>
                  <a:pt x="7312860" y="3366387"/>
                  <a:pt x="7312860" y="3428043"/>
                </a:cubicBezTo>
                <a:cubicBezTo>
                  <a:pt x="7312860" y="3489744"/>
                  <a:pt x="7306549" y="3542202"/>
                  <a:pt x="7306549" y="3542202"/>
                </a:cubicBezTo>
                <a:lnTo>
                  <a:pt x="7261293" y="3542202"/>
                </a:lnTo>
                <a:cubicBezTo>
                  <a:pt x="7261293" y="3542202"/>
                  <a:pt x="7255047" y="3489680"/>
                  <a:pt x="7255047" y="3428043"/>
                </a:cubicBezTo>
                <a:cubicBezTo>
                  <a:pt x="7255047" y="3366453"/>
                  <a:pt x="7261293" y="3313866"/>
                  <a:pt x="7261293" y="3313866"/>
                </a:cubicBezTo>
                <a:close/>
                <a:moveTo>
                  <a:pt x="8052435" y="3313860"/>
                </a:moveTo>
                <a:lnTo>
                  <a:pt x="8097691" y="3313860"/>
                </a:lnTo>
                <a:cubicBezTo>
                  <a:pt x="8097691" y="3313860"/>
                  <a:pt x="8103938" y="3366383"/>
                  <a:pt x="8103938" y="3428043"/>
                </a:cubicBezTo>
                <a:cubicBezTo>
                  <a:pt x="8103938" y="3489744"/>
                  <a:pt x="8097691" y="3542202"/>
                  <a:pt x="8097691" y="3542202"/>
                </a:cubicBezTo>
                <a:lnTo>
                  <a:pt x="8052435" y="3542202"/>
                </a:lnTo>
                <a:cubicBezTo>
                  <a:pt x="8052435" y="3542202"/>
                  <a:pt x="8046189" y="3489680"/>
                  <a:pt x="8046189" y="3428043"/>
                </a:cubicBezTo>
                <a:cubicBezTo>
                  <a:pt x="8046189" y="3366445"/>
                  <a:pt x="8052435" y="3313860"/>
                  <a:pt x="8052435" y="3313860"/>
                </a:cubicBezTo>
                <a:close/>
                <a:moveTo>
                  <a:pt x="8843577" y="3313852"/>
                </a:moveTo>
                <a:lnTo>
                  <a:pt x="8888832" y="3313852"/>
                </a:lnTo>
                <a:cubicBezTo>
                  <a:pt x="8888832" y="3313852"/>
                  <a:pt x="8895079" y="3366375"/>
                  <a:pt x="8895079" y="3428043"/>
                </a:cubicBezTo>
                <a:cubicBezTo>
                  <a:pt x="8895079" y="3489744"/>
                  <a:pt x="8888832" y="3542202"/>
                  <a:pt x="8888832" y="3542202"/>
                </a:cubicBezTo>
                <a:lnTo>
                  <a:pt x="8843577" y="3542202"/>
                </a:lnTo>
                <a:cubicBezTo>
                  <a:pt x="8843577" y="3542202"/>
                  <a:pt x="8837330" y="3489680"/>
                  <a:pt x="8837330" y="3428043"/>
                </a:cubicBezTo>
                <a:cubicBezTo>
                  <a:pt x="8837330" y="3366439"/>
                  <a:pt x="8843577" y="3313852"/>
                  <a:pt x="8843577" y="3313852"/>
                </a:cubicBezTo>
                <a:close/>
                <a:moveTo>
                  <a:pt x="9634719" y="3313846"/>
                </a:moveTo>
                <a:lnTo>
                  <a:pt x="9679910" y="3313846"/>
                </a:lnTo>
                <a:cubicBezTo>
                  <a:pt x="9679910" y="3313846"/>
                  <a:pt x="9686221" y="3366369"/>
                  <a:pt x="9686221" y="3428043"/>
                </a:cubicBezTo>
                <a:cubicBezTo>
                  <a:pt x="9686221" y="3489744"/>
                  <a:pt x="9679910" y="3542202"/>
                  <a:pt x="9679910" y="3542202"/>
                </a:cubicBezTo>
                <a:lnTo>
                  <a:pt x="9634719" y="3542202"/>
                </a:lnTo>
                <a:cubicBezTo>
                  <a:pt x="9634719" y="3542202"/>
                  <a:pt x="9628408" y="3489680"/>
                  <a:pt x="9628408" y="3428043"/>
                </a:cubicBezTo>
                <a:cubicBezTo>
                  <a:pt x="9628408" y="3366433"/>
                  <a:pt x="9634719" y="3313846"/>
                  <a:pt x="9634719" y="3313846"/>
                </a:cubicBezTo>
                <a:close/>
                <a:moveTo>
                  <a:pt x="10425796" y="3313841"/>
                </a:moveTo>
                <a:lnTo>
                  <a:pt x="10471052" y="3313841"/>
                </a:lnTo>
                <a:cubicBezTo>
                  <a:pt x="10471052" y="3313841"/>
                  <a:pt x="10477362" y="3366362"/>
                  <a:pt x="10477362" y="3428043"/>
                </a:cubicBezTo>
                <a:cubicBezTo>
                  <a:pt x="10477362" y="3489744"/>
                  <a:pt x="10471052" y="3542202"/>
                  <a:pt x="10471052" y="3542202"/>
                </a:cubicBezTo>
                <a:lnTo>
                  <a:pt x="10425796" y="3542202"/>
                </a:lnTo>
                <a:cubicBezTo>
                  <a:pt x="10425796" y="3542202"/>
                  <a:pt x="10419550" y="3489680"/>
                  <a:pt x="10419550" y="3428043"/>
                </a:cubicBezTo>
                <a:cubicBezTo>
                  <a:pt x="10419550" y="3366425"/>
                  <a:pt x="10425796" y="3313841"/>
                  <a:pt x="10425796" y="3313841"/>
                </a:cubicBezTo>
                <a:close/>
                <a:moveTo>
                  <a:pt x="11216938" y="3313832"/>
                </a:moveTo>
                <a:lnTo>
                  <a:pt x="11262194" y="3313832"/>
                </a:lnTo>
                <a:cubicBezTo>
                  <a:pt x="11262194" y="3313832"/>
                  <a:pt x="11268504" y="3366357"/>
                  <a:pt x="11268504" y="3428043"/>
                </a:cubicBezTo>
                <a:cubicBezTo>
                  <a:pt x="11268504" y="3489744"/>
                  <a:pt x="11262194" y="3542202"/>
                  <a:pt x="11262194" y="3542202"/>
                </a:cubicBezTo>
                <a:lnTo>
                  <a:pt x="11216938" y="3542202"/>
                </a:lnTo>
                <a:cubicBezTo>
                  <a:pt x="11216938" y="3542202"/>
                  <a:pt x="11210692" y="3489680"/>
                  <a:pt x="11210692" y="3428043"/>
                </a:cubicBezTo>
                <a:cubicBezTo>
                  <a:pt x="11210692" y="3366418"/>
                  <a:pt x="11216938" y="3313832"/>
                  <a:pt x="11216938" y="3313832"/>
                </a:cubicBezTo>
                <a:close/>
                <a:moveTo>
                  <a:pt x="12008079" y="3313825"/>
                </a:moveTo>
                <a:lnTo>
                  <a:pt x="12053335" y="3313825"/>
                </a:lnTo>
                <a:cubicBezTo>
                  <a:pt x="12053335" y="3313825"/>
                  <a:pt x="12059581" y="3366349"/>
                  <a:pt x="12059581" y="3428043"/>
                </a:cubicBezTo>
                <a:cubicBezTo>
                  <a:pt x="12059581" y="3489744"/>
                  <a:pt x="12053335" y="3542202"/>
                  <a:pt x="12053335" y="3542202"/>
                </a:cubicBezTo>
                <a:lnTo>
                  <a:pt x="12008079" y="3542202"/>
                </a:lnTo>
                <a:cubicBezTo>
                  <a:pt x="12008079" y="3542202"/>
                  <a:pt x="12001833" y="3489680"/>
                  <a:pt x="12001833" y="3428043"/>
                </a:cubicBezTo>
                <a:cubicBezTo>
                  <a:pt x="12001833" y="3366410"/>
                  <a:pt x="12008079" y="3313825"/>
                  <a:pt x="12008079" y="3313825"/>
                </a:cubicBezTo>
                <a:close/>
                <a:moveTo>
                  <a:pt x="274229" y="3237268"/>
                </a:moveTo>
                <a:lnTo>
                  <a:pt x="282613" y="3240982"/>
                </a:lnTo>
                <a:cubicBezTo>
                  <a:pt x="298794" y="3248282"/>
                  <a:pt x="336166" y="3265779"/>
                  <a:pt x="376224" y="3288875"/>
                </a:cubicBezTo>
                <a:cubicBezTo>
                  <a:pt x="429637" y="3319711"/>
                  <a:pt x="471959" y="3351390"/>
                  <a:pt x="471959" y="3351390"/>
                </a:cubicBezTo>
                <a:lnTo>
                  <a:pt x="449332" y="3390590"/>
                </a:lnTo>
                <a:cubicBezTo>
                  <a:pt x="449332" y="3390590"/>
                  <a:pt x="400701" y="3369750"/>
                  <a:pt x="347352" y="3338945"/>
                </a:cubicBezTo>
                <a:cubicBezTo>
                  <a:pt x="293937" y="3308111"/>
                  <a:pt x="251614" y="3276439"/>
                  <a:pt x="251614" y="3276439"/>
                </a:cubicBezTo>
                <a:close/>
                <a:moveTo>
                  <a:pt x="1065369" y="3237261"/>
                </a:moveTo>
                <a:lnTo>
                  <a:pt x="1073750" y="3240976"/>
                </a:lnTo>
                <a:cubicBezTo>
                  <a:pt x="1089933" y="3248276"/>
                  <a:pt x="1127304" y="3265774"/>
                  <a:pt x="1167366" y="3288866"/>
                </a:cubicBezTo>
                <a:cubicBezTo>
                  <a:pt x="1220781" y="3319706"/>
                  <a:pt x="1263103" y="3351383"/>
                  <a:pt x="1263103" y="3351383"/>
                </a:cubicBezTo>
                <a:lnTo>
                  <a:pt x="1240476" y="3390585"/>
                </a:lnTo>
                <a:cubicBezTo>
                  <a:pt x="1240476" y="3390585"/>
                  <a:pt x="1191907" y="3369744"/>
                  <a:pt x="1138491" y="3338940"/>
                </a:cubicBezTo>
                <a:cubicBezTo>
                  <a:pt x="1085076" y="3308107"/>
                  <a:pt x="1042746" y="3276431"/>
                  <a:pt x="1042746" y="3276431"/>
                </a:cubicBezTo>
                <a:close/>
                <a:moveTo>
                  <a:pt x="1856440" y="3237254"/>
                </a:moveTo>
                <a:lnTo>
                  <a:pt x="1864826" y="3240970"/>
                </a:lnTo>
                <a:cubicBezTo>
                  <a:pt x="1881007" y="3248270"/>
                  <a:pt x="1918378" y="3265768"/>
                  <a:pt x="1958439" y="3288861"/>
                </a:cubicBezTo>
                <a:cubicBezTo>
                  <a:pt x="2011851" y="3319700"/>
                  <a:pt x="2054174" y="3351377"/>
                  <a:pt x="2054174" y="3351377"/>
                </a:cubicBezTo>
                <a:lnTo>
                  <a:pt x="2031546" y="3390579"/>
                </a:lnTo>
                <a:cubicBezTo>
                  <a:pt x="2031546" y="3390579"/>
                  <a:pt x="1982981" y="3369738"/>
                  <a:pt x="1929564" y="3338935"/>
                </a:cubicBezTo>
                <a:cubicBezTo>
                  <a:pt x="1876149" y="3308102"/>
                  <a:pt x="1833827" y="3276427"/>
                  <a:pt x="1833827" y="3276427"/>
                </a:cubicBezTo>
                <a:close/>
                <a:moveTo>
                  <a:pt x="53706" y="3237249"/>
                </a:moveTo>
                <a:lnTo>
                  <a:pt x="76333" y="3276439"/>
                </a:lnTo>
                <a:cubicBezTo>
                  <a:pt x="76333" y="3276439"/>
                  <a:pt x="65753" y="3284359"/>
                  <a:pt x="48496" y="3296132"/>
                </a:cubicBezTo>
                <a:lnTo>
                  <a:pt x="0" y="3326713"/>
                </a:lnTo>
                <a:lnTo>
                  <a:pt x="0" y="3263466"/>
                </a:lnTo>
                <a:lnTo>
                  <a:pt x="22745" y="3251495"/>
                </a:lnTo>
                <a:cubicBezTo>
                  <a:pt x="41564" y="3242444"/>
                  <a:pt x="53706" y="3237249"/>
                  <a:pt x="53706" y="3237249"/>
                </a:cubicBezTo>
                <a:close/>
                <a:moveTo>
                  <a:pt x="2647573" y="3237247"/>
                </a:moveTo>
                <a:lnTo>
                  <a:pt x="2655955" y="3240962"/>
                </a:lnTo>
                <a:cubicBezTo>
                  <a:pt x="2672137" y="3248264"/>
                  <a:pt x="2709510" y="3265760"/>
                  <a:pt x="2749571" y="3288856"/>
                </a:cubicBezTo>
                <a:cubicBezTo>
                  <a:pt x="2802981" y="3319695"/>
                  <a:pt x="2845305" y="3351372"/>
                  <a:pt x="2845305" y="3351372"/>
                </a:cubicBezTo>
                <a:lnTo>
                  <a:pt x="2822677" y="3390572"/>
                </a:lnTo>
                <a:cubicBezTo>
                  <a:pt x="2822677" y="3390572"/>
                  <a:pt x="2774046" y="3369732"/>
                  <a:pt x="2720696" y="3338931"/>
                </a:cubicBezTo>
                <a:cubicBezTo>
                  <a:pt x="2667283" y="3308099"/>
                  <a:pt x="2624959" y="3276421"/>
                  <a:pt x="2624959" y="3276421"/>
                </a:cubicBezTo>
                <a:close/>
                <a:moveTo>
                  <a:pt x="274178" y="3237245"/>
                </a:moveTo>
                <a:lnTo>
                  <a:pt x="274242" y="3237245"/>
                </a:lnTo>
                <a:lnTo>
                  <a:pt x="274229" y="3237268"/>
                </a:lnTo>
                <a:close/>
                <a:moveTo>
                  <a:pt x="844900" y="3237242"/>
                </a:moveTo>
                <a:lnTo>
                  <a:pt x="867526" y="3276439"/>
                </a:lnTo>
                <a:cubicBezTo>
                  <a:pt x="867526" y="3276439"/>
                  <a:pt x="825204" y="3308111"/>
                  <a:pt x="771791" y="3338945"/>
                </a:cubicBezTo>
                <a:cubicBezTo>
                  <a:pt x="718378" y="3369814"/>
                  <a:pt x="669744" y="3390652"/>
                  <a:pt x="669744" y="3390652"/>
                </a:cubicBezTo>
                <a:lnTo>
                  <a:pt x="647116" y="3351450"/>
                </a:lnTo>
                <a:lnTo>
                  <a:pt x="647116" y="3351390"/>
                </a:lnTo>
                <a:cubicBezTo>
                  <a:pt x="647116" y="3351390"/>
                  <a:pt x="689440" y="3319706"/>
                  <a:pt x="742854" y="3288866"/>
                </a:cubicBezTo>
                <a:cubicBezTo>
                  <a:pt x="796268" y="3258017"/>
                  <a:pt x="844900" y="3237242"/>
                  <a:pt x="844900" y="3237242"/>
                </a:cubicBezTo>
                <a:close/>
                <a:moveTo>
                  <a:pt x="3438701" y="3237241"/>
                </a:moveTo>
                <a:lnTo>
                  <a:pt x="3447084" y="3240956"/>
                </a:lnTo>
                <a:cubicBezTo>
                  <a:pt x="3463267" y="3248258"/>
                  <a:pt x="3500641" y="3265755"/>
                  <a:pt x="3540702" y="3288848"/>
                </a:cubicBezTo>
                <a:cubicBezTo>
                  <a:pt x="3594111" y="3319689"/>
                  <a:pt x="3636436" y="3351365"/>
                  <a:pt x="3636436" y="3351365"/>
                </a:cubicBezTo>
                <a:lnTo>
                  <a:pt x="3613807" y="3390572"/>
                </a:lnTo>
                <a:cubicBezTo>
                  <a:pt x="3613807" y="3390572"/>
                  <a:pt x="3565243" y="3369726"/>
                  <a:pt x="3511829" y="3338925"/>
                </a:cubicBezTo>
                <a:cubicBezTo>
                  <a:pt x="3458412" y="3308087"/>
                  <a:pt x="3416090" y="3276411"/>
                  <a:pt x="3416090" y="3276411"/>
                </a:cubicBezTo>
                <a:close/>
                <a:moveTo>
                  <a:pt x="1065317" y="3237238"/>
                </a:moveTo>
                <a:lnTo>
                  <a:pt x="1065382" y="3237238"/>
                </a:lnTo>
                <a:lnTo>
                  <a:pt x="1065369" y="3237261"/>
                </a:lnTo>
                <a:close/>
                <a:moveTo>
                  <a:pt x="1635915" y="3237235"/>
                </a:moveTo>
                <a:lnTo>
                  <a:pt x="1658544" y="3276431"/>
                </a:lnTo>
                <a:cubicBezTo>
                  <a:pt x="1658544" y="3276431"/>
                  <a:pt x="1616219" y="3308105"/>
                  <a:pt x="1562806" y="3338940"/>
                </a:cubicBezTo>
                <a:cubicBezTo>
                  <a:pt x="1509393" y="3369808"/>
                  <a:pt x="1460759" y="3390645"/>
                  <a:pt x="1460759" y="3390645"/>
                </a:cubicBezTo>
                <a:lnTo>
                  <a:pt x="1438131" y="3351444"/>
                </a:lnTo>
                <a:lnTo>
                  <a:pt x="1438196" y="3351383"/>
                </a:lnTo>
                <a:cubicBezTo>
                  <a:pt x="1438196" y="3351383"/>
                  <a:pt x="1480518" y="3319700"/>
                  <a:pt x="1533932" y="3288861"/>
                </a:cubicBezTo>
                <a:cubicBezTo>
                  <a:pt x="1587347" y="3258017"/>
                  <a:pt x="1635915" y="3237235"/>
                  <a:pt x="1635915" y="3237235"/>
                </a:cubicBezTo>
                <a:close/>
                <a:moveTo>
                  <a:pt x="4229752" y="3237233"/>
                </a:moveTo>
                <a:lnTo>
                  <a:pt x="4238133" y="3240949"/>
                </a:lnTo>
                <a:cubicBezTo>
                  <a:pt x="4254316" y="3248251"/>
                  <a:pt x="4291687" y="3265748"/>
                  <a:pt x="4331748" y="3288843"/>
                </a:cubicBezTo>
                <a:cubicBezTo>
                  <a:pt x="4385164" y="3319683"/>
                  <a:pt x="4427491" y="3351359"/>
                  <a:pt x="4427491" y="3351359"/>
                </a:cubicBezTo>
                <a:lnTo>
                  <a:pt x="4404860" y="3390566"/>
                </a:lnTo>
                <a:cubicBezTo>
                  <a:pt x="4404860" y="3390566"/>
                  <a:pt x="4356228" y="3369720"/>
                  <a:pt x="4302877" y="3338923"/>
                </a:cubicBezTo>
                <a:cubicBezTo>
                  <a:pt x="4249460" y="3308082"/>
                  <a:pt x="4207137" y="3276408"/>
                  <a:pt x="4207137" y="3276408"/>
                </a:cubicBezTo>
                <a:close/>
                <a:moveTo>
                  <a:pt x="1856390" y="3237231"/>
                </a:moveTo>
                <a:lnTo>
                  <a:pt x="1856455" y="3237231"/>
                </a:lnTo>
                <a:lnTo>
                  <a:pt x="1856440" y="3237254"/>
                </a:lnTo>
                <a:close/>
                <a:moveTo>
                  <a:pt x="2427043" y="3237228"/>
                </a:moveTo>
                <a:lnTo>
                  <a:pt x="2449673" y="3276425"/>
                </a:lnTo>
                <a:cubicBezTo>
                  <a:pt x="2449673" y="3276425"/>
                  <a:pt x="2407348" y="3308099"/>
                  <a:pt x="2353932" y="3338935"/>
                </a:cubicBezTo>
                <a:cubicBezTo>
                  <a:pt x="2300519" y="3369803"/>
                  <a:pt x="2251888" y="3390645"/>
                  <a:pt x="2251888" y="3390645"/>
                </a:cubicBezTo>
                <a:lnTo>
                  <a:pt x="2229258" y="3351438"/>
                </a:lnTo>
                <a:lnTo>
                  <a:pt x="2229324" y="3351377"/>
                </a:lnTo>
                <a:cubicBezTo>
                  <a:pt x="2229324" y="3351377"/>
                  <a:pt x="2271643" y="3319695"/>
                  <a:pt x="2325057" y="3288856"/>
                </a:cubicBezTo>
                <a:cubicBezTo>
                  <a:pt x="2378472" y="3258009"/>
                  <a:pt x="2427043" y="3237228"/>
                  <a:pt x="2427043" y="3237228"/>
                </a:cubicBezTo>
                <a:close/>
                <a:moveTo>
                  <a:pt x="5020837" y="3237227"/>
                </a:moveTo>
                <a:lnTo>
                  <a:pt x="5029217" y="3240943"/>
                </a:lnTo>
                <a:cubicBezTo>
                  <a:pt x="5045401" y="3248245"/>
                  <a:pt x="5082770" y="3265740"/>
                  <a:pt x="5122827" y="3288838"/>
                </a:cubicBezTo>
                <a:cubicBezTo>
                  <a:pt x="5176242" y="3319678"/>
                  <a:pt x="5218566" y="3351353"/>
                  <a:pt x="5218566" y="3351353"/>
                </a:cubicBezTo>
                <a:lnTo>
                  <a:pt x="5195941" y="3390561"/>
                </a:lnTo>
                <a:cubicBezTo>
                  <a:pt x="5195941" y="3390561"/>
                  <a:pt x="5147307" y="3369720"/>
                  <a:pt x="5093953" y="3338916"/>
                </a:cubicBezTo>
                <a:cubicBezTo>
                  <a:pt x="5040542" y="3308078"/>
                  <a:pt x="4998215" y="3276400"/>
                  <a:pt x="4998215" y="3276400"/>
                </a:cubicBezTo>
                <a:close/>
                <a:moveTo>
                  <a:pt x="2647521" y="3237224"/>
                </a:moveTo>
                <a:lnTo>
                  <a:pt x="2647585" y="3237224"/>
                </a:lnTo>
                <a:lnTo>
                  <a:pt x="2647573" y="3237247"/>
                </a:lnTo>
                <a:close/>
                <a:moveTo>
                  <a:pt x="5811965" y="3237220"/>
                </a:moveTo>
                <a:lnTo>
                  <a:pt x="5820348" y="3240935"/>
                </a:lnTo>
                <a:cubicBezTo>
                  <a:pt x="5836528" y="3248238"/>
                  <a:pt x="5873901" y="3265732"/>
                  <a:pt x="5913960" y="3288828"/>
                </a:cubicBezTo>
                <a:cubicBezTo>
                  <a:pt x="5967374" y="3319671"/>
                  <a:pt x="6009695" y="3351347"/>
                  <a:pt x="6009695" y="3351347"/>
                </a:cubicBezTo>
                <a:lnTo>
                  <a:pt x="5987067" y="3390549"/>
                </a:lnTo>
                <a:cubicBezTo>
                  <a:pt x="5987067" y="3390549"/>
                  <a:pt x="5938437" y="3369708"/>
                  <a:pt x="5885086" y="3338909"/>
                </a:cubicBezTo>
                <a:cubicBezTo>
                  <a:pt x="5831672" y="3308072"/>
                  <a:pt x="5789350" y="3276391"/>
                  <a:pt x="5789350" y="3276391"/>
                </a:cubicBezTo>
                <a:close/>
                <a:moveTo>
                  <a:pt x="3218179" y="3237220"/>
                </a:moveTo>
                <a:lnTo>
                  <a:pt x="3240807" y="3276418"/>
                </a:lnTo>
                <a:cubicBezTo>
                  <a:pt x="3240807" y="3276418"/>
                  <a:pt x="3198481" y="3308093"/>
                  <a:pt x="3145079" y="3338931"/>
                </a:cubicBezTo>
                <a:cubicBezTo>
                  <a:pt x="3091661" y="3369797"/>
                  <a:pt x="3043026" y="3390634"/>
                  <a:pt x="3043026" y="3390634"/>
                </a:cubicBezTo>
                <a:lnTo>
                  <a:pt x="3020398" y="3351432"/>
                </a:lnTo>
                <a:lnTo>
                  <a:pt x="3020464" y="3351372"/>
                </a:lnTo>
                <a:cubicBezTo>
                  <a:pt x="3020464" y="3351372"/>
                  <a:pt x="3062787" y="3319693"/>
                  <a:pt x="3116202" y="3288848"/>
                </a:cubicBezTo>
                <a:cubicBezTo>
                  <a:pt x="3169618" y="3257999"/>
                  <a:pt x="3218179" y="3237220"/>
                  <a:pt x="3218179" y="3237220"/>
                </a:cubicBezTo>
                <a:close/>
                <a:moveTo>
                  <a:pt x="3438650" y="3237218"/>
                </a:moveTo>
                <a:lnTo>
                  <a:pt x="3438713" y="3237218"/>
                </a:lnTo>
                <a:lnTo>
                  <a:pt x="3438701" y="3237241"/>
                </a:lnTo>
                <a:close/>
                <a:moveTo>
                  <a:pt x="4009303" y="3237215"/>
                </a:moveTo>
                <a:lnTo>
                  <a:pt x="4031930" y="3276411"/>
                </a:lnTo>
                <a:cubicBezTo>
                  <a:pt x="4031930" y="3276411"/>
                  <a:pt x="3989607" y="3308086"/>
                  <a:pt x="3936200" y="3338925"/>
                </a:cubicBezTo>
                <a:cubicBezTo>
                  <a:pt x="3882785" y="3369792"/>
                  <a:pt x="3834153" y="3390627"/>
                  <a:pt x="3834153" y="3390627"/>
                </a:cubicBezTo>
                <a:lnTo>
                  <a:pt x="3811524" y="3351426"/>
                </a:lnTo>
                <a:lnTo>
                  <a:pt x="3811587" y="3351365"/>
                </a:lnTo>
                <a:cubicBezTo>
                  <a:pt x="3811587" y="3351365"/>
                  <a:pt x="3853909" y="3319687"/>
                  <a:pt x="3907323" y="3288843"/>
                </a:cubicBezTo>
                <a:cubicBezTo>
                  <a:pt x="3960740" y="3257992"/>
                  <a:pt x="4009303" y="3237215"/>
                  <a:pt x="4009303" y="3237215"/>
                </a:cubicBezTo>
                <a:close/>
                <a:moveTo>
                  <a:pt x="4229702" y="3237211"/>
                </a:moveTo>
                <a:lnTo>
                  <a:pt x="4229764" y="3237211"/>
                </a:lnTo>
                <a:lnTo>
                  <a:pt x="4229752" y="3237233"/>
                </a:lnTo>
                <a:close/>
                <a:moveTo>
                  <a:pt x="4800366" y="3237207"/>
                </a:moveTo>
                <a:lnTo>
                  <a:pt x="4822988" y="3276405"/>
                </a:lnTo>
                <a:cubicBezTo>
                  <a:pt x="4822988" y="3276405"/>
                  <a:pt x="4780668" y="3308082"/>
                  <a:pt x="4727254" y="3338920"/>
                </a:cubicBezTo>
                <a:cubicBezTo>
                  <a:pt x="4673843" y="3369786"/>
                  <a:pt x="4625211" y="3390627"/>
                  <a:pt x="4625211" y="3390627"/>
                </a:cubicBezTo>
                <a:lnTo>
                  <a:pt x="4602581" y="3351420"/>
                </a:lnTo>
                <a:lnTo>
                  <a:pt x="4602649" y="3351359"/>
                </a:lnTo>
                <a:cubicBezTo>
                  <a:pt x="4602649" y="3351359"/>
                  <a:pt x="4644967" y="3319682"/>
                  <a:pt x="4698380" y="3288838"/>
                </a:cubicBezTo>
                <a:cubicBezTo>
                  <a:pt x="4751795" y="3257985"/>
                  <a:pt x="4800366" y="3237207"/>
                  <a:pt x="4800366" y="3237207"/>
                </a:cubicBezTo>
                <a:close/>
                <a:moveTo>
                  <a:pt x="5020783" y="3237206"/>
                </a:moveTo>
                <a:lnTo>
                  <a:pt x="5020848" y="3237206"/>
                </a:lnTo>
                <a:lnTo>
                  <a:pt x="5020837" y="3237227"/>
                </a:lnTo>
                <a:close/>
                <a:moveTo>
                  <a:pt x="5591444" y="3237201"/>
                </a:moveTo>
                <a:lnTo>
                  <a:pt x="5614067" y="3276398"/>
                </a:lnTo>
                <a:cubicBezTo>
                  <a:pt x="5614067" y="3276398"/>
                  <a:pt x="5571746" y="3308075"/>
                  <a:pt x="5518332" y="3338916"/>
                </a:cubicBezTo>
                <a:cubicBezTo>
                  <a:pt x="5464921" y="3369779"/>
                  <a:pt x="5416289" y="3390615"/>
                  <a:pt x="5416289" y="3390615"/>
                </a:cubicBezTo>
                <a:lnTo>
                  <a:pt x="5393662" y="3351414"/>
                </a:lnTo>
                <a:lnTo>
                  <a:pt x="5393724" y="3351353"/>
                </a:lnTo>
                <a:cubicBezTo>
                  <a:pt x="5393724" y="3351353"/>
                  <a:pt x="5436047" y="3319675"/>
                  <a:pt x="5489459" y="3288830"/>
                </a:cubicBezTo>
                <a:cubicBezTo>
                  <a:pt x="5542870" y="3257979"/>
                  <a:pt x="5591444" y="3237201"/>
                  <a:pt x="5591444" y="3237201"/>
                </a:cubicBezTo>
                <a:close/>
                <a:moveTo>
                  <a:pt x="5811914" y="3237197"/>
                </a:moveTo>
                <a:lnTo>
                  <a:pt x="5811979" y="3237197"/>
                </a:lnTo>
                <a:lnTo>
                  <a:pt x="5811965" y="3237220"/>
                </a:lnTo>
                <a:close/>
                <a:moveTo>
                  <a:pt x="6382638" y="3237194"/>
                </a:moveTo>
                <a:lnTo>
                  <a:pt x="6405201" y="3276391"/>
                </a:lnTo>
                <a:cubicBezTo>
                  <a:pt x="6405201" y="3276391"/>
                  <a:pt x="6362878" y="3308067"/>
                  <a:pt x="6309528" y="3338909"/>
                </a:cubicBezTo>
                <a:cubicBezTo>
                  <a:pt x="6256113" y="3369774"/>
                  <a:pt x="6207480" y="3390609"/>
                  <a:pt x="6207480" y="3390609"/>
                </a:cubicBezTo>
                <a:lnTo>
                  <a:pt x="6184852" y="3351408"/>
                </a:lnTo>
                <a:lnTo>
                  <a:pt x="6184852" y="3351347"/>
                </a:lnTo>
                <a:cubicBezTo>
                  <a:pt x="6184852" y="3351347"/>
                  <a:pt x="6227176" y="3319665"/>
                  <a:pt x="6280590" y="3288824"/>
                </a:cubicBezTo>
                <a:cubicBezTo>
                  <a:pt x="6334004" y="3257973"/>
                  <a:pt x="6382638" y="3237194"/>
                  <a:pt x="6382638" y="3237194"/>
                </a:cubicBezTo>
                <a:close/>
                <a:moveTo>
                  <a:pt x="6603052" y="3237190"/>
                </a:moveTo>
                <a:cubicBezTo>
                  <a:pt x="6603052" y="3237190"/>
                  <a:pt x="6651621" y="3258034"/>
                  <a:pt x="6705100" y="3288821"/>
                </a:cubicBezTo>
                <a:cubicBezTo>
                  <a:pt x="6758449" y="3319665"/>
                  <a:pt x="6800772" y="3351341"/>
                  <a:pt x="6800772" y="3351341"/>
                </a:cubicBezTo>
                <a:lnTo>
                  <a:pt x="6778210" y="3390542"/>
                </a:lnTo>
                <a:cubicBezTo>
                  <a:pt x="6778210" y="3390542"/>
                  <a:pt x="6729575" y="3369699"/>
                  <a:pt x="6676161" y="3338904"/>
                </a:cubicBezTo>
                <a:cubicBezTo>
                  <a:pt x="6622747" y="3308066"/>
                  <a:pt x="6580424" y="3276386"/>
                  <a:pt x="6580424" y="3276386"/>
                </a:cubicBezTo>
                <a:close/>
                <a:moveTo>
                  <a:pt x="7173716" y="3237188"/>
                </a:moveTo>
                <a:lnTo>
                  <a:pt x="7196344" y="3276386"/>
                </a:lnTo>
                <a:cubicBezTo>
                  <a:pt x="7196344" y="3276386"/>
                  <a:pt x="7154020" y="3308061"/>
                  <a:pt x="7100606" y="3338904"/>
                </a:cubicBezTo>
                <a:cubicBezTo>
                  <a:pt x="7047191" y="3369767"/>
                  <a:pt x="6998558" y="3390603"/>
                  <a:pt x="6998558" y="3390603"/>
                </a:cubicBezTo>
                <a:lnTo>
                  <a:pt x="6975995" y="3351402"/>
                </a:lnTo>
                <a:lnTo>
                  <a:pt x="6975995" y="3351341"/>
                </a:lnTo>
                <a:cubicBezTo>
                  <a:pt x="6975995" y="3351341"/>
                  <a:pt x="7018317" y="3319660"/>
                  <a:pt x="7071731" y="3288820"/>
                </a:cubicBezTo>
                <a:cubicBezTo>
                  <a:pt x="7125146" y="3257966"/>
                  <a:pt x="7173716" y="3237188"/>
                  <a:pt x="7173716" y="3237188"/>
                </a:cubicBezTo>
                <a:close/>
                <a:moveTo>
                  <a:pt x="7394128" y="3237184"/>
                </a:moveTo>
                <a:cubicBezTo>
                  <a:pt x="7394128" y="3237184"/>
                  <a:pt x="7442762" y="3258028"/>
                  <a:pt x="7496176" y="3288813"/>
                </a:cubicBezTo>
                <a:cubicBezTo>
                  <a:pt x="7549590" y="3319660"/>
                  <a:pt x="7591913" y="3351335"/>
                  <a:pt x="7591913" y="3351335"/>
                </a:cubicBezTo>
                <a:lnTo>
                  <a:pt x="7569286" y="3390537"/>
                </a:lnTo>
                <a:cubicBezTo>
                  <a:pt x="7569286" y="3390537"/>
                  <a:pt x="7520716" y="3369693"/>
                  <a:pt x="7467302" y="3338900"/>
                </a:cubicBezTo>
                <a:cubicBezTo>
                  <a:pt x="7413887" y="3308060"/>
                  <a:pt x="7371564" y="3276380"/>
                  <a:pt x="7371564" y="3276380"/>
                </a:cubicBezTo>
                <a:close/>
                <a:moveTo>
                  <a:pt x="7964857" y="3237180"/>
                </a:moveTo>
                <a:lnTo>
                  <a:pt x="7987485" y="3276380"/>
                </a:lnTo>
                <a:cubicBezTo>
                  <a:pt x="7987485" y="3276380"/>
                  <a:pt x="7945161" y="3308055"/>
                  <a:pt x="7891747" y="3338900"/>
                </a:cubicBezTo>
                <a:cubicBezTo>
                  <a:pt x="7838333" y="3369756"/>
                  <a:pt x="7789699" y="3390597"/>
                  <a:pt x="7789699" y="3390597"/>
                </a:cubicBezTo>
                <a:lnTo>
                  <a:pt x="7767072" y="3351396"/>
                </a:lnTo>
                <a:lnTo>
                  <a:pt x="7767072" y="3351335"/>
                </a:lnTo>
                <a:cubicBezTo>
                  <a:pt x="7767072" y="3351335"/>
                  <a:pt x="7809395" y="3319654"/>
                  <a:pt x="7862873" y="3288811"/>
                </a:cubicBezTo>
                <a:cubicBezTo>
                  <a:pt x="7916223" y="3257961"/>
                  <a:pt x="7964857" y="3237180"/>
                  <a:pt x="7964857" y="3237180"/>
                </a:cubicBezTo>
                <a:close/>
                <a:moveTo>
                  <a:pt x="8185270" y="3237176"/>
                </a:moveTo>
                <a:cubicBezTo>
                  <a:pt x="8185270" y="3237176"/>
                  <a:pt x="8233904" y="3258020"/>
                  <a:pt x="8287318" y="3288807"/>
                </a:cubicBezTo>
                <a:cubicBezTo>
                  <a:pt x="8340732" y="3319653"/>
                  <a:pt x="8383056" y="3351329"/>
                  <a:pt x="8383056" y="3351329"/>
                </a:cubicBezTo>
                <a:lnTo>
                  <a:pt x="8360428" y="3390531"/>
                </a:lnTo>
                <a:cubicBezTo>
                  <a:pt x="8360428" y="3390531"/>
                  <a:pt x="8311794" y="3369687"/>
                  <a:pt x="8258443" y="3338895"/>
                </a:cubicBezTo>
                <a:cubicBezTo>
                  <a:pt x="8204965" y="3308054"/>
                  <a:pt x="8162642" y="3276373"/>
                  <a:pt x="8162642" y="3276373"/>
                </a:cubicBezTo>
                <a:close/>
                <a:moveTo>
                  <a:pt x="8755998" y="3237173"/>
                </a:moveTo>
                <a:lnTo>
                  <a:pt x="8778626" y="3276373"/>
                </a:lnTo>
                <a:cubicBezTo>
                  <a:pt x="8778626" y="3276373"/>
                  <a:pt x="8736302" y="3308049"/>
                  <a:pt x="8682888" y="3338895"/>
                </a:cubicBezTo>
                <a:cubicBezTo>
                  <a:pt x="8629474" y="3369750"/>
                  <a:pt x="8580840" y="3390590"/>
                  <a:pt x="8580840" y="3390590"/>
                </a:cubicBezTo>
                <a:lnTo>
                  <a:pt x="8558213" y="3351390"/>
                </a:lnTo>
                <a:lnTo>
                  <a:pt x="8558213" y="3351329"/>
                </a:lnTo>
                <a:cubicBezTo>
                  <a:pt x="8558213" y="3351329"/>
                  <a:pt x="8600536" y="3319648"/>
                  <a:pt x="8654014" y="3288803"/>
                </a:cubicBezTo>
                <a:cubicBezTo>
                  <a:pt x="8707364" y="3257953"/>
                  <a:pt x="8755998" y="3237173"/>
                  <a:pt x="8755998" y="3237173"/>
                </a:cubicBezTo>
                <a:close/>
                <a:moveTo>
                  <a:pt x="8976412" y="3237170"/>
                </a:moveTo>
                <a:cubicBezTo>
                  <a:pt x="8976412" y="3237170"/>
                  <a:pt x="9025046" y="3258014"/>
                  <a:pt x="9078460" y="3288802"/>
                </a:cubicBezTo>
                <a:cubicBezTo>
                  <a:pt x="9131874" y="3319647"/>
                  <a:pt x="9174198" y="3351323"/>
                  <a:pt x="9174198" y="3351323"/>
                </a:cubicBezTo>
                <a:lnTo>
                  <a:pt x="9151570" y="3390524"/>
                </a:lnTo>
                <a:cubicBezTo>
                  <a:pt x="9151570" y="3390524"/>
                  <a:pt x="9102936" y="3369680"/>
                  <a:pt x="9049585" y="3338891"/>
                </a:cubicBezTo>
                <a:cubicBezTo>
                  <a:pt x="8996107" y="3308048"/>
                  <a:pt x="8953784" y="3276368"/>
                  <a:pt x="8953784" y="3276368"/>
                </a:cubicBezTo>
                <a:close/>
                <a:moveTo>
                  <a:pt x="9547140" y="3237167"/>
                </a:moveTo>
                <a:lnTo>
                  <a:pt x="9569768" y="3276366"/>
                </a:lnTo>
                <a:cubicBezTo>
                  <a:pt x="9569768" y="3276366"/>
                  <a:pt x="9527381" y="3308043"/>
                  <a:pt x="9474030" y="3338890"/>
                </a:cubicBezTo>
                <a:cubicBezTo>
                  <a:pt x="9420552" y="3369744"/>
                  <a:pt x="9371982" y="3390586"/>
                  <a:pt x="9371982" y="3390586"/>
                </a:cubicBezTo>
                <a:lnTo>
                  <a:pt x="9349355" y="3351383"/>
                </a:lnTo>
                <a:lnTo>
                  <a:pt x="9349355" y="3351322"/>
                </a:lnTo>
                <a:cubicBezTo>
                  <a:pt x="9349355" y="3351322"/>
                  <a:pt x="9391678" y="3319643"/>
                  <a:pt x="9445093" y="3288795"/>
                </a:cubicBezTo>
                <a:cubicBezTo>
                  <a:pt x="9498507" y="3257946"/>
                  <a:pt x="9547140" y="3237167"/>
                  <a:pt x="9547140" y="3237167"/>
                </a:cubicBezTo>
                <a:close/>
                <a:moveTo>
                  <a:pt x="9767553" y="3237163"/>
                </a:moveTo>
                <a:cubicBezTo>
                  <a:pt x="9767553" y="3237163"/>
                  <a:pt x="9816123" y="3258007"/>
                  <a:pt x="9869601" y="3288795"/>
                </a:cubicBezTo>
                <a:cubicBezTo>
                  <a:pt x="9922951" y="3319641"/>
                  <a:pt x="9965339" y="3351317"/>
                  <a:pt x="9965339" y="3351317"/>
                </a:cubicBezTo>
                <a:lnTo>
                  <a:pt x="9942711" y="3390518"/>
                </a:lnTo>
                <a:cubicBezTo>
                  <a:pt x="9942711" y="3390518"/>
                  <a:pt x="9894077" y="3369675"/>
                  <a:pt x="9840663" y="3338886"/>
                </a:cubicBezTo>
                <a:cubicBezTo>
                  <a:pt x="9787248" y="3308042"/>
                  <a:pt x="9744925" y="3276361"/>
                  <a:pt x="9744925" y="3276361"/>
                </a:cubicBezTo>
                <a:close/>
                <a:moveTo>
                  <a:pt x="10338218" y="3237159"/>
                </a:moveTo>
                <a:lnTo>
                  <a:pt x="10360845" y="3276359"/>
                </a:lnTo>
                <a:cubicBezTo>
                  <a:pt x="10360845" y="3276359"/>
                  <a:pt x="10318522" y="3308037"/>
                  <a:pt x="10265107" y="3338886"/>
                </a:cubicBezTo>
                <a:cubicBezTo>
                  <a:pt x="10211693" y="3369738"/>
                  <a:pt x="10163123" y="3390579"/>
                  <a:pt x="10163123" y="3390579"/>
                </a:cubicBezTo>
                <a:lnTo>
                  <a:pt x="10140496" y="3351377"/>
                </a:lnTo>
                <a:lnTo>
                  <a:pt x="10140496" y="3351315"/>
                </a:lnTo>
                <a:cubicBezTo>
                  <a:pt x="10140496" y="3351315"/>
                  <a:pt x="10182819" y="3319637"/>
                  <a:pt x="10236234" y="3288788"/>
                </a:cubicBezTo>
                <a:cubicBezTo>
                  <a:pt x="10289648" y="3257939"/>
                  <a:pt x="10338218" y="3237159"/>
                  <a:pt x="10338218" y="3237159"/>
                </a:cubicBezTo>
                <a:close/>
                <a:moveTo>
                  <a:pt x="10558694" y="3237156"/>
                </a:moveTo>
                <a:cubicBezTo>
                  <a:pt x="10558694" y="3237156"/>
                  <a:pt x="10607264" y="3257999"/>
                  <a:pt x="10660678" y="3288787"/>
                </a:cubicBezTo>
                <a:cubicBezTo>
                  <a:pt x="10714092" y="3319634"/>
                  <a:pt x="10756416" y="3351311"/>
                  <a:pt x="10756416" y="3351311"/>
                </a:cubicBezTo>
                <a:lnTo>
                  <a:pt x="10733788" y="3390514"/>
                </a:lnTo>
                <a:cubicBezTo>
                  <a:pt x="10733788" y="3390514"/>
                  <a:pt x="10685218" y="3369669"/>
                  <a:pt x="10631804" y="3338880"/>
                </a:cubicBezTo>
                <a:cubicBezTo>
                  <a:pt x="10578389" y="3308034"/>
                  <a:pt x="10536066" y="3276355"/>
                  <a:pt x="10536066" y="3276355"/>
                </a:cubicBezTo>
                <a:close/>
                <a:moveTo>
                  <a:pt x="11129360" y="3237152"/>
                </a:moveTo>
                <a:lnTo>
                  <a:pt x="11151987" y="3276353"/>
                </a:lnTo>
                <a:cubicBezTo>
                  <a:pt x="11151987" y="3276353"/>
                  <a:pt x="11109664" y="3308030"/>
                  <a:pt x="11056249" y="3338879"/>
                </a:cubicBezTo>
                <a:cubicBezTo>
                  <a:pt x="11002835" y="3369732"/>
                  <a:pt x="10954265" y="3390573"/>
                  <a:pt x="10954265" y="3390573"/>
                </a:cubicBezTo>
                <a:lnTo>
                  <a:pt x="10931638" y="3351373"/>
                </a:lnTo>
                <a:lnTo>
                  <a:pt x="10931638" y="3351309"/>
                </a:lnTo>
                <a:cubicBezTo>
                  <a:pt x="10931638" y="3351309"/>
                  <a:pt x="10973961" y="3319632"/>
                  <a:pt x="11027376" y="3288783"/>
                </a:cubicBezTo>
                <a:cubicBezTo>
                  <a:pt x="11080790" y="3257931"/>
                  <a:pt x="11129360" y="3237152"/>
                  <a:pt x="11129360" y="3237152"/>
                </a:cubicBezTo>
                <a:close/>
                <a:moveTo>
                  <a:pt x="11349836" y="3237150"/>
                </a:moveTo>
                <a:cubicBezTo>
                  <a:pt x="11349836" y="3237150"/>
                  <a:pt x="11398406" y="3257992"/>
                  <a:pt x="11451820" y="3288781"/>
                </a:cubicBezTo>
                <a:cubicBezTo>
                  <a:pt x="11505234" y="3319629"/>
                  <a:pt x="11547558" y="3351306"/>
                  <a:pt x="11547558" y="3351306"/>
                </a:cubicBezTo>
                <a:lnTo>
                  <a:pt x="11524930" y="3390507"/>
                </a:lnTo>
                <a:cubicBezTo>
                  <a:pt x="11524930" y="3390507"/>
                  <a:pt x="11476360" y="3369662"/>
                  <a:pt x="11422946" y="3338876"/>
                </a:cubicBezTo>
                <a:cubicBezTo>
                  <a:pt x="11369531" y="3308028"/>
                  <a:pt x="11327208" y="3276350"/>
                  <a:pt x="11327208" y="3276350"/>
                </a:cubicBezTo>
                <a:close/>
                <a:moveTo>
                  <a:pt x="11920501" y="3237146"/>
                </a:moveTo>
                <a:lnTo>
                  <a:pt x="11943128" y="3276345"/>
                </a:lnTo>
                <a:cubicBezTo>
                  <a:pt x="11943128" y="3276345"/>
                  <a:pt x="11900804" y="3308025"/>
                  <a:pt x="11847390" y="3338875"/>
                </a:cubicBezTo>
                <a:cubicBezTo>
                  <a:pt x="11793976" y="3369724"/>
                  <a:pt x="11745343" y="3390567"/>
                  <a:pt x="11745343" y="3390567"/>
                </a:cubicBezTo>
                <a:lnTo>
                  <a:pt x="11722715" y="3351368"/>
                </a:lnTo>
                <a:lnTo>
                  <a:pt x="11722715" y="3351303"/>
                </a:lnTo>
                <a:cubicBezTo>
                  <a:pt x="11722715" y="3351303"/>
                  <a:pt x="11765038" y="3319626"/>
                  <a:pt x="11818516" y="3288775"/>
                </a:cubicBezTo>
                <a:cubicBezTo>
                  <a:pt x="11871867" y="3257925"/>
                  <a:pt x="11920501" y="3237146"/>
                  <a:pt x="11920501" y="3237146"/>
                </a:cubicBezTo>
                <a:close/>
                <a:moveTo>
                  <a:pt x="12140914" y="3237144"/>
                </a:moveTo>
                <a:cubicBezTo>
                  <a:pt x="12140914" y="3237144"/>
                  <a:pt x="12153072" y="3242355"/>
                  <a:pt x="12171908" y="3251413"/>
                </a:cubicBezTo>
                <a:lnTo>
                  <a:pt x="12203753" y="3268157"/>
                </a:lnTo>
                <a:lnTo>
                  <a:pt x="12203753" y="3332358"/>
                </a:lnTo>
                <a:lnTo>
                  <a:pt x="12146132" y="3296039"/>
                </a:lnTo>
                <a:cubicBezTo>
                  <a:pt x="12128867" y="3284263"/>
                  <a:pt x="12118286" y="3276343"/>
                  <a:pt x="12118286" y="3276343"/>
                </a:cubicBezTo>
                <a:close/>
                <a:moveTo>
                  <a:pt x="536912" y="3085601"/>
                </a:moveTo>
                <a:lnTo>
                  <a:pt x="582167" y="3085601"/>
                </a:lnTo>
                <a:cubicBezTo>
                  <a:pt x="582167" y="3085601"/>
                  <a:pt x="588477" y="3138105"/>
                  <a:pt x="588477" y="3199714"/>
                </a:cubicBezTo>
                <a:cubicBezTo>
                  <a:pt x="588477" y="3261339"/>
                  <a:pt x="582167" y="3313864"/>
                  <a:pt x="582167" y="3313864"/>
                </a:cubicBezTo>
                <a:lnTo>
                  <a:pt x="536912" y="3313864"/>
                </a:lnTo>
                <a:cubicBezTo>
                  <a:pt x="536912" y="3313864"/>
                  <a:pt x="530665" y="3261339"/>
                  <a:pt x="530665" y="3199714"/>
                </a:cubicBezTo>
                <a:cubicBezTo>
                  <a:pt x="530665" y="3138105"/>
                  <a:pt x="536912" y="3085601"/>
                  <a:pt x="536912" y="3085601"/>
                </a:cubicBezTo>
                <a:close/>
                <a:moveTo>
                  <a:pt x="1327990" y="3085591"/>
                </a:moveTo>
                <a:lnTo>
                  <a:pt x="1373245" y="3085591"/>
                </a:lnTo>
                <a:cubicBezTo>
                  <a:pt x="1373245" y="3085591"/>
                  <a:pt x="1379556" y="3138095"/>
                  <a:pt x="1379556" y="3199707"/>
                </a:cubicBezTo>
                <a:cubicBezTo>
                  <a:pt x="1379556" y="3261333"/>
                  <a:pt x="1373245" y="3313859"/>
                  <a:pt x="1373245" y="3313859"/>
                </a:cubicBezTo>
                <a:lnTo>
                  <a:pt x="1327990" y="3313859"/>
                </a:lnTo>
                <a:cubicBezTo>
                  <a:pt x="1327990" y="3313859"/>
                  <a:pt x="1321744" y="3261333"/>
                  <a:pt x="1321744" y="3199707"/>
                </a:cubicBezTo>
                <a:cubicBezTo>
                  <a:pt x="1321744" y="3138095"/>
                  <a:pt x="1327990" y="3085591"/>
                  <a:pt x="1327990" y="3085591"/>
                </a:cubicBezTo>
                <a:close/>
                <a:moveTo>
                  <a:pt x="2119119" y="3085580"/>
                </a:moveTo>
                <a:lnTo>
                  <a:pt x="2164366" y="3085580"/>
                </a:lnTo>
                <a:cubicBezTo>
                  <a:pt x="2164366" y="3085580"/>
                  <a:pt x="2170679" y="3138086"/>
                  <a:pt x="2170679" y="3199700"/>
                </a:cubicBezTo>
                <a:cubicBezTo>
                  <a:pt x="2170679" y="3261333"/>
                  <a:pt x="2164366" y="3313846"/>
                  <a:pt x="2164366" y="3313846"/>
                </a:cubicBezTo>
                <a:lnTo>
                  <a:pt x="2119119" y="3313846"/>
                </a:lnTo>
                <a:cubicBezTo>
                  <a:pt x="2119119" y="3313846"/>
                  <a:pt x="2112868" y="3261333"/>
                  <a:pt x="2112868" y="3199700"/>
                </a:cubicBezTo>
                <a:cubicBezTo>
                  <a:pt x="2112868" y="3138086"/>
                  <a:pt x="2119119" y="3085580"/>
                  <a:pt x="2119119" y="3085580"/>
                </a:cubicBezTo>
                <a:close/>
                <a:moveTo>
                  <a:pt x="2910259" y="3085571"/>
                </a:moveTo>
                <a:lnTo>
                  <a:pt x="2955512" y="3085571"/>
                </a:lnTo>
                <a:cubicBezTo>
                  <a:pt x="2955512" y="3085571"/>
                  <a:pt x="2961822" y="3138076"/>
                  <a:pt x="2961822" y="3199692"/>
                </a:cubicBezTo>
                <a:cubicBezTo>
                  <a:pt x="2961822" y="3261319"/>
                  <a:pt x="2955512" y="3313842"/>
                  <a:pt x="2955512" y="3313842"/>
                </a:cubicBezTo>
                <a:lnTo>
                  <a:pt x="2910259" y="3313842"/>
                </a:lnTo>
                <a:cubicBezTo>
                  <a:pt x="2910259" y="3313842"/>
                  <a:pt x="2903952" y="3261319"/>
                  <a:pt x="2903952" y="3199692"/>
                </a:cubicBezTo>
                <a:cubicBezTo>
                  <a:pt x="2903952" y="3138076"/>
                  <a:pt x="2910259" y="3085571"/>
                  <a:pt x="2910259" y="3085571"/>
                </a:cubicBezTo>
                <a:close/>
                <a:moveTo>
                  <a:pt x="3701387" y="3085560"/>
                </a:moveTo>
                <a:lnTo>
                  <a:pt x="3746642" y="3085560"/>
                </a:lnTo>
                <a:cubicBezTo>
                  <a:pt x="3746642" y="3085560"/>
                  <a:pt x="3752953" y="3138066"/>
                  <a:pt x="3752953" y="3199685"/>
                </a:cubicBezTo>
                <a:cubicBezTo>
                  <a:pt x="3752953" y="3261312"/>
                  <a:pt x="3746642" y="3313835"/>
                  <a:pt x="3746642" y="3313835"/>
                </a:cubicBezTo>
                <a:lnTo>
                  <a:pt x="3701387" y="3313835"/>
                </a:lnTo>
                <a:cubicBezTo>
                  <a:pt x="3701387" y="3313835"/>
                  <a:pt x="3695075" y="3261312"/>
                  <a:pt x="3695075" y="3199685"/>
                </a:cubicBezTo>
                <a:cubicBezTo>
                  <a:pt x="3695075" y="3138066"/>
                  <a:pt x="3701387" y="3085560"/>
                  <a:pt x="3701387" y="3085560"/>
                </a:cubicBezTo>
                <a:close/>
                <a:moveTo>
                  <a:pt x="4492377" y="3085549"/>
                </a:moveTo>
                <a:lnTo>
                  <a:pt x="4537632" y="3085549"/>
                </a:lnTo>
                <a:cubicBezTo>
                  <a:pt x="4537632" y="3085549"/>
                  <a:pt x="4543944" y="3138058"/>
                  <a:pt x="4543944" y="3199676"/>
                </a:cubicBezTo>
                <a:cubicBezTo>
                  <a:pt x="4543944" y="3261305"/>
                  <a:pt x="4537632" y="3313829"/>
                  <a:pt x="4537632" y="3313829"/>
                </a:cubicBezTo>
                <a:lnTo>
                  <a:pt x="4492377" y="3313829"/>
                </a:lnTo>
                <a:cubicBezTo>
                  <a:pt x="4492377" y="3313829"/>
                  <a:pt x="4486128" y="3261305"/>
                  <a:pt x="4486128" y="3199676"/>
                </a:cubicBezTo>
                <a:cubicBezTo>
                  <a:pt x="4486128" y="3138058"/>
                  <a:pt x="4492377" y="3085549"/>
                  <a:pt x="4492377" y="3085549"/>
                </a:cubicBezTo>
                <a:close/>
                <a:moveTo>
                  <a:pt x="5283517" y="3085536"/>
                </a:moveTo>
                <a:lnTo>
                  <a:pt x="5328774" y="3085536"/>
                </a:lnTo>
                <a:cubicBezTo>
                  <a:pt x="5328774" y="3085536"/>
                  <a:pt x="5335084" y="3138047"/>
                  <a:pt x="5335084" y="3199668"/>
                </a:cubicBezTo>
                <a:cubicBezTo>
                  <a:pt x="5335084" y="3261298"/>
                  <a:pt x="5328774" y="3313821"/>
                  <a:pt x="5328774" y="3313821"/>
                </a:cubicBezTo>
                <a:lnTo>
                  <a:pt x="5283517" y="3313821"/>
                </a:lnTo>
                <a:cubicBezTo>
                  <a:pt x="5283517" y="3313821"/>
                  <a:pt x="5277271" y="3261298"/>
                  <a:pt x="5277271" y="3199668"/>
                </a:cubicBezTo>
                <a:cubicBezTo>
                  <a:pt x="5277271" y="3138047"/>
                  <a:pt x="5283517" y="3085536"/>
                  <a:pt x="5283517" y="3085536"/>
                </a:cubicBezTo>
                <a:close/>
                <a:moveTo>
                  <a:pt x="6074648" y="3085527"/>
                </a:moveTo>
                <a:lnTo>
                  <a:pt x="6119901" y="3085527"/>
                </a:lnTo>
                <a:cubicBezTo>
                  <a:pt x="6119901" y="3085527"/>
                  <a:pt x="6126212" y="3138039"/>
                  <a:pt x="6126212" y="3199661"/>
                </a:cubicBezTo>
                <a:cubicBezTo>
                  <a:pt x="6126212" y="3261290"/>
                  <a:pt x="6119901" y="3313814"/>
                  <a:pt x="6119901" y="3313814"/>
                </a:cubicBezTo>
                <a:lnTo>
                  <a:pt x="6074648" y="3313814"/>
                </a:lnTo>
                <a:cubicBezTo>
                  <a:pt x="6074648" y="3313814"/>
                  <a:pt x="6068400" y="3261290"/>
                  <a:pt x="6068400" y="3199661"/>
                </a:cubicBezTo>
                <a:cubicBezTo>
                  <a:pt x="6068400" y="3138039"/>
                  <a:pt x="6074648" y="3085527"/>
                  <a:pt x="6074648" y="3085527"/>
                </a:cubicBezTo>
                <a:close/>
                <a:moveTo>
                  <a:pt x="6865787" y="3085517"/>
                </a:moveTo>
                <a:lnTo>
                  <a:pt x="6910979" y="3085517"/>
                </a:lnTo>
                <a:cubicBezTo>
                  <a:pt x="6910979" y="3085517"/>
                  <a:pt x="6917290" y="3138029"/>
                  <a:pt x="6917290" y="3199654"/>
                </a:cubicBezTo>
                <a:cubicBezTo>
                  <a:pt x="6917290" y="3261283"/>
                  <a:pt x="6910979" y="3313807"/>
                  <a:pt x="6910979" y="3313807"/>
                </a:cubicBezTo>
                <a:lnTo>
                  <a:pt x="6865787" y="3313807"/>
                </a:lnTo>
                <a:cubicBezTo>
                  <a:pt x="6865787" y="3313807"/>
                  <a:pt x="6859477" y="3261283"/>
                  <a:pt x="6859477" y="3199654"/>
                </a:cubicBezTo>
                <a:cubicBezTo>
                  <a:pt x="6859477" y="3138029"/>
                  <a:pt x="6865787" y="3085517"/>
                  <a:pt x="6865787" y="3085517"/>
                </a:cubicBezTo>
                <a:close/>
                <a:moveTo>
                  <a:pt x="7656865" y="3085506"/>
                </a:moveTo>
                <a:lnTo>
                  <a:pt x="7702121" y="3085506"/>
                </a:lnTo>
                <a:cubicBezTo>
                  <a:pt x="7702121" y="3085506"/>
                  <a:pt x="7708431" y="3138020"/>
                  <a:pt x="7708431" y="3199646"/>
                </a:cubicBezTo>
                <a:cubicBezTo>
                  <a:pt x="7708431" y="3261277"/>
                  <a:pt x="7702121" y="3313799"/>
                  <a:pt x="7702121" y="3313799"/>
                </a:cubicBezTo>
                <a:lnTo>
                  <a:pt x="7656865" y="3313799"/>
                </a:lnTo>
                <a:cubicBezTo>
                  <a:pt x="7656865" y="3313799"/>
                  <a:pt x="7650619" y="3261277"/>
                  <a:pt x="7650619" y="3199646"/>
                </a:cubicBezTo>
                <a:cubicBezTo>
                  <a:pt x="7650619" y="3138020"/>
                  <a:pt x="7656865" y="3085506"/>
                  <a:pt x="7656865" y="3085506"/>
                </a:cubicBezTo>
                <a:close/>
                <a:moveTo>
                  <a:pt x="8448006" y="3085496"/>
                </a:moveTo>
                <a:lnTo>
                  <a:pt x="8493262" y="3085496"/>
                </a:lnTo>
                <a:cubicBezTo>
                  <a:pt x="8493262" y="3085496"/>
                  <a:pt x="8499508" y="3138011"/>
                  <a:pt x="8499508" y="3199638"/>
                </a:cubicBezTo>
                <a:cubicBezTo>
                  <a:pt x="8499508" y="3261270"/>
                  <a:pt x="8493262" y="3313794"/>
                  <a:pt x="8493262" y="3313794"/>
                </a:cubicBezTo>
                <a:lnTo>
                  <a:pt x="8448006" y="3313794"/>
                </a:lnTo>
                <a:cubicBezTo>
                  <a:pt x="8448006" y="3313794"/>
                  <a:pt x="8441760" y="3261270"/>
                  <a:pt x="8441760" y="3199638"/>
                </a:cubicBezTo>
                <a:cubicBezTo>
                  <a:pt x="8441760" y="3138011"/>
                  <a:pt x="8448006" y="3085496"/>
                  <a:pt x="8448006" y="3085496"/>
                </a:cubicBezTo>
                <a:close/>
                <a:moveTo>
                  <a:pt x="9239147" y="3085485"/>
                </a:moveTo>
                <a:lnTo>
                  <a:pt x="9284403" y="3085485"/>
                </a:lnTo>
                <a:cubicBezTo>
                  <a:pt x="9284403" y="3085485"/>
                  <a:pt x="9290649" y="3138001"/>
                  <a:pt x="9290649" y="3199631"/>
                </a:cubicBezTo>
                <a:cubicBezTo>
                  <a:pt x="9290649" y="3261264"/>
                  <a:pt x="9284403" y="3313786"/>
                  <a:pt x="9284403" y="3313786"/>
                </a:cubicBezTo>
                <a:lnTo>
                  <a:pt x="9239147" y="3313786"/>
                </a:lnTo>
                <a:cubicBezTo>
                  <a:pt x="9239147" y="3313786"/>
                  <a:pt x="9232901" y="3261264"/>
                  <a:pt x="9232901" y="3199631"/>
                </a:cubicBezTo>
                <a:cubicBezTo>
                  <a:pt x="9232901" y="3138001"/>
                  <a:pt x="9239147" y="3085485"/>
                  <a:pt x="9239147" y="3085485"/>
                </a:cubicBezTo>
                <a:close/>
                <a:moveTo>
                  <a:pt x="10030289" y="3085475"/>
                </a:moveTo>
                <a:lnTo>
                  <a:pt x="10075481" y="3085475"/>
                </a:lnTo>
                <a:cubicBezTo>
                  <a:pt x="10075481" y="3085475"/>
                  <a:pt x="10081791" y="3137992"/>
                  <a:pt x="10081791" y="3199623"/>
                </a:cubicBezTo>
                <a:cubicBezTo>
                  <a:pt x="10081791" y="3261257"/>
                  <a:pt x="10075481" y="3313780"/>
                  <a:pt x="10075481" y="3313780"/>
                </a:cubicBezTo>
                <a:lnTo>
                  <a:pt x="10030289" y="3313780"/>
                </a:lnTo>
                <a:cubicBezTo>
                  <a:pt x="10030289" y="3313780"/>
                  <a:pt x="10023979" y="3261257"/>
                  <a:pt x="10023979" y="3199623"/>
                </a:cubicBezTo>
                <a:cubicBezTo>
                  <a:pt x="10023979" y="3137992"/>
                  <a:pt x="10030289" y="3085475"/>
                  <a:pt x="10030289" y="3085475"/>
                </a:cubicBezTo>
                <a:close/>
                <a:moveTo>
                  <a:pt x="10821367" y="3085464"/>
                </a:moveTo>
                <a:lnTo>
                  <a:pt x="10866623" y="3085464"/>
                </a:lnTo>
                <a:cubicBezTo>
                  <a:pt x="10866623" y="3085464"/>
                  <a:pt x="10872933" y="3137982"/>
                  <a:pt x="10872933" y="3199615"/>
                </a:cubicBezTo>
                <a:cubicBezTo>
                  <a:pt x="10872933" y="3261251"/>
                  <a:pt x="10866623" y="3313774"/>
                  <a:pt x="10866623" y="3313774"/>
                </a:cubicBezTo>
                <a:lnTo>
                  <a:pt x="10821367" y="3313774"/>
                </a:lnTo>
                <a:cubicBezTo>
                  <a:pt x="10821367" y="3313774"/>
                  <a:pt x="10815121" y="3261251"/>
                  <a:pt x="10815121" y="3199615"/>
                </a:cubicBezTo>
                <a:cubicBezTo>
                  <a:pt x="10815121" y="3137982"/>
                  <a:pt x="10821367" y="3085464"/>
                  <a:pt x="10821367" y="3085464"/>
                </a:cubicBezTo>
                <a:close/>
                <a:moveTo>
                  <a:pt x="11612508" y="3085453"/>
                </a:moveTo>
                <a:lnTo>
                  <a:pt x="11657764" y="3085453"/>
                </a:lnTo>
                <a:cubicBezTo>
                  <a:pt x="11657764" y="3085453"/>
                  <a:pt x="11664075" y="3137973"/>
                  <a:pt x="11664075" y="3199608"/>
                </a:cubicBezTo>
                <a:cubicBezTo>
                  <a:pt x="11664075" y="3261245"/>
                  <a:pt x="11657764" y="3313766"/>
                  <a:pt x="11657764" y="3313766"/>
                </a:cubicBezTo>
                <a:lnTo>
                  <a:pt x="11612508" y="3313766"/>
                </a:lnTo>
                <a:cubicBezTo>
                  <a:pt x="11612508" y="3313766"/>
                  <a:pt x="11606262" y="3261245"/>
                  <a:pt x="11606262" y="3199608"/>
                </a:cubicBezTo>
                <a:cubicBezTo>
                  <a:pt x="11606262" y="3137973"/>
                  <a:pt x="11612508" y="3085453"/>
                  <a:pt x="11612508" y="3085453"/>
                </a:cubicBezTo>
                <a:close/>
                <a:moveTo>
                  <a:pt x="0" y="3072758"/>
                </a:moveTo>
                <a:lnTo>
                  <a:pt x="48559" y="3103379"/>
                </a:lnTo>
                <a:cubicBezTo>
                  <a:pt x="65816" y="3115150"/>
                  <a:pt x="76396" y="3123066"/>
                  <a:pt x="76396" y="3123066"/>
                </a:cubicBezTo>
                <a:lnTo>
                  <a:pt x="53769" y="3162252"/>
                </a:lnTo>
                <a:cubicBezTo>
                  <a:pt x="53769" y="3162252"/>
                  <a:pt x="41611" y="3157044"/>
                  <a:pt x="22784" y="3147989"/>
                </a:cubicBezTo>
                <a:lnTo>
                  <a:pt x="0" y="3136005"/>
                </a:lnTo>
                <a:close/>
                <a:moveTo>
                  <a:pt x="12203753" y="3066970"/>
                </a:moveTo>
                <a:lnTo>
                  <a:pt x="12203753" y="3131185"/>
                </a:lnTo>
                <a:lnTo>
                  <a:pt x="12171908" y="3147940"/>
                </a:lnTo>
                <a:cubicBezTo>
                  <a:pt x="12153072" y="3156991"/>
                  <a:pt x="12140914" y="3162185"/>
                  <a:pt x="12140914" y="3162185"/>
                </a:cubicBezTo>
                <a:lnTo>
                  <a:pt x="12118286" y="3122985"/>
                </a:lnTo>
                <a:cubicBezTo>
                  <a:pt x="12118286" y="3122985"/>
                  <a:pt x="12128867" y="3115066"/>
                  <a:pt x="12146132" y="3103290"/>
                </a:cubicBezTo>
                <a:close/>
                <a:moveTo>
                  <a:pt x="449268" y="3009001"/>
                </a:moveTo>
                <a:lnTo>
                  <a:pt x="471896" y="3048191"/>
                </a:lnTo>
                <a:cubicBezTo>
                  <a:pt x="471896" y="3048191"/>
                  <a:pt x="429574" y="3079869"/>
                  <a:pt x="376162" y="3110705"/>
                </a:cubicBezTo>
                <a:cubicBezTo>
                  <a:pt x="322748" y="3141544"/>
                  <a:pt x="274116" y="3162314"/>
                  <a:pt x="274116" y="3162314"/>
                </a:cubicBezTo>
                <a:lnTo>
                  <a:pt x="251487" y="3123128"/>
                </a:lnTo>
                <a:lnTo>
                  <a:pt x="251551" y="3123128"/>
                </a:lnTo>
                <a:cubicBezTo>
                  <a:pt x="251551" y="3123128"/>
                  <a:pt x="293874" y="3091463"/>
                  <a:pt x="347288" y="3060625"/>
                </a:cubicBezTo>
                <a:cubicBezTo>
                  <a:pt x="400701" y="3029771"/>
                  <a:pt x="449268" y="3009001"/>
                  <a:pt x="449268" y="3009001"/>
                </a:cubicBezTo>
                <a:close/>
                <a:moveTo>
                  <a:pt x="1240411" y="3008981"/>
                </a:moveTo>
                <a:lnTo>
                  <a:pt x="1263039" y="3048183"/>
                </a:lnTo>
                <a:cubicBezTo>
                  <a:pt x="1263039" y="3048183"/>
                  <a:pt x="1220715" y="3079858"/>
                  <a:pt x="1167301" y="3110697"/>
                </a:cubicBezTo>
                <a:cubicBezTo>
                  <a:pt x="1113887" y="3141534"/>
                  <a:pt x="1065253" y="3162306"/>
                  <a:pt x="1065253" y="3162306"/>
                </a:cubicBezTo>
                <a:lnTo>
                  <a:pt x="1042617" y="3123118"/>
                </a:lnTo>
                <a:lnTo>
                  <a:pt x="1042681" y="3123118"/>
                </a:lnTo>
                <a:cubicBezTo>
                  <a:pt x="1042681" y="3123118"/>
                  <a:pt x="1085014" y="3091453"/>
                  <a:pt x="1138424" y="3060614"/>
                </a:cubicBezTo>
                <a:cubicBezTo>
                  <a:pt x="1191840" y="3029760"/>
                  <a:pt x="1240411" y="3008981"/>
                  <a:pt x="1240411" y="3008981"/>
                </a:cubicBezTo>
                <a:close/>
                <a:moveTo>
                  <a:pt x="2031482" y="3008970"/>
                </a:moveTo>
                <a:lnTo>
                  <a:pt x="2054113" y="3048173"/>
                </a:lnTo>
                <a:cubicBezTo>
                  <a:pt x="2054113" y="3048173"/>
                  <a:pt x="2011788" y="3079848"/>
                  <a:pt x="1958376" y="3110687"/>
                </a:cubicBezTo>
                <a:cubicBezTo>
                  <a:pt x="1904962" y="3141526"/>
                  <a:pt x="1856328" y="3162298"/>
                  <a:pt x="1856328" y="3162298"/>
                </a:cubicBezTo>
                <a:lnTo>
                  <a:pt x="1833699" y="3123110"/>
                </a:lnTo>
                <a:lnTo>
                  <a:pt x="1833765" y="3123110"/>
                </a:lnTo>
                <a:cubicBezTo>
                  <a:pt x="1833765" y="3123110"/>
                  <a:pt x="1876088" y="3091442"/>
                  <a:pt x="1929500" y="3060603"/>
                </a:cubicBezTo>
                <a:cubicBezTo>
                  <a:pt x="1982915" y="3029749"/>
                  <a:pt x="2031482" y="3008970"/>
                  <a:pt x="2031482" y="3008970"/>
                </a:cubicBezTo>
                <a:close/>
                <a:moveTo>
                  <a:pt x="2822615" y="3008958"/>
                </a:moveTo>
                <a:lnTo>
                  <a:pt x="2845242" y="3048161"/>
                </a:lnTo>
                <a:cubicBezTo>
                  <a:pt x="2845242" y="3048161"/>
                  <a:pt x="2802921" y="3079836"/>
                  <a:pt x="2749503" y="3110677"/>
                </a:cubicBezTo>
                <a:cubicBezTo>
                  <a:pt x="2696091" y="3141516"/>
                  <a:pt x="2647458" y="3162288"/>
                  <a:pt x="2647458" y="3162288"/>
                </a:cubicBezTo>
                <a:lnTo>
                  <a:pt x="2624830" y="3123099"/>
                </a:lnTo>
                <a:lnTo>
                  <a:pt x="2624892" y="3123099"/>
                </a:lnTo>
                <a:cubicBezTo>
                  <a:pt x="2624892" y="3123099"/>
                  <a:pt x="2667217" y="3091432"/>
                  <a:pt x="2720633" y="3060591"/>
                </a:cubicBezTo>
                <a:cubicBezTo>
                  <a:pt x="2774046" y="3029739"/>
                  <a:pt x="2822615" y="3008958"/>
                  <a:pt x="2822615" y="3008958"/>
                </a:cubicBezTo>
                <a:close/>
                <a:moveTo>
                  <a:pt x="3613742" y="3008946"/>
                </a:moveTo>
                <a:lnTo>
                  <a:pt x="3636372" y="3048151"/>
                </a:lnTo>
                <a:cubicBezTo>
                  <a:pt x="3636372" y="3048151"/>
                  <a:pt x="3594049" y="3079826"/>
                  <a:pt x="3540639" y="3110666"/>
                </a:cubicBezTo>
                <a:cubicBezTo>
                  <a:pt x="3487224" y="3141508"/>
                  <a:pt x="3438588" y="3162281"/>
                  <a:pt x="3438588" y="3162281"/>
                </a:cubicBezTo>
                <a:lnTo>
                  <a:pt x="3415959" y="3123089"/>
                </a:lnTo>
                <a:lnTo>
                  <a:pt x="3416027" y="3123089"/>
                </a:lnTo>
                <a:cubicBezTo>
                  <a:pt x="3416027" y="3123089"/>
                  <a:pt x="3458348" y="3091421"/>
                  <a:pt x="3511767" y="3060580"/>
                </a:cubicBezTo>
                <a:cubicBezTo>
                  <a:pt x="3565177" y="3029724"/>
                  <a:pt x="3613742" y="3008946"/>
                  <a:pt x="3613742" y="3008946"/>
                </a:cubicBezTo>
                <a:close/>
                <a:moveTo>
                  <a:pt x="669795" y="3008946"/>
                </a:moveTo>
                <a:lnTo>
                  <a:pt x="678178" y="3012659"/>
                </a:lnTo>
                <a:cubicBezTo>
                  <a:pt x="694360" y="3019945"/>
                  <a:pt x="731732" y="3037410"/>
                  <a:pt x="771792" y="3060556"/>
                </a:cubicBezTo>
                <a:cubicBezTo>
                  <a:pt x="825204" y="3091394"/>
                  <a:pt x="867526" y="3123060"/>
                  <a:pt x="867526" y="3123060"/>
                </a:cubicBezTo>
                <a:lnTo>
                  <a:pt x="844900" y="3162246"/>
                </a:lnTo>
                <a:cubicBezTo>
                  <a:pt x="844900" y="3162246"/>
                  <a:pt x="796268" y="3141413"/>
                  <a:pt x="742918" y="3110636"/>
                </a:cubicBezTo>
                <a:cubicBezTo>
                  <a:pt x="689504" y="3079800"/>
                  <a:pt x="647181" y="3048124"/>
                  <a:pt x="647181" y="3048124"/>
                </a:cubicBezTo>
                <a:close/>
                <a:moveTo>
                  <a:pt x="4404792" y="3008933"/>
                </a:moveTo>
                <a:lnTo>
                  <a:pt x="4427424" y="3048135"/>
                </a:lnTo>
                <a:cubicBezTo>
                  <a:pt x="4427424" y="3048135"/>
                  <a:pt x="4385099" y="3079814"/>
                  <a:pt x="4331686" y="3110656"/>
                </a:cubicBezTo>
                <a:cubicBezTo>
                  <a:pt x="4278272" y="3141499"/>
                  <a:pt x="4229635" y="3162272"/>
                  <a:pt x="4229635" y="3162272"/>
                </a:cubicBezTo>
                <a:lnTo>
                  <a:pt x="4207009" y="3123081"/>
                </a:lnTo>
                <a:lnTo>
                  <a:pt x="4207074" y="3123081"/>
                </a:lnTo>
                <a:cubicBezTo>
                  <a:pt x="4207074" y="3123081"/>
                  <a:pt x="4249395" y="3091411"/>
                  <a:pt x="4302809" y="3060569"/>
                </a:cubicBezTo>
                <a:cubicBezTo>
                  <a:pt x="4356222" y="3029716"/>
                  <a:pt x="4404792" y="3008933"/>
                  <a:pt x="4404792" y="3008933"/>
                </a:cubicBezTo>
                <a:close/>
                <a:moveTo>
                  <a:pt x="1460873" y="3008933"/>
                </a:moveTo>
                <a:lnTo>
                  <a:pt x="1469257" y="3012646"/>
                </a:lnTo>
                <a:cubicBezTo>
                  <a:pt x="1485439" y="3019934"/>
                  <a:pt x="1522810" y="3037399"/>
                  <a:pt x="1562870" y="3060544"/>
                </a:cubicBezTo>
                <a:cubicBezTo>
                  <a:pt x="1616284" y="3091383"/>
                  <a:pt x="1658607" y="3123049"/>
                  <a:pt x="1658607" y="3123049"/>
                </a:cubicBezTo>
                <a:lnTo>
                  <a:pt x="1635980" y="3162239"/>
                </a:lnTo>
                <a:cubicBezTo>
                  <a:pt x="1635980" y="3162239"/>
                  <a:pt x="1587410" y="3141403"/>
                  <a:pt x="1533999" y="3110628"/>
                </a:cubicBezTo>
                <a:cubicBezTo>
                  <a:pt x="1480583" y="3079788"/>
                  <a:pt x="1438259" y="3048112"/>
                  <a:pt x="1438259" y="3048112"/>
                </a:cubicBezTo>
                <a:close/>
                <a:moveTo>
                  <a:pt x="5195941" y="3008931"/>
                </a:moveTo>
                <a:lnTo>
                  <a:pt x="5218566" y="3048129"/>
                </a:lnTo>
                <a:cubicBezTo>
                  <a:pt x="5218566" y="3048129"/>
                  <a:pt x="5176242" y="3079804"/>
                  <a:pt x="5122827" y="3110646"/>
                </a:cubicBezTo>
                <a:cubicBezTo>
                  <a:pt x="5069416" y="3141490"/>
                  <a:pt x="5020783" y="3162264"/>
                  <a:pt x="5020783" y="3162264"/>
                </a:cubicBezTo>
                <a:lnTo>
                  <a:pt x="4998155" y="3123071"/>
                </a:lnTo>
                <a:lnTo>
                  <a:pt x="4998215" y="3123071"/>
                </a:lnTo>
                <a:cubicBezTo>
                  <a:pt x="4998215" y="3123071"/>
                  <a:pt x="5040542" y="3091402"/>
                  <a:pt x="5093953" y="3060557"/>
                </a:cubicBezTo>
                <a:cubicBezTo>
                  <a:pt x="5147369" y="3029707"/>
                  <a:pt x="5195941" y="3008931"/>
                  <a:pt x="5195941" y="3008931"/>
                </a:cubicBezTo>
                <a:close/>
                <a:moveTo>
                  <a:pt x="2252000" y="3008921"/>
                </a:moveTo>
                <a:lnTo>
                  <a:pt x="2260383" y="3012634"/>
                </a:lnTo>
                <a:cubicBezTo>
                  <a:pt x="2276564" y="3019924"/>
                  <a:pt x="2313933" y="3037390"/>
                  <a:pt x="2353993" y="3060533"/>
                </a:cubicBezTo>
                <a:cubicBezTo>
                  <a:pt x="2407411" y="3091373"/>
                  <a:pt x="2449735" y="3123040"/>
                  <a:pt x="2449735" y="3123040"/>
                </a:cubicBezTo>
                <a:lnTo>
                  <a:pt x="2427108" y="3162228"/>
                </a:lnTo>
                <a:cubicBezTo>
                  <a:pt x="2427108" y="3162228"/>
                  <a:pt x="2378532" y="3141394"/>
                  <a:pt x="2325122" y="3110618"/>
                </a:cubicBezTo>
                <a:cubicBezTo>
                  <a:pt x="2271708" y="3079778"/>
                  <a:pt x="2229387" y="3048102"/>
                  <a:pt x="2229387" y="3048102"/>
                </a:cubicBezTo>
                <a:close/>
                <a:moveTo>
                  <a:pt x="669744" y="3008921"/>
                </a:moveTo>
                <a:lnTo>
                  <a:pt x="669808" y="3008921"/>
                </a:lnTo>
                <a:lnTo>
                  <a:pt x="669795" y="3008946"/>
                </a:lnTo>
                <a:close/>
                <a:moveTo>
                  <a:pt x="5987007" y="3008920"/>
                </a:moveTo>
                <a:lnTo>
                  <a:pt x="6009633" y="3048117"/>
                </a:lnTo>
                <a:cubicBezTo>
                  <a:pt x="6009633" y="3048117"/>
                  <a:pt x="5967311" y="3079793"/>
                  <a:pt x="5913898" y="3110636"/>
                </a:cubicBezTo>
                <a:cubicBezTo>
                  <a:pt x="5860482" y="3141480"/>
                  <a:pt x="5811850" y="3162253"/>
                  <a:pt x="5811850" y="3162253"/>
                </a:cubicBezTo>
                <a:lnTo>
                  <a:pt x="5789224" y="3123061"/>
                </a:lnTo>
                <a:lnTo>
                  <a:pt x="5789287" y="3123061"/>
                </a:lnTo>
                <a:cubicBezTo>
                  <a:pt x="5789287" y="3123061"/>
                  <a:pt x="5831610" y="3091390"/>
                  <a:pt x="5885024" y="3060546"/>
                </a:cubicBezTo>
                <a:cubicBezTo>
                  <a:pt x="5938437" y="3029693"/>
                  <a:pt x="5987007" y="3008920"/>
                  <a:pt x="5987007" y="3008920"/>
                </a:cubicBezTo>
                <a:close/>
                <a:moveTo>
                  <a:pt x="3043144" y="3008909"/>
                </a:moveTo>
                <a:lnTo>
                  <a:pt x="3051523" y="3012622"/>
                </a:lnTo>
                <a:cubicBezTo>
                  <a:pt x="3067710" y="3019918"/>
                  <a:pt x="3105083" y="3037379"/>
                  <a:pt x="3145144" y="3060520"/>
                </a:cubicBezTo>
                <a:cubicBezTo>
                  <a:pt x="3198544" y="3091363"/>
                  <a:pt x="3240871" y="3123030"/>
                  <a:pt x="3240871" y="3123030"/>
                </a:cubicBezTo>
                <a:lnTo>
                  <a:pt x="3218243" y="3162221"/>
                </a:lnTo>
                <a:cubicBezTo>
                  <a:pt x="3218243" y="3162221"/>
                  <a:pt x="3169679" y="3141384"/>
                  <a:pt x="3116268" y="3110608"/>
                </a:cubicBezTo>
                <a:cubicBezTo>
                  <a:pt x="3062852" y="3079766"/>
                  <a:pt x="3020525" y="3048090"/>
                  <a:pt x="3020525" y="3048090"/>
                </a:cubicBezTo>
                <a:close/>
                <a:moveTo>
                  <a:pt x="1460821" y="3008909"/>
                </a:moveTo>
                <a:lnTo>
                  <a:pt x="1460890" y="3008909"/>
                </a:lnTo>
                <a:lnTo>
                  <a:pt x="1460873" y="3008933"/>
                </a:lnTo>
                <a:close/>
                <a:moveTo>
                  <a:pt x="6778210" y="3008908"/>
                </a:moveTo>
                <a:lnTo>
                  <a:pt x="6800772" y="3048105"/>
                </a:lnTo>
                <a:cubicBezTo>
                  <a:pt x="6800772" y="3048105"/>
                  <a:pt x="6758449" y="3079782"/>
                  <a:pt x="6705100" y="3110626"/>
                </a:cubicBezTo>
                <a:cubicBezTo>
                  <a:pt x="6651621" y="3141470"/>
                  <a:pt x="6603052" y="3162245"/>
                  <a:pt x="6603052" y="3162245"/>
                </a:cubicBezTo>
                <a:lnTo>
                  <a:pt x="6580424" y="3123051"/>
                </a:lnTo>
                <a:cubicBezTo>
                  <a:pt x="6580424" y="3123051"/>
                  <a:pt x="6622747" y="3091379"/>
                  <a:pt x="6676161" y="3060535"/>
                </a:cubicBezTo>
                <a:cubicBezTo>
                  <a:pt x="6729575" y="3029681"/>
                  <a:pt x="6778210" y="3008908"/>
                  <a:pt x="6778210" y="3008908"/>
                </a:cubicBezTo>
                <a:close/>
                <a:moveTo>
                  <a:pt x="7569286" y="3008897"/>
                </a:moveTo>
                <a:lnTo>
                  <a:pt x="7591913" y="3048094"/>
                </a:lnTo>
                <a:cubicBezTo>
                  <a:pt x="7591913" y="3048094"/>
                  <a:pt x="7549590" y="3079771"/>
                  <a:pt x="7496176" y="3110616"/>
                </a:cubicBezTo>
                <a:cubicBezTo>
                  <a:pt x="7442762" y="3141461"/>
                  <a:pt x="7394128" y="3162236"/>
                  <a:pt x="7394128" y="3162236"/>
                </a:cubicBezTo>
                <a:lnTo>
                  <a:pt x="7371564" y="3123041"/>
                </a:lnTo>
                <a:cubicBezTo>
                  <a:pt x="7371564" y="3123041"/>
                  <a:pt x="7413887" y="3091369"/>
                  <a:pt x="7467302" y="3060523"/>
                </a:cubicBezTo>
                <a:cubicBezTo>
                  <a:pt x="7520716" y="3029671"/>
                  <a:pt x="7569286" y="3008897"/>
                  <a:pt x="7569286" y="3008897"/>
                </a:cubicBezTo>
                <a:close/>
                <a:moveTo>
                  <a:pt x="3834266" y="3008897"/>
                </a:moveTo>
                <a:lnTo>
                  <a:pt x="3842651" y="3012610"/>
                </a:lnTo>
                <a:cubicBezTo>
                  <a:pt x="3858829" y="3019906"/>
                  <a:pt x="3896202" y="3037367"/>
                  <a:pt x="3936263" y="3060509"/>
                </a:cubicBezTo>
                <a:cubicBezTo>
                  <a:pt x="3989670" y="3091352"/>
                  <a:pt x="4031992" y="3123020"/>
                  <a:pt x="4031992" y="3123020"/>
                </a:cubicBezTo>
                <a:lnTo>
                  <a:pt x="4009366" y="3162211"/>
                </a:lnTo>
                <a:cubicBezTo>
                  <a:pt x="4009366" y="3162211"/>
                  <a:pt x="3960803" y="3141376"/>
                  <a:pt x="3907391" y="3110598"/>
                </a:cubicBezTo>
                <a:cubicBezTo>
                  <a:pt x="3853972" y="3079755"/>
                  <a:pt x="3811651" y="3048079"/>
                  <a:pt x="3811651" y="3048079"/>
                </a:cubicBezTo>
                <a:close/>
                <a:moveTo>
                  <a:pt x="2251951" y="3008897"/>
                </a:moveTo>
                <a:lnTo>
                  <a:pt x="2252012" y="3008897"/>
                </a:lnTo>
                <a:lnTo>
                  <a:pt x="2252000" y="3008921"/>
                </a:lnTo>
                <a:close/>
                <a:moveTo>
                  <a:pt x="8360428" y="3008885"/>
                </a:moveTo>
                <a:lnTo>
                  <a:pt x="8383056" y="3048084"/>
                </a:lnTo>
                <a:cubicBezTo>
                  <a:pt x="8383056" y="3048084"/>
                  <a:pt x="8340732" y="3079760"/>
                  <a:pt x="8287318" y="3110606"/>
                </a:cubicBezTo>
                <a:cubicBezTo>
                  <a:pt x="8233904" y="3141452"/>
                  <a:pt x="8185270" y="3162227"/>
                  <a:pt x="8185270" y="3162227"/>
                </a:cubicBezTo>
                <a:lnTo>
                  <a:pt x="8162642" y="3123032"/>
                </a:lnTo>
                <a:cubicBezTo>
                  <a:pt x="8162642" y="3123032"/>
                  <a:pt x="8204965" y="3091358"/>
                  <a:pt x="8258443" y="3060512"/>
                </a:cubicBezTo>
                <a:cubicBezTo>
                  <a:pt x="8311794" y="3029660"/>
                  <a:pt x="8360428" y="3008885"/>
                  <a:pt x="8360428" y="3008885"/>
                </a:cubicBezTo>
                <a:close/>
                <a:moveTo>
                  <a:pt x="4625259" y="3008885"/>
                </a:moveTo>
                <a:lnTo>
                  <a:pt x="4633642" y="3012604"/>
                </a:lnTo>
                <a:cubicBezTo>
                  <a:pt x="4649825" y="3019895"/>
                  <a:pt x="4687193" y="3037352"/>
                  <a:pt x="4727254" y="3060500"/>
                </a:cubicBezTo>
                <a:cubicBezTo>
                  <a:pt x="4780668" y="3091342"/>
                  <a:pt x="4822988" y="3123011"/>
                  <a:pt x="4822988" y="3123011"/>
                </a:cubicBezTo>
                <a:lnTo>
                  <a:pt x="4800366" y="3162203"/>
                </a:lnTo>
                <a:cubicBezTo>
                  <a:pt x="4800366" y="3162203"/>
                  <a:pt x="4751732" y="3141366"/>
                  <a:pt x="4698380" y="3110587"/>
                </a:cubicBezTo>
                <a:cubicBezTo>
                  <a:pt x="4644967" y="3079745"/>
                  <a:pt x="4602649" y="3048067"/>
                  <a:pt x="4602649" y="3048067"/>
                </a:cubicBezTo>
                <a:close/>
                <a:moveTo>
                  <a:pt x="3043094" y="3008885"/>
                </a:moveTo>
                <a:lnTo>
                  <a:pt x="3043156" y="3008885"/>
                </a:lnTo>
                <a:lnTo>
                  <a:pt x="3043144" y="3008909"/>
                </a:lnTo>
                <a:close/>
                <a:moveTo>
                  <a:pt x="5416402" y="3008879"/>
                </a:moveTo>
                <a:lnTo>
                  <a:pt x="5424781" y="3012591"/>
                </a:lnTo>
                <a:cubicBezTo>
                  <a:pt x="5440965" y="3019881"/>
                  <a:pt x="5478335" y="3037345"/>
                  <a:pt x="5518395" y="3060488"/>
                </a:cubicBezTo>
                <a:cubicBezTo>
                  <a:pt x="5571809" y="3091331"/>
                  <a:pt x="5614131" y="3123001"/>
                  <a:pt x="5614131" y="3123001"/>
                </a:cubicBezTo>
                <a:lnTo>
                  <a:pt x="5591504" y="3162195"/>
                </a:lnTo>
                <a:cubicBezTo>
                  <a:pt x="5591504" y="3162195"/>
                  <a:pt x="5542870" y="3141356"/>
                  <a:pt x="5489521" y="3110578"/>
                </a:cubicBezTo>
                <a:cubicBezTo>
                  <a:pt x="5436110" y="3079734"/>
                  <a:pt x="5393787" y="3048055"/>
                  <a:pt x="5393787" y="3048055"/>
                </a:cubicBezTo>
                <a:close/>
                <a:moveTo>
                  <a:pt x="3834218" y="3008874"/>
                </a:moveTo>
                <a:lnTo>
                  <a:pt x="3834279" y="3008874"/>
                </a:lnTo>
                <a:lnTo>
                  <a:pt x="3834266" y="3008897"/>
                </a:lnTo>
                <a:close/>
                <a:moveTo>
                  <a:pt x="9151570" y="3008873"/>
                </a:moveTo>
                <a:lnTo>
                  <a:pt x="9174198" y="3048072"/>
                </a:lnTo>
                <a:cubicBezTo>
                  <a:pt x="9174198" y="3048072"/>
                  <a:pt x="9131874" y="3079749"/>
                  <a:pt x="9078460" y="3110596"/>
                </a:cubicBezTo>
                <a:cubicBezTo>
                  <a:pt x="9025046" y="3141442"/>
                  <a:pt x="8976412" y="3162219"/>
                  <a:pt x="8976412" y="3162219"/>
                </a:cubicBezTo>
                <a:lnTo>
                  <a:pt x="8953784" y="3123023"/>
                </a:lnTo>
                <a:cubicBezTo>
                  <a:pt x="8953784" y="3123023"/>
                  <a:pt x="8996107" y="3091348"/>
                  <a:pt x="9049585" y="3060500"/>
                </a:cubicBezTo>
                <a:cubicBezTo>
                  <a:pt x="9102936" y="3029649"/>
                  <a:pt x="9151570" y="3008873"/>
                  <a:pt x="9151570" y="3008873"/>
                </a:cubicBezTo>
                <a:close/>
                <a:moveTo>
                  <a:pt x="4625211" y="3008869"/>
                </a:moveTo>
                <a:lnTo>
                  <a:pt x="4625271" y="3008869"/>
                </a:lnTo>
                <a:lnTo>
                  <a:pt x="4625259" y="3008885"/>
                </a:lnTo>
                <a:close/>
                <a:moveTo>
                  <a:pt x="9942711" y="3008860"/>
                </a:moveTo>
                <a:lnTo>
                  <a:pt x="9965275" y="3048061"/>
                </a:lnTo>
                <a:cubicBezTo>
                  <a:pt x="9965275" y="3048061"/>
                  <a:pt x="9922951" y="3079738"/>
                  <a:pt x="9869601" y="3110585"/>
                </a:cubicBezTo>
                <a:cubicBezTo>
                  <a:pt x="9816123" y="3141433"/>
                  <a:pt x="9767553" y="3162210"/>
                  <a:pt x="9767553" y="3162210"/>
                </a:cubicBezTo>
                <a:lnTo>
                  <a:pt x="9744925" y="3123013"/>
                </a:lnTo>
                <a:cubicBezTo>
                  <a:pt x="9744925" y="3123013"/>
                  <a:pt x="9787248" y="3091338"/>
                  <a:pt x="9840663" y="3060489"/>
                </a:cubicBezTo>
                <a:cubicBezTo>
                  <a:pt x="9894077" y="3029638"/>
                  <a:pt x="9942711" y="3008860"/>
                  <a:pt x="9942711" y="3008860"/>
                </a:cubicBezTo>
                <a:close/>
                <a:moveTo>
                  <a:pt x="5416352" y="3008859"/>
                </a:moveTo>
                <a:lnTo>
                  <a:pt x="5416414" y="3008859"/>
                </a:lnTo>
                <a:lnTo>
                  <a:pt x="5416402" y="3008879"/>
                </a:lnTo>
                <a:close/>
                <a:moveTo>
                  <a:pt x="10733788" y="3008849"/>
                </a:moveTo>
                <a:lnTo>
                  <a:pt x="10756416" y="3048049"/>
                </a:lnTo>
                <a:cubicBezTo>
                  <a:pt x="10756416" y="3048049"/>
                  <a:pt x="10714092" y="3079727"/>
                  <a:pt x="10660678" y="3110575"/>
                </a:cubicBezTo>
                <a:cubicBezTo>
                  <a:pt x="10607264" y="3141424"/>
                  <a:pt x="10558694" y="3162202"/>
                  <a:pt x="10558694" y="3162202"/>
                </a:cubicBezTo>
                <a:lnTo>
                  <a:pt x="10536066" y="3123003"/>
                </a:lnTo>
                <a:cubicBezTo>
                  <a:pt x="10536066" y="3123003"/>
                  <a:pt x="10578389" y="3091327"/>
                  <a:pt x="10631804" y="3060477"/>
                </a:cubicBezTo>
                <a:cubicBezTo>
                  <a:pt x="10685218" y="3029626"/>
                  <a:pt x="10733788" y="3008849"/>
                  <a:pt x="10733788" y="3008849"/>
                </a:cubicBezTo>
                <a:close/>
                <a:moveTo>
                  <a:pt x="6207480" y="3008848"/>
                </a:moveTo>
                <a:cubicBezTo>
                  <a:pt x="6207480" y="3008848"/>
                  <a:pt x="6256113" y="3029623"/>
                  <a:pt x="6309528" y="3060476"/>
                </a:cubicBezTo>
                <a:cubicBezTo>
                  <a:pt x="6362878" y="3091320"/>
                  <a:pt x="6405201" y="3122992"/>
                  <a:pt x="6405201" y="3122992"/>
                </a:cubicBezTo>
                <a:lnTo>
                  <a:pt x="6382638" y="3162185"/>
                </a:lnTo>
                <a:cubicBezTo>
                  <a:pt x="6382638" y="3162185"/>
                  <a:pt x="6334004" y="3141347"/>
                  <a:pt x="6280590" y="3110568"/>
                </a:cubicBezTo>
                <a:cubicBezTo>
                  <a:pt x="6227176" y="3079723"/>
                  <a:pt x="6184852" y="3048045"/>
                  <a:pt x="6184852" y="3048045"/>
                </a:cubicBezTo>
                <a:close/>
                <a:moveTo>
                  <a:pt x="11524930" y="3008837"/>
                </a:moveTo>
                <a:lnTo>
                  <a:pt x="11547558" y="3048037"/>
                </a:lnTo>
                <a:cubicBezTo>
                  <a:pt x="11547558" y="3048037"/>
                  <a:pt x="11505234" y="3079716"/>
                  <a:pt x="11451820" y="3110565"/>
                </a:cubicBezTo>
                <a:cubicBezTo>
                  <a:pt x="11398406" y="3141414"/>
                  <a:pt x="11349836" y="3162194"/>
                  <a:pt x="11349836" y="3162194"/>
                </a:cubicBezTo>
                <a:lnTo>
                  <a:pt x="11327208" y="3122994"/>
                </a:lnTo>
                <a:cubicBezTo>
                  <a:pt x="11327208" y="3122994"/>
                  <a:pt x="11369531" y="3091317"/>
                  <a:pt x="11422946" y="3060467"/>
                </a:cubicBezTo>
                <a:cubicBezTo>
                  <a:pt x="11476360" y="3029616"/>
                  <a:pt x="11524930" y="3008837"/>
                  <a:pt x="11524930" y="3008837"/>
                </a:cubicBezTo>
                <a:close/>
                <a:moveTo>
                  <a:pt x="6998558" y="3008836"/>
                </a:moveTo>
                <a:cubicBezTo>
                  <a:pt x="6998558" y="3008836"/>
                  <a:pt x="7047191" y="3029614"/>
                  <a:pt x="7100606" y="3060464"/>
                </a:cubicBezTo>
                <a:cubicBezTo>
                  <a:pt x="7154020" y="3091310"/>
                  <a:pt x="7196344" y="3122982"/>
                  <a:pt x="7196344" y="3122982"/>
                </a:cubicBezTo>
                <a:lnTo>
                  <a:pt x="7173716" y="3162177"/>
                </a:lnTo>
                <a:cubicBezTo>
                  <a:pt x="7173716" y="3162177"/>
                  <a:pt x="7125146" y="3141338"/>
                  <a:pt x="7071731" y="3110558"/>
                </a:cubicBezTo>
                <a:cubicBezTo>
                  <a:pt x="7018317" y="3079712"/>
                  <a:pt x="6975995" y="3048035"/>
                  <a:pt x="6975995" y="3048035"/>
                </a:cubicBezTo>
                <a:close/>
                <a:moveTo>
                  <a:pt x="7789699" y="3008824"/>
                </a:moveTo>
                <a:cubicBezTo>
                  <a:pt x="7789699" y="3008824"/>
                  <a:pt x="7838333" y="3029603"/>
                  <a:pt x="7891747" y="3060453"/>
                </a:cubicBezTo>
                <a:cubicBezTo>
                  <a:pt x="7945161" y="3091299"/>
                  <a:pt x="7987485" y="3122972"/>
                  <a:pt x="7987485" y="3122972"/>
                </a:cubicBezTo>
                <a:lnTo>
                  <a:pt x="7964857" y="3162168"/>
                </a:lnTo>
                <a:cubicBezTo>
                  <a:pt x="7964857" y="3162168"/>
                  <a:pt x="7916223" y="3141329"/>
                  <a:pt x="7862873" y="3110548"/>
                </a:cubicBezTo>
                <a:cubicBezTo>
                  <a:pt x="7809395" y="3079701"/>
                  <a:pt x="7767072" y="3048024"/>
                  <a:pt x="7767072" y="3048024"/>
                </a:cubicBezTo>
                <a:close/>
                <a:moveTo>
                  <a:pt x="8580840" y="3008812"/>
                </a:moveTo>
                <a:cubicBezTo>
                  <a:pt x="8580840" y="3008812"/>
                  <a:pt x="8629474" y="3029592"/>
                  <a:pt x="8682888" y="3060442"/>
                </a:cubicBezTo>
                <a:cubicBezTo>
                  <a:pt x="8736302" y="3091289"/>
                  <a:pt x="8778626" y="3122963"/>
                  <a:pt x="8778626" y="3122963"/>
                </a:cubicBezTo>
                <a:lnTo>
                  <a:pt x="8755998" y="3162160"/>
                </a:lnTo>
                <a:cubicBezTo>
                  <a:pt x="8755998" y="3162160"/>
                  <a:pt x="8707364" y="3141319"/>
                  <a:pt x="8654014" y="3110537"/>
                </a:cubicBezTo>
                <a:cubicBezTo>
                  <a:pt x="8600536" y="3079690"/>
                  <a:pt x="8558213" y="3048014"/>
                  <a:pt x="8558213" y="3048014"/>
                </a:cubicBezTo>
                <a:close/>
                <a:moveTo>
                  <a:pt x="9371982" y="3008802"/>
                </a:moveTo>
                <a:cubicBezTo>
                  <a:pt x="9371982" y="3008802"/>
                  <a:pt x="9420552" y="3029581"/>
                  <a:pt x="9474030" y="3060430"/>
                </a:cubicBezTo>
                <a:cubicBezTo>
                  <a:pt x="9527381" y="3091279"/>
                  <a:pt x="9569768" y="3122953"/>
                  <a:pt x="9569768" y="3122953"/>
                </a:cubicBezTo>
                <a:lnTo>
                  <a:pt x="9547140" y="3162151"/>
                </a:lnTo>
                <a:cubicBezTo>
                  <a:pt x="9547140" y="3162151"/>
                  <a:pt x="9498507" y="3141310"/>
                  <a:pt x="9445093" y="3110527"/>
                </a:cubicBezTo>
                <a:cubicBezTo>
                  <a:pt x="9391678" y="3079679"/>
                  <a:pt x="9349355" y="3048003"/>
                  <a:pt x="9349355" y="3048003"/>
                </a:cubicBezTo>
                <a:close/>
                <a:moveTo>
                  <a:pt x="10163123" y="3008789"/>
                </a:moveTo>
                <a:cubicBezTo>
                  <a:pt x="10163123" y="3008789"/>
                  <a:pt x="10211693" y="3029569"/>
                  <a:pt x="10265107" y="3060419"/>
                </a:cubicBezTo>
                <a:cubicBezTo>
                  <a:pt x="10318522" y="3091268"/>
                  <a:pt x="10360845" y="3122944"/>
                  <a:pt x="10360845" y="3122944"/>
                </a:cubicBezTo>
                <a:lnTo>
                  <a:pt x="10338218" y="3162143"/>
                </a:lnTo>
                <a:cubicBezTo>
                  <a:pt x="10338218" y="3162143"/>
                  <a:pt x="10289648" y="3141300"/>
                  <a:pt x="10236234" y="3110516"/>
                </a:cubicBezTo>
                <a:cubicBezTo>
                  <a:pt x="10182819" y="3079668"/>
                  <a:pt x="10140496" y="3047990"/>
                  <a:pt x="10140496" y="3047990"/>
                </a:cubicBezTo>
                <a:close/>
                <a:moveTo>
                  <a:pt x="10954265" y="3008778"/>
                </a:moveTo>
                <a:cubicBezTo>
                  <a:pt x="10954265" y="3008778"/>
                  <a:pt x="11002835" y="3029558"/>
                  <a:pt x="11056249" y="3060407"/>
                </a:cubicBezTo>
                <a:cubicBezTo>
                  <a:pt x="11109664" y="3091258"/>
                  <a:pt x="11151987" y="3122934"/>
                  <a:pt x="11151987" y="3122934"/>
                </a:cubicBezTo>
                <a:lnTo>
                  <a:pt x="11129360" y="3162133"/>
                </a:lnTo>
                <a:cubicBezTo>
                  <a:pt x="11129360" y="3162133"/>
                  <a:pt x="11080790" y="3141291"/>
                  <a:pt x="11027376" y="3110507"/>
                </a:cubicBezTo>
                <a:cubicBezTo>
                  <a:pt x="10973961" y="3079657"/>
                  <a:pt x="10931638" y="3047979"/>
                  <a:pt x="10931638" y="3047979"/>
                </a:cubicBezTo>
                <a:close/>
                <a:moveTo>
                  <a:pt x="11745343" y="3008768"/>
                </a:moveTo>
                <a:cubicBezTo>
                  <a:pt x="11745343" y="3008768"/>
                  <a:pt x="11793976" y="3029547"/>
                  <a:pt x="11847390" y="3060397"/>
                </a:cubicBezTo>
                <a:cubicBezTo>
                  <a:pt x="11900804" y="3091247"/>
                  <a:pt x="11943128" y="3122924"/>
                  <a:pt x="11943128" y="3122924"/>
                </a:cubicBezTo>
                <a:lnTo>
                  <a:pt x="11920501" y="3162125"/>
                </a:lnTo>
                <a:cubicBezTo>
                  <a:pt x="11920501" y="3162125"/>
                  <a:pt x="11871867" y="3141282"/>
                  <a:pt x="11818516" y="3110496"/>
                </a:cubicBezTo>
                <a:cubicBezTo>
                  <a:pt x="11765038" y="3079646"/>
                  <a:pt x="11722715" y="3047967"/>
                  <a:pt x="11722715" y="3047967"/>
                </a:cubicBezTo>
                <a:close/>
                <a:moveTo>
                  <a:pt x="141346" y="2857186"/>
                </a:moveTo>
                <a:lnTo>
                  <a:pt x="186600" y="2857186"/>
                </a:lnTo>
                <a:cubicBezTo>
                  <a:pt x="186600" y="2857186"/>
                  <a:pt x="192910" y="2909783"/>
                  <a:pt x="192910" y="2971455"/>
                </a:cubicBezTo>
                <a:cubicBezTo>
                  <a:pt x="192910" y="3033150"/>
                  <a:pt x="186600" y="3085602"/>
                  <a:pt x="186600" y="3085602"/>
                </a:cubicBezTo>
                <a:lnTo>
                  <a:pt x="141346" y="3085602"/>
                </a:lnTo>
                <a:cubicBezTo>
                  <a:pt x="141346" y="3085602"/>
                  <a:pt x="135099" y="3033087"/>
                  <a:pt x="135099" y="2971455"/>
                </a:cubicBezTo>
                <a:cubicBezTo>
                  <a:pt x="135099" y="2909846"/>
                  <a:pt x="141346" y="2857186"/>
                  <a:pt x="141346" y="2857186"/>
                </a:cubicBezTo>
                <a:close/>
                <a:moveTo>
                  <a:pt x="932415" y="2857177"/>
                </a:moveTo>
                <a:lnTo>
                  <a:pt x="977669" y="2857177"/>
                </a:lnTo>
                <a:cubicBezTo>
                  <a:pt x="977669" y="2857177"/>
                  <a:pt x="983979" y="2909774"/>
                  <a:pt x="983979" y="2971449"/>
                </a:cubicBezTo>
                <a:cubicBezTo>
                  <a:pt x="983979" y="3033143"/>
                  <a:pt x="977669" y="3085597"/>
                  <a:pt x="977669" y="3085597"/>
                </a:cubicBezTo>
                <a:lnTo>
                  <a:pt x="932415" y="3085597"/>
                </a:lnTo>
                <a:cubicBezTo>
                  <a:pt x="932415" y="3085597"/>
                  <a:pt x="926168" y="3033075"/>
                  <a:pt x="926168" y="2971449"/>
                </a:cubicBezTo>
                <a:cubicBezTo>
                  <a:pt x="926168" y="2909837"/>
                  <a:pt x="932415" y="2857177"/>
                  <a:pt x="932415" y="2857177"/>
                </a:cubicBezTo>
                <a:close/>
                <a:moveTo>
                  <a:pt x="1723556" y="2857169"/>
                </a:moveTo>
                <a:lnTo>
                  <a:pt x="1768814" y="2857169"/>
                </a:lnTo>
                <a:cubicBezTo>
                  <a:pt x="1768814" y="2857169"/>
                  <a:pt x="1775125" y="2909763"/>
                  <a:pt x="1775125" y="2971437"/>
                </a:cubicBezTo>
                <a:cubicBezTo>
                  <a:pt x="1775125" y="3033131"/>
                  <a:pt x="1768814" y="3085585"/>
                  <a:pt x="1768814" y="3085585"/>
                </a:cubicBezTo>
                <a:lnTo>
                  <a:pt x="1723556" y="3085585"/>
                </a:lnTo>
                <a:cubicBezTo>
                  <a:pt x="1723556" y="3085585"/>
                  <a:pt x="1717247" y="3033069"/>
                  <a:pt x="1717247" y="2971437"/>
                </a:cubicBezTo>
                <a:cubicBezTo>
                  <a:pt x="1717247" y="2909824"/>
                  <a:pt x="1723556" y="2857169"/>
                  <a:pt x="1723556" y="2857169"/>
                </a:cubicBezTo>
                <a:close/>
                <a:moveTo>
                  <a:pt x="2514689" y="2857161"/>
                </a:moveTo>
                <a:lnTo>
                  <a:pt x="2559944" y="2857161"/>
                </a:lnTo>
                <a:cubicBezTo>
                  <a:pt x="2559944" y="2857161"/>
                  <a:pt x="2566255" y="2909748"/>
                  <a:pt x="2566255" y="2971426"/>
                </a:cubicBezTo>
                <a:cubicBezTo>
                  <a:pt x="2566255" y="3033121"/>
                  <a:pt x="2559944" y="3085575"/>
                  <a:pt x="2559944" y="3085575"/>
                </a:cubicBezTo>
                <a:lnTo>
                  <a:pt x="2514689" y="3085575"/>
                </a:lnTo>
                <a:cubicBezTo>
                  <a:pt x="2514689" y="3085575"/>
                  <a:pt x="2508444" y="3033058"/>
                  <a:pt x="2508444" y="2971426"/>
                </a:cubicBezTo>
                <a:cubicBezTo>
                  <a:pt x="2508444" y="2909811"/>
                  <a:pt x="2514689" y="2857161"/>
                  <a:pt x="2514689" y="2857161"/>
                </a:cubicBezTo>
                <a:close/>
                <a:moveTo>
                  <a:pt x="3305820" y="2857152"/>
                </a:moveTo>
                <a:lnTo>
                  <a:pt x="3351078" y="2857152"/>
                </a:lnTo>
                <a:cubicBezTo>
                  <a:pt x="3351078" y="2857152"/>
                  <a:pt x="3357385" y="2909736"/>
                  <a:pt x="3357385" y="2971415"/>
                </a:cubicBezTo>
                <a:cubicBezTo>
                  <a:pt x="3357385" y="3033109"/>
                  <a:pt x="3351078" y="3085564"/>
                  <a:pt x="3351078" y="3085564"/>
                </a:cubicBezTo>
                <a:lnTo>
                  <a:pt x="3305820" y="3085564"/>
                </a:lnTo>
                <a:cubicBezTo>
                  <a:pt x="3305820" y="3085564"/>
                  <a:pt x="3299575" y="3033046"/>
                  <a:pt x="3299575" y="2971415"/>
                </a:cubicBezTo>
                <a:cubicBezTo>
                  <a:pt x="3299575" y="2909799"/>
                  <a:pt x="3305820" y="2857152"/>
                  <a:pt x="3305820" y="2857152"/>
                </a:cubicBezTo>
                <a:close/>
                <a:moveTo>
                  <a:pt x="4096880" y="2857144"/>
                </a:moveTo>
                <a:lnTo>
                  <a:pt x="4142136" y="2857144"/>
                </a:lnTo>
                <a:cubicBezTo>
                  <a:pt x="4142136" y="2857144"/>
                  <a:pt x="4148446" y="2909721"/>
                  <a:pt x="4148446" y="2971403"/>
                </a:cubicBezTo>
                <a:cubicBezTo>
                  <a:pt x="4148446" y="3033098"/>
                  <a:pt x="4142136" y="3085553"/>
                  <a:pt x="4142136" y="3085553"/>
                </a:cubicBezTo>
                <a:lnTo>
                  <a:pt x="4096880" y="3085553"/>
                </a:lnTo>
                <a:cubicBezTo>
                  <a:pt x="4096880" y="3085553"/>
                  <a:pt x="4090633" y="3033036"/>
                  <a:pt x="4090633" y="2971403"/>
                </a:cubicBezTo>
                <a:cubicBezTo>
                  <a:pt x="4090633" y="2909784"/>
                  <a:pt x="4096880" y="2857144"/>
                  <a:pt x="4096880" y="2857144"/>
                </a:cubicBezTo>
                <a:close/>
                <a:moveTo>
                  <a:pt x="4887944" y="2857137"/>
                </a:moveTo>
                <a:lnTo>
                  <a:pt x="4933198" y="2857137"/>
                </a:lnTo>
                <a:cubicBezTo>
                  <a:pt x="4933198" y="2857137"/>
                  <a:pt x="4939507" y="2909708"/>
                  <a:pt x="4939507" y="2971392"/>
                </a:cubicBezTo>
                <a:cubicBezTo>
                  <a:pt x="4939507" y="3033087"/>
                  <a:pt x="4933198" y="3085544"/>
                  <a:pt x="4933198" y="3085544"/>
                </a:cubicBezTo>
                <a:lnTo>
                  <a:pt x="4887944" y="3085544"/>
                </a:lnTo>
                <a:cubicBezTo>
                  <a:pt x="4887944" y="3085544"/>
                  <a:pt x="4881696" y="3033026"/>
                  <a:pt x="4881696" y="2971392"/>
                </a:cubicBezTo>
                <a:cubicBezTo>
                  <a:pt x="4881696" y="2909773"/>
                  <a:pt x="4887944" y="2857137"/>
                  <a:pt x="4887944" y="2857137"/>
                </a:cubicBezTo>
                <a:close/>
                <a:moveTo>
                  <a:pt x="5679084" y="2857129"/>
                </a:moveTo>
                <a:lnTo>
                  <a:pt x="5724338" y="2857129"/>
                </a:lnTo>
                <a:cubicBezTo>
                  <a:pt x="5724338" y="2857129"/>
                  <a:pt x="5730645" y="2909695"/>
                  <a:pt x="5730645" y="2971380"/>
                </a:cubicBezTo>
                <a:cubicBezTo>
                  <a:pt x="5730645" y="3033075"/>
                  <a:pt x="5724338" y="3085532"/>
                  <a:pt x="5724338" y="3085532"/>
                </a:cubicBezTo>
                <a:lnTo>
                  <a:pt x="5679084" y="3085532"/>
                </a:lnTo>
                <a:cubicBezTo>
                  <a:pt x="5679084" y="3085532"/>
                  <a:pt x="5672769" y="3033015"/>
                  <a:pt x="5672769" y="2971380"/>
                </a:cubicBezTo>
                <a:cubicBezTo>
                  <a:pt x="5672769" y="2909759"/>
                  <a:pt x="5679084" y="2857129"/>
                  <a:pt x="5679084" y="2857129"/>
                </a:cubicBezTo>
                <a:close/>
                <a:moveTo>
                  <a:pt x="6470217" y="2857121"/>
                </a:moveTo>
                <a:lnTo>
                  <a:pt x="6515408" y="2857121"/>
                </a:lnTo>
                <a:cubicBezTo>
                  <a:pt x="6515408" y="2857121"/>
                  <a:pt x="6521719" y="2909683"/>
                  <a:pt x="6521719" y="2971369"/>
                </a:cubicBezTo>
                <a:cubicBezTo>
                  <a:pt x="6521719" y="3033065"/>
                  <a:pt x="6515408" y="3085522"/>
                  <a:pt x="6515408" y="3085522"/>
                </a:cubicBezTo>
                <a:lnTo>
                  <a:pt x="6470217" y="3085522"/>
                </a:lnTo>
                <a:cubicBezTo>
                  <a:pt x="6470217" y="3085522"/>
                  <a:pt x="6463906" y="3033004"/>
                  <a:pt x="6463906" y="2971369"/>
                </a:cubicBezTo>
                <a:cubicBezTo>
                  <a:pt x="6463906" y="2909746"/>
                  <a:pt x="6470217" y="2857121"/>
                  <a:pt x="6470217" y="2857121"/>
                </a:cubicBezTo>
                <a:close/>
                <a:moveTo>
                  <a:pt x="7261293" y="2857113"/>
                </a:moveTo>
                <a:lnTo>
                  <a:pt x="7306549" y="2857113"/>
                </a:lnTo>
                <a:cubicBezTo>
                  <a:pt x="7306549" y="2857113"/>
                  <a:pt x="7312860" y="2909670"/>
                  <a:pt x="7312860" y="2971357"/>
                </a:cubicBezTo>
                <a:cubicBezTo>
                  <a:pt x="7312860" y="3033054"/>
                  <a:pt x="7306549" y="3085511"/>
                  <a:pt x="7306549" y="3085511"/>
                </a:cubicBezTo>
                <a:lnTo>
                  <a:pt x="7261293" y="3085511"/>
                </a:lnTo>
                <a:cubicBezTo>
                  <a:pt x="7261293" y="3085511"/>
                  <a:pt x="7255047" y="3032993"/>
                  <a:pt x="7255047" y="2971357"/>
                </a:cubicBezTo>
                <a:cubicBezTo>
                  <a:pt x="7255047" y="2909733"/>
                  <a:pt x="7261293" y="2857113"/>
                  <a:pt x="7261293" y="2857113"/>
                </a:cubicBezTo>
                <a:close/>
                <a:moveTo>
                  <a:pt x="8052435" y="2857104"/>
                </a:moveTo>
                <a:lnTo>
                  <a:pt x="8097691" y="2857104"/>
                </a:lnTo>
                <a:cubicBezTo>
                  <a:pt x="8097691" y="2857104"/>
                  <a:pt x="8103938" y="2909656"/>
                  <a:pt x="8103938" y="2971345"/>
                </a:cubicBezTo>
                <a:cubicBezTo>
                  <a:pt x="8103938" y="3033043"/>
                  <a:pt x="8097691" y="3085501"/>
                  <a:pt x="8097691" y="3085501"/>
                </a:cubicBezTo>
                <a:lnTo>
                  <a:pt x="8052435" y="3085501"/>
                </a:lnTo>
                <a:cubicBezTo>
                  <a:pt x="8052435" y="3085501"/>
                  <a:pt x="8046189" y="3032981"/>
                  <a:pt x="8046189" y="2971345"/>
                </a:cubicBezTo>
                <a:cubicBezTo>
                  <a:pt x="8046189" y="2909720"/>
                  <a:pt x="8052435" y="2857104"/>
                  <a:pt x="8052435" y="2857104"/>
                </a:cubicBezTo>
                <a:close/>
                <a:moveTo>
                  <a:pt x="8843577" y="2857096"/>
                </a:moveTo>
                <a:lnTo>
                  <a:pt x="8888832" y="2857096"/>
                </a:lnTo>
                <a:cubicBezTo>
                  <a:pt x="8888832" y="2857096"/>
                  <a:pt x="8895079" y="2909643"/>
                  <a:pt x="8895079" y="2971334"/>
                </a:cubicBezTo>
                <a:cubicBezTo>
                  <a:pt x="8895079" y="3033033"/>
                  <a:pt x="8888832" y="3085490"/>
                  <a:pt x="8888832" y="3085490"/>
                </a:cubicBezTo>
                <a:lnTo>
                  <a:pt x="8843577" y="3085490"/>
                </a:lnTo>
                <a:cubicBezTo>
                  <a:pt x="8843577" y="3085490"/>
                  <a:pt x="8837330" y="3032970"/>
                  <a:pt x="8837330" y="2971334"/>
                </a:cubicBezTo>
                <a:cubicBezTo>
                  <a:pt x="8837330" y="2909706"/>
                  <a:pt x="8843577" y="2857096"/>
                  <a:pt x="8843577" y="2857096"/>
                </a:cubicBezTo>
                <a:close/>
                <a:moveTo>
                  <a:pt x="9634719" y="2857088"/>
                </a:moveTo>
                <a:lnTo>
                  <a:pt x="9679910" y="2857088"/>
                </a:lnTo>
                <a:cubicBezTo>
                  <a:pt x="9679910" y="2857088"/>
                  <a:pt x="9686221" y="2909630"/>
                  <a:pt x="9686221" y="2971322"/>
                </a:cubicBezTo>
                <a:cubicBezTo>
                  <a:pt x="9686221" y="3033021"/>
                  <a:pt x="9679910" y="3085479"/>
                  <a:pt x="9679910" y="3085479"/>
                </a:cubicBezTo>
                <a:lnTo>
                  <a:pt x="9634719" y="3085479"/>
                </a:lnTo>
                <a:cubicBezTo>
                  <a:pt x="9634719" y="3085479"/>
                  <a:pt x="9628408" y="3032959"/>
                  <a:pt x="9628408" y="2971322"/>
                </a:cubicBezTo>
                <a:cubicBezTo>
                  <a:pt x="9628408" y="2909693"/>
                  <a:pt x="9634719" y="2857088"/>
                  <a:pt x="9634719" y="2857088"/>
                </a:cubicBezTo>
                <a:close/>
                <a:moveTo>
                  <a:pt x="10425796" y="2857079"/>
                </a:moveTo>
                <a:lnTo>
                  <a:pt x="10471052" y="2857079"/>
                </a:lnTo>
                <a:cubicBezTo>
                  <a:pt x="10471052" y="2857079"/>
                  <a:pt x="10477362" y="2909617"/>
                  <a:pt x="10477362" y="2971311"/>
                </a:cubicBezTo>
                <a:cubicBezTo>
                  <a:pt x="10477362" y="3033011"/>
                  <a:pt x="10471052" y="3085469"/>
                  <a:pt x="10471052" y="3085469"/>
                </a:cubicBezTo>
                <a:lnTo>
                  <a:pt x="10425796" y="3085469"/>
                </a:lnTo>
                <a:cubicBezTo>
                  <a:pt x="10425796" y="3085469"/>
                  <a:pt x="10419550" y="3032948"/>
                  <a:pt x="10419550" y="2971311"/>
                </a:cubicBezTo>
                <a:cubicBezTo>
                  <a:pt x="10419550" y="2909680"/>
                  <a:pt x="10425796" y="2857079"/>
                  <a:pt x="10425796" y="2857079"/>
                </a:cubicBezTo>
                <a:close/>
                <a:moveTo>
                  <a:pt x="11216938" y="2857071"/>
                </a:moveTo>
                <a:lnTo>
                  <a:pt x="11262194" y="2857071"/>
                </a:lnTo>
                <a:cubicBezTo>
                  <a:pt x="11262194" y="2857071"/>
                  <a:pt x="11268504" y="2909604"/>
                  <a:pt x="11268504" y="2971300"/>
                </a:cubicBezTo>
                <a:cubicBezTo>
                  <a:pt x="11268504" y="3033000"/>
                  <a:pt x="11262194" y="3085458"/>
                  <a:pt x="11262194" y="3085458"/>
                </a:cubicBezTo>
                <a:lnTo>
                  <a:pt x="11216938" y="3085458"/>
                </a:lnTo>
                <a:cubicBezTo>
                  <a:pt x="11216938" y="3085458"/>
                  <a:pt x="11210692" y="3032937"/>
                  <a:pt x="11210692" y="2971300"/>
                </a:cubicBezTo>
                <a:cubicBezTo>
                  <a:pt x="11210692" y="2909666"/>
                  <a:pt x="11216938" y="2857071"/>
                  <a:pt x="11216938" y="2857071"/>
                </a:cubicBezTo>
                <a:close/>
                <a:moveTo>
                  <a:pt x="12008079" y="2857065"/>
                </a:moveTo>
                <a:lnTo>
                  <a:pt x="12053335" y="2857065"/>
                </a:lnTo>
                <a:cubicBezTo>
                  <a:pt x="12053335" y="2857065"/>
                  <a:pt x="12059581" y="2909590"/>
                  <a:pt x="12059581" y="2971289"/>
                </a:cubicBezTo>
                <a:cubicBezTo>
                  <a:pt x="12059581" y="3032989"/>
                  <a:pt x="12053335" y="3085448"/>
                  <a:pt x="12053335" y="3085448"/>
                </a:cubicBezTo>
                <a:lnTo>
                  <a:pt x="12008079" y="3085448"/>
                </a:lnTo>
                <a:cubicBezTo>
                  <a:pt x="12008079" y="3085448"/>
                  <a:pt x="12001833" y="3032925"/>
                  <a:pt x="12001833" y="2971289"/>
                </a:cubicBezTo>
                <a:cubicBezTo>
                  <a:pt x="12001833" y="2909653"/>
                  <a:pt x="12008079" y="2857065"/>
                  <a:pt x="12008079" y="2857065"/>
                </a:cubicBezTo>
                <a:close/>
                <a:moveTo>
                  <a:pt x="53706" y="2780592"/>
                </a:moveTo>
                <a:lnTo>
                  <a:pt x="76333" y="2819764"/>
                </a:lnTo>
                <a:cubicBezTo>
                  <a:pt x="76333" y="2819764"/>
                  <a:pt x="65753" y="2827681"/>
                  <a:pt x="48496" y="2839459"/>
                </a:cubicBezTo>
                <a:lnTo>
                  <a:pt x="0" y="2870077"/>
                </a:lnTo>
                <a:lnTo>
                  <a:pt x="0" y="2806788"/>
                </a:lnTo>
                <a:lnTo>
                  <a:pt x="22745" y="2794826"/>
                </a:lnTo>
                <a:cubicBezTo>
                  <a:pt x="41564" y="2785783"/>
                  <a:pt x="53706" y="2780592"/>
                  <a:pt x="53706" y="2780592"/>
                </a:cubicBezTo>
                <a:close/>
                <a:moveTo>
                  <a:pt x="844835" y="2780581"/>
                </a:moveTo>
                <a:lnTo>
                  <a:pt x="867464" y="2819753"/>
                </a:lnTo>
                <a:cubicBezTo>
                  <a:pt x="867464" y="2819753"/>
                  <a:pt x="825140" y="2851423"/>
                  <a:pt x="771727" y="2882319"/>
                </a:cubicBezTo>
                <a:cubicBezTo>
                  <a:pt x="718314" y="2913218"/>
                  <a:pt x="669681" y="2934071"/>
                  <a:pt x="669681" y="2934071"/>
                </a:cubicBezTo>
                <a:lnTo>
                  <a:pt x="647052" y="2894837"/>
                </a:lnTo>
                <a:lnTo>
                  <a:pt x="647116" y="2894772"/>
                </a:lnTo>
                <a:cubicBezTo>
                  <a:pt x="647116" y="2894772"/>
                  <a:pt x="689440" y="2863048"/>
                  <a:pt x="742854" y="2832170"/>
                </a:cubicBezTo>
                <a:cubicBezTo>
                  <a:pt x="796266" y="2801346"/>
                  <a:pt x="844835" y="2780581"/>
                  <a:pt x="844835" y="2780581"/>
                </a:cubicBezTo>
                <a:close/>
                <a:moveTo>
                  <a:pt x="1635915" y="2780572"/>
                </a:moveTo>
                <a:lnTo>
                  <a:pt x="1658544" y="2819750"/>
                </a:lnTo>
                <a:cubicBezTo>
                  <a:pt x="1658544" y="2819750"/>
                  <a:pt x="1616219" y="2851416"/>
                  <a:pt x="1562806" y="2882309"/>
                </a:cubicBezTo>
                <a:cubicBezTo>
                  <a:pt x="1509393" y="2913203"/>
                  <a:pt x="1460759" y="2934056"/>
                  <a:pt x="1460759" y="2934056"/>
                </a:cubicBezTo>
                <a:lnTo>
                  <a:pt x="1438131" y="2894825"/>
                </a:lnTo>
                <a:lnTo>
                  <a:pt x="1438196" y="2894760"/>
                </a:lnTo>
                <a:cubicBezTo>
                  <a:pt x="1438196" y="2894760"/>
                  <a:pt x="1480518" y="2863038"/>
                  <a:pt x="1533932" y="2832164"/>
                </a:cubicBezTo>
                <a:cubicBezTo>
                  <a:pt x="1587347" y="2801344"/>
                  <a:pt x="1635915" y="2780572"/>
                  <a:pt x="1635915" y="2780572"/>
                </a:cubicBezTo>
                <a:close/>
                <a:moveTo>
                  <a:pt x="2427043" y="2780563"/>
                </a:moveTo>
                <a:lnTo>
                  <a:pt x="2449673" y="2819742"/>
                </a:lnTo>
                <a:cubicBezTo>
                  <a:pt x="2449673" y="2819742"/>
                  <a:pt x="2407348" y="2851411"/>
                  <a:pt x="2353932" y="2882299"/>
                </a:cubicBezTo>
                <a:cubicBezTo>
                  <a:pt x="2300519" y="2913191"/>
                  <a:pt x="2251888" y="2934043"/>
                  <a:pt x="2251888" y="2934043"/>
                </a:cubicBezTo>
                <a:lnTo>
                  <a:pt x="2229258" y="2894813"/>
                </a:lnTo>
                <a:lnTo>
                  <a:pt x="2229324" y="2894749"/>
                </a:lnTo>
                <a:cubicBezTo>
                  <a:pt x="2229324" y="2894749"/>
                  <a:pt x="2271643" y="2863031"/>
                  <a:pt x="2325057" y="2832158"/>
                </a:cubicBezTo>
                <a:cubicBezTo>
                  <a:pt x="2378472" y="2801334"/>
                  <a:pt x="2427043" y="2780563"/>
                  <a:pt x="2427043" y="2780563"/>
                </a:cubicBezTo>
                <a:close/>
                <a:moveTo>
                  <a:pt x="3218179" y="2780553"/>
                </a:moveTo>
                <a:lnTo>
                  <a:pt x="3240807" y="2819733"/>
                </a:lnTo>
                <a:cubicBezTo>
                  <a:pt x="3240807" y="2819733"/>
                  <a:pt x="3198481" y="2851404"/>
                  <a:pt x="3145079" y="2882290"/>
                </a:cubicBezTo>
                <a:cubicBezTo>
                  <a:pt x="3091661" y="2913180"/>
                  <a:pt x="3043026" y="2934028"/>
                  <a:pt x="3043026" y="2934028"/>
                </a:cubicBezTo>
                <a:lnTo>
                  <a:pt x="3020398" y="2894802"/>
                </a:lnTo>
                <a:lnTo>
                  <a:pt x="3020464" y="2894737"/>
                </a:lnTo>
                <a:cubicBezTo>
                  <a:pt x="3020464" y="2894737"/>
                  <a:pt x="3062787" y="2863023"/>
                  <a:pt x="3116202" y="2832150"/>
                </a:cubicBezTo>
                <a:cubicBezTo>
                  <a:pt x="3169618" y="2801321"/>
                  <a:pt x="3218179" y="2780553"/>
                  <a:pt x="3218179" y="2780553"/>
                </a:cubicBezTo>
                <a:close/>
                <a:moveTo>
                  <a:pt x="4009303" y="2780544"/>
                </a:moveTo>
                <a:lnTo>
                  <a:pt x="4031930" y="2819725"/>
                </a:lnTo>
                <a:cubicBezTo>
                  <a:pt x="4031930" y="2819725"/>
                  <a:pt x="3989607" y="2851398"/>
                  <a:pt x="3936200" y="2882280"/>
                </a:cubicBezTo>
                <a:cubicBezTo>
                  <a:pt x="3882785" y="2913165"/>
                  <a:pt x="3834153" y="2934015"/>
                  <a:pt x="3834153" y="2934015"/>
                </a:cubicBezTo>
                <a:lnTo>
                  <a:pt x="3811524" y="2894790"/>
                </a:lnTo>
                <a:lnTo>
                  <a:pt x="3811587" y="2894725"/>
                </a:lnTo>
                <a:cubicBezTo>
                  <a:pt x="3811587" y="2894725"/>
                  <a:pt x="3853909" y="2863013"/>
                  <a:pt x="3907323" y="2832143"/>
                </a:cubicBezTo>
                <a:cubicBezTo>
                  <a:pt x="3960740" y="2801316"/>
                  <a:pt x="4009303" y="2780544"/>
                  <a:pt x="4009303" y="2780544"/>
                </a:cubicBezTo>
                <a:close/>
                <a:moveTo>
                  <a:pt x="274229" y="2780544"/>
                </a:moveTo>
                <a:lnTo>
                  <a:pt x="282613" y="2784250"/>
                </a:lnTo>
                <a:cubicBezTo>
                  <a:pt x="298794" y="2791541"/>
                  <a:pt x="336166" y="2808999"/>
                  <a:pt x="376224" y="2832112"/>
                </a:cubicBezTo>
                <a:cubicBezTo>
                  <a:pt x="429637" y="2862988"/>
                  <a:pt x="471959" y="2894714"/>
                  <a:pt x="471959" y="2894714"/>
                </a:cubicBezTo>
                <a:lnTo>
                  <a:pt x="449332" y="2933950"/>
                </a:lnTo>
                <a:cubicBezTo>
                  <a:pt x="449332" y="2933950"/>
                  <a:pt x="400701" y="2913097"/>
                  <a:pt x="347352" y="2882260"/>
                </a:cubicBezTo>
                <a:cubicBezTo>
                  <a:pt x="293937" y="2851363"/>
                  <a:pt x="251614" y="2819697"/>
                  <a:pt x="251614" y="2819697"/>
                </a:cubicBezTo>
                <a:close/>
                <a:moveTo>
                  <a:pt x="1065369" y="2780535"/>
                </a:moveTo>
                <a:lnTo>
                  <a:pt x="1073750" y="2784241"/>
                </a:lnTo>
                <a:cubicBezTo>
                  <a:pt x="1089933" y="2791527"/>
                  <a:pt x="1127304" y="2808990"/>
                  <a:pt x="1167366" y="2832104"/>
                </a:cubicBezTo>
                <a:cubicBezTo>
                  <a:pt x="1220781" y="2862980"/>
                  <a:pt x="1263103" y="2894702"/>
                  <a:pt x="1263103" y="2894702"/>
                </a:cubicBezTo>
                <a:lnTo>
                  <a:pt x="1240476" y="2933938"/>
                </a:lnTo>
                <a:cubicBezTo>
                  <a:pt x="1240476" y="2933938"/>
                  <a:pt x="1191907" y="2913082"/>
                  <a:pt x="1138491" y="2882251"/>
                </a:cubicBezTo>
                <a:cubicBezTo>
                  <a:pt x="1085076" y="2851356"/>
                  <a:pt x="1042746" y="2819689"/>
                  <a:pt x="1042746" y="2819689"/>
                </a:cubicBezTo>
                <a:close/>
                <a:moveTo>
                  <a:pt x="4800426" y="2780534"/>
                </a:moveTo>
                <a:lnTo>
                  <a:pt x="4823054" y="2819717"/>
                </a:lnTo>
                <a:cubicBezTo>
                  <a:pt x="4823054" y="2819717"/>
                  <a:pt x="4780733" y="2851391"/>
                  <a:pt x="4727319" y="2882270"/>
                </a:cubicBezTo>
                <a:cubicBezTo>
                  <a:pt x="4673903" y="2913151"/>
                  <a:pt x="4625271" y="2934001"/>
                  <a:pt x="4625271" y="2934001"/>
                </a:cubicBezTo>
                <a:lnTo>
                  <a:pt x="4602649" y="2894778"/>
                </a:lnTo>
                <a:lnTo>
                  <a:pt x="4602649" y="2894714"/>
                </a:lnTo>
                <a:cubicBezTo>
                  <a:pt x="4602649" y="2894714"/>
                  <a:pt x="4644967" y="2863006"/>
                  <a:pt x="4698380" y="2832136"/>
                </a:cubicBezTo>
                <a:cubicBezTo>
                  <a:pt x="4751795" y="2801308"/>
                  <a:pt x="4800426" y="2780534"/>
                  <a:pt x="4800426" y="2780534"/>
                </a:cubicBezTo>
                <a:close/>
                <a:moveTo>
                  <a:pt x="5591504" y="2780526"/>
                </a:moveTo>
                <a:lnTo>
                  <a:pt x="5614132" y="2819709"/>
                </a:lnTo>
                <a:cubicBezTo>
                  <a:pt x="5614132" y="2819709"/>
                  <a:pt x="5571809" y="2851381"/>
                  <a:pt x="5518397" y="2882260"/>
                </a:cubicBezTo>
                <a:cubicBezTo>
                  <a:pt x="5464984" y="2913137"/>
                  <a:pt x="5416352" y="2933988"/>
                  <a:pt x="5416352" y="2933988"/>
                </a:cubicBezTo>
                <a:lnTo>
                  <a:pt x="5393724" y="2894767"/>
                </a:lnTo>
                <a:lnTo>
                  <a:pt x="5393724" y="2894702"/>
                </a:lnTo>
                <a:cubicBezTo>
                  <a:pt x="5393724" y="2894702"/>
                  <a:pt x="5436047" y="2862995"/>
                  <a:pt x="5489459" y="2832132"/>
                </a:cubicBezTo>
                <a:cubicBezTo>
                  <a:pt x="5542870" y="2801294"/>
                  <a:pt x="5591504" y="2780526"/>
                  <a:pt x="5591504" y="2780526"/>
                </a:cubicBezTo>
                <a:close/>
                <a:moveTo>
                  <a:pt x="1856440" y="2780526"/>
                </a:moveTo>
                <a:lnTo>
                  <a:pt x="1864826" y="2784233"/>
                </a:lnTo>
                <a:cubicBezTo>
                  <a:pt x="1881007" y="2791523"/>
                  <a:pt x="1918378" y="2808982"/>
                  <a:pt x="1958439" y="2832098"/>
                </a:cubicBezTo>
                <a:cubicBezTo>
                  <a:pt x="2011851" y="2862972"/>
                  <a:pt x="2054174" y="2894691"/>
                  <a:pt x="2054174" y="2894691"/>
                </a:cubicBezTo>
                <a:lnTo>
                  <a:pt x="2031546" y="2933925"/>
                </a:lnTo>
                <a:cubicBezTo>
                  <a:pt x="2031546" y="2933925"/>
                  <a:pt x="1982981" y="2913070"/>
                  <a:pt x="1929564" y="2882242"/>
                </a:cubicBezTo>
                <a:cubicBezTo>
                  <a:pt x="1876149" y="2851350"/>
                  <a:pt x="1833827" y="2819679"/>
                  <a:pt x="1833827" y="2819679"/>
                </a:cubicBezTo>
                <a:close/>
                <a:moveTo>
                  <a:pt x="274178" y="2780523"/>
                </a:moveTo>
                <a:lnTo>
                  <a:pt x="274242" y="2780523"/>
                </a:lnTo>
                <a:lnTo>
                  <a:pt x="274229" y="2780544"/>
                </a:lnTo>
                <a:close/>
                <a:moveTo>
                  <a:pt x="6382638" y="2780517"/>
                </a:moveTo>
                <a:lnTo>
                  <a:pt x="6405201" y="2819702"/>
                </a:lnTo>
                <a:cubicBezTo>
                  <a:pt x="6405201" y="2819702"/>
                  <a:pt x="6362878" y="2851374"/>
                  <a:pt x="6309528" y="2882249"/>
                </a:cubicBezTo>
                <a:cubicBezTo>
                  <a:pt x="6256113" y="2913125"/>
                  <a:pt x="6207480" y="2933974"/>
                  <a:pt x="6207480" y="2933974"/>
                </a:cubicBezTo>
                <a:lnTo>
                  <a:pt x="6184852" y="2894755"/>
                </a:lnTo>
                <a:lnTo>
                  <a:pt x="6184852" y="2894691"/>
                </a:lnTo>
                <a:cubicBezTo>
                  <a:pt x="6184852" y="2894691"/>
                  <a:pt x="6227176" y="2862988"/>
                  <a:pt x="6280590" y="2832124"/>
                </a:cubicBezTo>
                <a:cubicBezTo>
                  <a:pt x="6334004" y="2801286"/>
                  <a:pt x="6382638" y="2780517"/>
                  <a:pt x="6382638" y="2780517"/>
                </a:cubicBezTo>
                <a:close/>
                <a:moveTo>
                  <a:pt x="2647573" y="2780517"/>
                </a:moveTo>
                <a:lnTo>
                  <a:pt x="2655955" y="2784223"/>
                </a:lnTo>
                <a:cubicBezTo>
                  <a:pt x="2672137" y="2791509"/>
                  <a:pt x="2709510" y="2808974"/>
                  <a:pt x="2749571" y="2832091"/>
                </a:cubicBezTo>
                <a:cubicBezTo>
                  <a:pt x="2802981" y="2862963"/>
                  <a:pt x="2845305" y="2894679"/>
                  <a:pt x="2845305" y="2894679"/>
                </a:cubicBezTo>
                <a:lnTo>
                  <a:pt x="2822677" y="2933910"/>
                </a:lnTo>
                <a:cubicBezTo>
                  <a:pt x="2822677" y="2933910"/>
                  <a:pt x="2774046" y="2913059"/>
                  <a:pt x="2720696" y="2882232"/>
                </a:cubicBezTo>
                <a:cubicBezTo>
                  <a:pt x="2667283" y="2851343"/>
                  <a:pt x="2624959" y="2819672"/>
                  <a:pt x="2624959" y="2819672"/>
                </a:cubicBezTo>
                <a:close/>
                <a:moveTo>
                  <a:pt x="1065317" y="2780513"/>
                </a:moveTo>
                <a:lnTo>
                  <a:pt x="1065382" y="2780513"/>
                </a:lnTo>
                <a:lnTo>
                  <a:pt x="1065369" y="2780535"/>
                </a:lnTo>
                <a:close/>
                <a:moveTo>
                  <a:pt x="3438701" y="2780509"/>
                </a:moveTo>
                <a:lnTo>
                  <a:pt x="3447084" y="2784213"/>
                </a:lnTo>
                <a:cubicBezTo>
                  <a:pt x="3463267" y="2791504"/>
                  <a:pt x="3500641" y="2808966"/>
                  <a:pt x="3540702" y="2832085"/>
                </a:cubicBezTo>
                <a:cubicBezTo>
                  <a:pt x="3594111" y="2862953"/>
                  <a:pt x="3636436" y="2894667"/>
                  <a:pt x="3636436" y="2894667"/>
                </a:cubicBezTo>
                <a:lnTo>
                  <a:pt x="3613807" y="2933898"/>
                </a:lnTo>
                <a:cubicBezTo>
                  <a:pt x="3613807" y="2933898"/>
                  <a:pt x="3565243" y="2913044"/>
                  <a:pt x="3511829" y="2882221"/>
                </a:cubicBezTo>
                <a:cubicBezTo>
                  <a:pt x="3458412" y="2851336"/>
                  <a:pt x="3416090" y="2819665"/>
                  <a:pt x="3416090" y="2819665"/>
                </a:cubicBezTo>
                <a:close/>
                <a:moveTo>
                  <a:pt x="7173716" y="2780508"/>
                </a:moveTo>
                <a:lnTo>
                  <a:pt x="7196344" y="2819695"/>
                </a:lnTo>
                <a:cubicBezTo>
                  <a:pt x="7196344" y="2819695"/>
                  <a:pt x="7154020" y="2851368"/>
                  <a:pt x="7100606" y="2882240"/>
                </a:cubicBezTo>
                <a:cubicBezTo>
                  <a:pt x="7047191" y="2913112"/>
                  <a:pt x="6998558" y="2933959"/>
                  <a:pt x="6998558" y="2933959"/>
                </a:cubicBezTo>
                <a:lnTo>
                  <a:pt x="6975995" y="2894744"/>
                </a:lnTo>
                <a:lnTo>
                  <a:pt x="6975995" y="2894679"/>
                </a:lnTo>
                <a:cubicBezTo>
                  <a:pt x="6975995" y="2894679"/>
                  <a:pt x="7018317" y="2862980"/>
                  <a:pt x="7071731" y="2832116"/>
                </a:cubicBezTo>
                <a:cubicBezTo>
                  <a:pt x="7125146" y="2801278"/>
                  <a:pt x="7173716" y="2780508"/>
                  <a:pt x="7173716" y="2780508"/>
                </a:cubicBezTo>
                <a:close/>
                <a:moveTo>
                  <a:pt x="1856390" y="2780505"/>
                </a:moveTo>
                <a:lnTo>
                  <a:pt x="1856455" y="2780505"/>
                </a:lnTo>
                <a:lnTo>
                  <a:pt x="1856440" y="2780526"/>
                </a:lnTo>
                <a:close/>
                <a:moveTo>
                  <a:pt x="4229752" y="2780499"/>
                </a:moveTo>
                <a:lnTo>
                  <a:pt x="4238133" y="2784205"/>
                </a:lnTo>
                <a:cubicBezTo>
                  <a:pt x="4254316" y="2791493"/>
                  <a:pt x="4291687" y="2808958"/>
                  <a:pt x="4331748" y="2832077"/>
                </a:cubicBezTo>
                <a:cubicBezTo>
                  <a:pt x="4385164" y="2862945"/>
                  <a:pt x="4427491" y="2894656"/>
                  <a:pt x="4427491" y="2894656"/>
                </a:cubicBezTo>
                <a:lnTo>
                  <a:pt x="4404860" y="2933882"/>
                </a:lnTo>
                <a:cubicBezTo>
                  <a:pt x="4404860" y="2933882"/>
                  <a:pt x="4356228" y="2913030"/>
                  <a:pt x="4302877" y="2882212"/>
                </a:cubicBezTo>
                <a:cubicBezTo>
                  <a:pt x="4249460" y="2851330"/>
                  <a:pt x="4207137" y="2819657"/>
                  <a:pt x="4207137" y="2819657"/>
                </a:cubicBezTo>
                <a:close/>
                <a:moveTo>
                  <a:pt x="7964857" y="2780498"/>
                </a:moveTo>
                <a:lnTo>
                  <a:pt x="7987485" y="2819687"/>
                </a:lnTo>
                <a:cubicBezTo>
                  <a:pt x="7987485" y="2819687"/>
                  <a:pt x="7945161" y="2851361"/>
                  <a:pt x="7891747" y="2882230"/>
                </a:cubicBezTo>
                <a:cubicBezTo>
                  <a:pt x="7838333" y="2913098"/>
                  <a:pt x="7789699" y="2933946"/>
                  <a:pt x="7789699" y="2933946"/>
                </a:cubicBezTo>
                <a:lnTo>
                  <a:pt x="7767072" y="2894732"/>
                </a:lnTo>
                <a:lnTo>
                  <a:pt x="7767072" y="2894667"/>
                </a:lnTo>
                <a:cubicBezTo>
                  <a:pt x="7767072" y="2894667"/>
                  <a:pt x="7809395" y="2862972"/>
                  <a:pt x="7862809" y="2832110"/>
                </a:cubicBezTo>
                <a:cubicBezTo>
                  <a:pt x="7916223" y="2801270"/>
                  <a:pt x="7964857" y="2780498"/>
                  <a:pt x="7964857" y="2780498"/>
                </a:cubicBezTo>
                <a:close/>
                <a:moveTo>
                  <a:pt x="2647521" y="2780495"/>
                </a:moveTo>
                <a:lnTo>
                  <a:pt x="2647585" y="2780495"/>
                </a:lnTo>
                <a:lnTo>
                  <a:pt x="2647573" y="2780517"/>
                </a:lnTo>
                <a:close/>
                <a:moveTo>
                  <a:pt x="5020837" y="2780491"/>
                </a:moveTo>
                <a:lnTo>
                  <a:pt x="5029217" y="2784198"/>
                </a:lnTo>
                <a:cubicBezTo>
                  <a:pt x="5045401" y="2791486"/>
                  <a:pt x="5082770" y="2808950"/>
                  <a:pt x="5122827" y="2832070"/>
                </a:cubicBezTo>
                <a:cubicBezTo>
                  <a:pt x="5176242" y="2862935"/>
                  <a:pt x="5218566" y="2894646"/>
                  <a:pt x="5218566" y="2894646"/>
                </a:cubicBezTo>
                <a:lnTo>
                  <a:pt x="5195941" y="2933865"/>
                </a:lnTo>
                <a:cubicBezTo>
                  <a:pt x="5195941" y="2933865"/>
                  <a:pt x="5147307" y="2913020"/>
                  <a:pt x="5093953" y="2882201"/>
                </a:cubicBezTo>
                <a:cubicBezTo>
                  <a:pt x="5040542" y="2851323"/>
                  <a:pt x="4998215" y="2819650"/>
                  <a:pt x="4998215" y="2819650"/>
                </a:cubicBezTo>
                <a:close/>
                <a:moveTo>
                  <a:pt x="8755998" y="2780488"/>
                </a:moveTo>
                <a:lnTo>
                  <a:pt x="8778626" y="2819679"/>
                </a:lnTo>
                <a:cubicBezTo>
                  <a:pt x="8778626" y="2819679"/>
                  <a:pt x="8736302" y="2851354"/>
                  <a:pt x="8682888" y="2882220"/>
                </a:cubicBezTo>
                <a:cubicBezTo>
                  <a:pt x="8629474" y="2913085"/>
                  <a:pt x="8580840" y="2933931"/>
                  <a:pt x="8580840" y="2933931"/>
                </a:cubicBezTo>
                <a:lnTo>
                  <a:pt x="8558213" y="2894721"/>
                </a:lnTo>
                <a:lnTo>
                  <a:pt x="8558213" y="2894656"/>
                </a:lnTo>
                <a:cubicBezTo>
                  <a:pt x="8558213" y="2894656"/>
                  <a:pt x="8600536" y="2862963"/>
                  <a:pt x="8653951" y="2832104"/>
                </a:cubicBezTo>
                <a:cubicBezTo>
                  <a:pt x="8707364" y="2801262"/>
                  <a:pt x="8755998" y="2780488"/>
                  <a:pt x="8755998" y="2780488"/>
                </a:cubicBezTo>
                <a:close/>
                <a:moveTo>
                  <a:pt x="3438650" y="2780483"/>
                </a:moveTo>
                <a:lnTo>
                  <a:pt x="3438713" y="2780483"/>
                </a:lnTo>
                <a:lnTo>
                  <a:pt x="3438701" y="2780509"/>
                </a:lnTo>
                <a:close/>
                <a:moveTo>
                  <a:pt x="5811965" y="2780481"/>
                </a:moveTo>
                <a:lnTo>
                  <a:pt x="5820348" y="2784186"/>
                </a:lnTo>
                <a:cubicBezTo>
                  <a:pt x="5836528" y="2791475"/>
                  <a:pt x="5873901" y="2808941"/>
                  <a:pt x="5913960" y="2832063"/>
                </a:cubicBezTo>
                <a:cubicBezTo>
                  <a:pt x="5967374" y="2862929"/>
                  <a:pt x="6009695" y="2894632"/>
                  <a:pt x="6009695" y="2894632"/>
                </a:cubicBezTo>
                <a:lnTo>
                  <a:pt x="5987067" y="2933854"/>
                </a:lnTo>
                <a:cubicBezTo>
                  <a:pt x="5987067" y="2933854"/>
                  <a:pt x="5938437" y="2913004"/>
                  <a:pt x="5885086" y="2882192"/>
                </a:cubicBezTo>
                <a:cubicBezTo>
                  <a:pt x="5831672" y="2851315"/>
                  <a:pt x="5789350" y="2819643"/>
                  <a:pt x="5789350" y="2819643"/>
                </a:cubicBezTo>
                <a:close/>
                <a:moveTo>
                  <a:pt x="9547140" y="2780479"/>
                </a:moveTo>
                <a:lnTo>
                  <a:pt x="9569704" y="2819672"/>
                </a:lnTo>
                <a:cubicBezTo>
                  <a:pt x="9569704" y="2819672"/>
                  <a:pt x="9527381" y="2851348"/>
                  <a:pt x="9474030" y="2882210"/>
                </a:cubicBezTo>
                <a:cubicBezTo>
                  <a:pt x="9420552" y="2913072"/>
                  <a:pt x="9371982" y="2933917"/>
                  <a:pt x="9371982" y="2933917"/>
                </a:cubicBezTo>
                <a:lnTo>
                  <a:pt x="9349355" y="2894709"/>
                </a:lnTo>
                <a:lnTo>
                  <a:pt x="9349355" y="2894644"/>
                </a:lnTo>
                <a:cubicBezTo>
                  <a:pt x="9349355" y="2894644"/>
                  <a:pt x="9391678" y="2862955"/>
                  <a:pt x="9445093" y="2832098"/>
                </a:cubicBezTo>
                <a:cubicBezTo>
                  <a:pt x="9498507" y="2801255"/>
                  <a:pt x="9547140" y="2780479"/>
                  <a:pt x="9547140" y="2780479"/>
                </a:cubicBezTo>
                <a:close/>
                <a:moveTo>
                  <a:pt x="4229702" y="2780474"/>
                </a:moveTo>
                <a:lnTo>
                  <a:pt x="4229764" y="2780474"/>
                </a:lnTo>
                <a:lnTo>
                  <a:pt x="4229752" y="2780499"/>
                </a:lnTo>
                <a:close/>
                <a:moveTo>
                  <a:pt x="10338218" y="2780470"/>
                </a:moveTo>
                <a:lnTo>
                  <a:pt x="10360845" y="2819665"/>
                </a:lnTo>
                <a:cubicBezTo>
                  <a:pt x="10360845" y="2819665"/>
                  <a:pt x="10318522" y="2851341"/>
                  <a:pt x="10265107" y="2882200"/>
                </a:cubicBezTo>
                <a:cubicBezTo>
                  <a:pt x="10211693" y="2913059"/>
                  <a:pt x="10163059" y="2933904"/>
                  <a:pt x="10163059" y="2933904"/>
                </a:cubicBezTo>
                <a:lnTo>
                  <a:pt x="10140496" y="2894697"/>
                </a:lnTo>
                <a:lnTo>
                  <a:pt x="10140496" y="2894632"/>
                </a:lnTo>
                <a:cubicBezTo>
                  <a:pt x="10140496" y="2894632"/>
                  <a:pt x="10182819" y="2862947"/>
                  <a:pt x="10236234" y="2832091"/>
                </a:cubicBezTo>
                <a:cubicBezTo>
                  <a:pt x="10289648" y="2801246"/>
                  <a:pt x="10338218" y="2780470"/>
                  <a:pt x="10338218" y="2780470"/>
                </a:cubicBezTo>
                <a:close/>
                <a:moveTo>
                  <a:pt x="5020783" y="2780468"/>
                </a:moveTo>
                <a:lnTo>
                  <a:pt x="5020848" y="2780468"/>
                </a:lnTo>
                <a:lnTo>
                  <a:pt x="5020837" y="2780491"/>
                </a:lnTo>
                <a:close/>
                <a:moveTo>
                  <a:pt x="11129360" y="2780461"/>
                </a:moveTo>
                <a:lnTo>
                  <a:pt x="11151987" y="2819657"/>
                </a:lnTo>
                <a:cubicBezTo>
                  <a:pt x="11151987" y="2819657"/>
                  <a:pt x="11109664" y="2851335"/>
                  <a:pt x="11056249" y="2882190"/>
                </a:cubicBezTo>
                <a:cubicBezTo>
                  <a:pt x="11002835" y="2913045"/>
                  <a:pt x="10954201" y="2933889"/>
                  <a:pt x="10954201" y="2933889"/>
                </a:cubicBezTo>
                <a:lnTo>
                  <a:pt x="10931638" y="2894686"/>
                </a:lnTo>
                <a:lnTo>
                  <a:pt x="10931638" y="2894621"/>
                </a:lnTo>
                <a:cubicBezTo>
                  <a:pt x="10931638" y="2894621"/>
                  <a:pt x="10973961" y="2862938"/>
                  <a:pt x="11027376" y="2832084"/>
                </a:cubicBezTo>
                <a:cubicBezTo>
                  <a:pt x="11080790" y="2801238"/>
                  <a:pt x="11129360" y="2780461"/>
                  <a:pt x="11129360" y="2780461"/>
                </a:cubicBezTo>
                <a:close/>
                <a:moveTo>
                  <a:pt x="5811914" y="2780456"/>
                </a:moveTo>
                <a:lnTo>
                  <a:pt x="5811979" y="2780456"/>
                </a:lnTo>
                <a:lnTo>
                  <a:pt x="5811965" y="2780481"/>
                </a:lnTo>
                <a:close/>
                <a:moveTo>
                  <a:pt x="11920501" y="2780451"/>
                </a:moveTo>
                <a:lnTo>
                  <a:pt x="11943128" y="2819650"/>
                </a:lnTo>
                <a:cubicBezTo>
                  <a:pt x="11943128" y="2819650"/>
                  <a:pt x="11900804" y="2851328"/>
                  <a:pt x="11847390" y="2882180"/>
                </a:cubicBezTo>
                <a:cubicBezTo>
                  <a:pt x="11793976" y="2913032"/>
                  <a:pt x="11745343" y="2933875"/>
                  <a:pt x="11745343" y="2933875"/>
                </a:cubicBezTo>
                <a:lnTo>
                  <a:pt x="11722715" y="2894674"/>
                </a:lnTo>
                <a:lnTo>
                  <a:pt x="11722715" y="2894609"/>
                </a:lnTo>
                <a:cubicBezTo>
                  <a:pt x="11722715" y="2894609"/>
                  <a:pt x="11765038" y="2862930"/>
                  <a:pt x="11818516" y="2832077"/>
                </a:cubicBezTo>
                <a:cubicBezTo>
                  <a:pt x="11871867" y="2801229"/>
                  <a:pt x="11920501" y="2780451"/>
                  <a:pt x="11920501" y="2780451"/>
                </a:cubicBezTo>
                <a:close/>
                <a:moveTo>
                  <a:pt x="6603052" y="2780447"/>
                </a:moveTo>
                <a:cubicBezTo>
                  <a:pt x="6603052" y="2780447"/>
                  <a:pt x="6651621" y="2801223"/>
                  <a:pt x="6705100" y="2832057"/>
                </a:cubicBezTo>
                <a:cubicBezTo>
                  <a:pt x="6758449" y="2862920"/>
                  <a:pt x="6800772" y="2894621"/>
                  <a:pt x="6800772" y="2894621"/>
                </a:cubicBezTo>
                <a:lnTo>
                  <a:pt x="6778210" y="2933840"/>
                </a:lnTo>
                <a:cubicBezTo>
                  <a:pt x="6778210" y="2933840"/>
                  <a:pt x="6729575" y="2912991"/>
                  <a:pt x="6676161" y="2882182"/>
                </a:cubicBezTo>
                <a:cubicBezTo>
                  <a:pt x="6622747" y="2851308"/>
                  <a:pt x="6580424" y="2819635"/>
                  <a:pt x="6580424" y="2819635"/>
                </a:cubicBezTo>
                <a:close/>
                <a:moveTo>
                  <a:pt x="7394128" y="2780438"/>
                </a:moveTo>
                <a:cubicBezTo>
                  <a:pt x="7394128" y="2780438"/>
                  <a:pt x="7442762" y="2801215"/>
                  <a:pt x="7496176" y="2832051"/>
                </a:cubicBezTo>
                <a:cubicBezTo>
                  <a:pt x="7549590" y="2862912"/>
                  <a:pt x="7591913" y="2894609"/>
                  <a:pt x="7591913" y="2894609"/>
                </a:cubicBezTo>
                <a:lnTo>
                  <a:pt x="7569286" y="2933826"/>
                </a:lnTo>
                <a:cubicBezTo>
                  <a:pt x="7569286" y="2933826"/>
                  <a:pt x="7520716" y="2912977"/>
                  <a:pt x="7467302" y="2882172"/>
                </a:cubicBezTo>
                <a:cubicBezTo>
                  <a:pt x="7413887" y="2851301"/>
                  <a:pt x="7371564" y="2819628"/>
                  <a:pt x="7371564" y="2819628"/>
                </a:cubicBezTo>
                <a:close/>
                <a:moveTo>
                  <a:pt x="8185270" y="2780429"/>
                </a:moveTo>
                <a:cubicBezTo>
                  <a:pt x="8185270" y="2780429"/>
                  <a:pt x="8233904" y="2801205"/>
                  <a:pt x="8287318" y="2832043"/>
                </a:cubicBezTo>
                <a:cubicBezTo>
                  <a:pt x="8340732" y="2862904"/>
                  <a:pt x="8383056" y="2894598"/>
                  <a:pt x="8383056" y="2894598"/>
                </a:cubicBezTo>
                <a:lnTo>
                  <a:pt x="8360428" y="2933812"/>
                </a:lnTo>
                <a:cubicBezTo>
                  <a:pt x="8360428" y="2933812"/>
                  <a:pt x="8311794" y="2912964"/>
                  <a:pt x="8258443" y="2882162"/>
                </a:cubicBezTo>
                <a:cubicBezTo>
                  <a:pt x="8204965" y="2851295"/>
                  <a:pt x="8162642" y="2819621"/>
                  <a:pt x="8162642" y="2819621"/>
                </a:cubicBezTo>
                <a:close/>
                <a:moveTo>
                  <a:pt x="8976412" y="2780420"/>
                </a:moveTo>
                <a:cubicBezTo>
                  <a:pt x="8976412" y="2780420"/>
                  <a:pt x="9025046" y="2801195"/>
                  <a:pt x="9078460" y="2832037"/>
                </a:cubicBezTo>
                <a:cubicBezTo>
                  <a:pt x="9131874" y="2862895"/>
                  <a:pt x="9174198" y="2894586"/>
                  <a:pt x="9174198" y="2894586"/>
                </a:cubicBezTo>
                <a:lnTo>
                  <a:pt x="9151570" y="2933798"/>
                </a:lnTo>
                <a:cubicBezTo>
                  <a:pt x="9151570" y="2933798"/>
                  <a:pt x="9102936" y="2912951"/>
                  <a:pt x="9049585" y="2882152"/>
                </a:cubicBezTo>
                <a:cubicBezTo>
                  <a:pt x="8996107" y="2851288"/>
                  <a:pt x="8953784" y="2819612"/>
                  <a:pt x="8953784" y="2819612"/>
                </a:cubicBezTo>
                <a:close/>
                <a:moveTo>
                  <a:pt x="9767553" y="2780410"/>
                </a:moveTo>
                <a:cubicBezTo>
                  <a:pt x="9767553" y="2780410"/>
                  <a:pt x="9816123" y="2801187"/>
                  <a:pt x="9869601" y="2832031"/>
                </a:cubicBezTo>
                <a:cubicBezTo>
                  <a:pt x="9922951" y="2862887"/>
                  <a:pt x="9965339" y="2894575"/>
                  <a:pt x="9965339" y="2894575"/>
                </a:cubicBezTo>
                <a:lnTo>
                  <a:pt x="9942711" y="2933784"/>
                </a:lnTo>
                <a:cubicBezTo>
                  <a:pt x="9942711" y="2933784"/>
                  <a:pt x="9894077" y="2912937"/>
                  <a:pt x="9840663" y="2882142"/>
                </a:cubicBezTo>
                <a:cubicBezTo>
                  <a:pt x="9787248" y="2851282"/>
                  <a:pt x="9744925" y="2819605"/>
                  <a:pt x="9744925" y="2819605"/>
                </a:cubicBezTo>
                <a:close/>
                <a:moveTo>
                  <a:pt x="10558694" y="2780401"/>
                </a:moveTo>
                <a:cubicBezTo>
                  <a:pt x="10558694" y="2780401"/>
                  <a:pt x="10607264" y="2801178"/>
                  <a:pt x="10660678" y="2832025"/>
                </a:cubicBezTo>
                <a:cubicBezTo>
                  <a:pt x="10714092" y="2862879"/>
                  <a:pt x="10756416" y="2894563"/>
                  <a:pt x="10756416" y="2894563"/>
                </a:cubicBezTo>
                <a:lnTo>
                  <a:pt x="10733788" y="2933770"/>
                </a:lnTo>
                <a:cubicBezTo>
                  <a:pt x="10733788" y="2933770"/>
                  <a:pt x="10685218" y="2912924"/>
                  <a:pt x="10631804" y="2882132"/>
                </a:cubicBezTo>
                <a:cubicBezTo>
                  <a:pt x="10578389" y="2851275"/>
                  <a:pt x="10536066" y="2819597"/>
                  <a:pt x="10536066" y="2819597"/>
                </a:cubicBezTo>
                <a:close/>
                <a:moveTo>
                  <a:pt x="11349836" y="2780392"/>
                </a:moveTo>
                <a:cubicBezTo>
                  <a:pt x="11349836" y="2780392"/>
                  <a:pt x="11398406" y="2801170"/>
                  <a:pt x="11451820" y="2832017"/>
                </a:cubicBezTo>
                <a:cubicBezTo>
                  <a:pt x="11505234" y="2862870"/>
                  <a:pt x="11547558" y="2894552"/>
                  <a:pt x="11547558" y="2894552"/>
                </a:cubicBezTo>
                <a:lnTo>
                  <a:pt x="11524930" y="2933756"/>
                </a:lnTo>
                <a:cubicBezTo>
                  <a:pt x="11524930" y="2933756"/>
                  <a:pt x="11476360" y="2912911"/>
                  <a:pt x="11422946" y="2882122"/>
                </a:cubicBezTo>
                <a:cubicBezTo>
                  <a:pt x="11369531" y="2851269"/>
                  <a:pt x="11327208" y="2819589"/>
                  <a:pt x="11327208" y="2819589"/>
                </a:cubicBezTo>
                <a:close/>
                <a:moveTo>
                  <a:pt x="12140914" y="2780383"/>
                </a:moveTo>
                <a:cubicBezTo>
                  <a:pt x="12140914" y="2780383"/>
                  <a:pt x="12153072" y="2785578"/>
                  <a:pt x="12171908" y="2794629"/>
                </a:cubicBezTo>
                <a:lnTo>
                  <a:pt x="12203753" y="2811383"/>
                </a:lnTo>
                <a:lnTo>
                  <a:pt x="12203753" y="2875598"/>
                </a:lnTo>
                <a:lnTo>
                  <a:pt x="12146132" y="2839279"/>
                </a:lnTo>
                <a:cubicBezTo>
                  <a:pt x="12128867" y="2827502"/>
                  <a:pt x="12118286" y="2819582"/>
                  <a:pt x="12118286" y="2819582"/>
                </a:cubicBezTo>
                <a:close/>
                <a:moveTo>
                  <a:pt x="536912" y="2628858"/>
                </a:moveTo>
                <a:lnTo>
                  <a:pt x="582167" y="2628858"/>
                </a:lnTo>
                <a:cubicBezTo>
                  <a:pt x="582167" y="2628858"/>
                  <a:pt x="588477" y="2681360"/>
                  <a:pt x="588477" y="2743046"/>
                </a:cubicBezTo>
                <a:cubicBezTo>
                  <a:pt x="588477" y="2804738"/>
                  <a:pt x="582167" y="2857182"/>
                  <a:pt x="582167" y="2857182"/>
                </a:cubicBezTo>
                <a:lnTo>
                  <a:pt x="536912" y="2857182"/>
                </a:lnTo>
                <a:cubicBezTo>
                  <a:pt x="536912" y="2857182"/>
                  <a:pt x="530665" y="2804670"/>
                  <a:pt x="530665" y="2743046"/>
                </a:cubicBezTo>
                <a:cubicBezTo>
                  <a:pt x="530665" y="2681419"/>
                  <a:pt x="536912" y="2628858"/>
                  <a:pt x="536912" y="2628858"/>
                </a:cubicBezTo>
                <a:close/>
                <a:moveTo>
                  <a:pt x="1327990" y="2628839"/>
                </a:moveTo>
                <a:lnTo>
                  <a:pt x="1373245" y="2628839"/>
                </a:lnTo>
                <a:cubicBezTo>
                  <a:pt x="1373245" y="2628839"/>
                  <a:pt x="1379556" y="2681350"/>
                  <a:pt x="1379556" y="2743036"/>
                </a:cubicBezTo>
                <a:cubicBezTo>
                  <a:pt x="1379556" y="2804721"/>
                  <a:pt x="1373245" y="2857174"/>
                  <a:pt x="1373245" y="2857174"/>
                </a:cubicBezTo>
                <a:lnTo>
                  <a:pt x="1327990" y="2857174"/>
                </a:lnTo>
                <a:cubicBezTo>
                  <a:pt x="1327990" y="2857174"/>
                  <a:pt x="1321744" y="2804659"/>
                  <a:pt x="1321744" y="2743036"/>
                </a:cubicBezTo>
                <a:cubicBezTo>
                  <a:pt x="1321744" y="2681414"/>
                  <a:pt x="1327990" y="2628839"/>
                  <a:pt x="1327990" y="2628839"/>
                </a:cubicBezTo>
                <a:close/>
                <a:moveTo>
                  <a:pt x="2119119" y="2628827"/>
                </a:moveTo>
                <a:lnTo>
                  <a:pt x="2164366" y="2628827"/>
                </a:lnTo>
                <a:cubicBezTo>
                  <a:pt x="2164366" y="2628827"/>
                  <a:pt x="2170679" y="2681340"/>
                  <a:pt x="2170679" y="2743027"/>
                </a:cubicBezTo>
                <a:cubicBezTo>
                  <a:pt x="2170679" y="2804713"/>
                  <a:pt x="2164366" y="2857167"/>
                  <a:pt x="2164366" y="2857167"/>
                </a:cubicBezTo>
                <a:lnTo>
                  <a:pt x="2119119" y="2857167"/>
                </a:lnTo>
                <a:cubicBezTo>
                  <a:pt x="2119119" y="2857167"/>
                  <a:pt x="2112868" y="2804651"/>
                  <a:pt x="2112868" y="2743027"/>
                </a:cubicBezTo>
                <a:cubicBezTo>
                  <a:pt x="2112868" y="2681402"/>
                  <a:pt x="2119119" y="2628827"/>
                  <a:pt x="2119119" y="2628827"/>
                </a:cubicBezTo>
                <a:close/>
                <a:moveTo>
                  <a:pt x="2910259" y="2628815"/>
                </a:moveTo>
                <a:lnTo>
                  <a:pt x="2955512" y="2628815"/>
                </a:lnTo>
                <a:cubicBezTo>
                  <a:pt x="2955512" y="2628815"/>
                  <a:pt x="2961822" y="2681330"/>
                  <a:pt x="2961822" y="2743017"/>
                </a:cubicBezTo>
                <a:cubicBezTo>
                  <a:pt x="2961822" y="2804703"/>
                  <a:pt x="2955512" y="2857156"/>
                  <a:pt x="2955512" y="2857156"/>
                </a:cubicBezTo>
                <a:lnTo>
                  <a:pt x="2910259" y="2857156"/>
                </a:lnTo>
                <a:cubicBezTo>
                  <a:pt x="2910259" y="2857156"/>
                  <a:pt x="2903952" y="2804641"/>
                  <a:pt x="2903952" y="2743017"/>
                </a:cubicBezTo>
                <a:cubicBezTo>
                  <a:pt x="2903952" y="2681391"/>
                  <a:pt x="2910259" y="2628815"/>
                  <a:pt x="2910259" y="2628815"/>
                </a:cubicBezTo>
                <a:close/>
                <a:moveTo>
                  <a:pt x="3701387" y="2628803"/>
                </a:moveTo>
                <a:lnTo>
                  <a:pt x="3746642" y="2628803"/>
                </a:lnTo>
                <a:cubicBezTo>
                  <a:pt x="3746642" y="2628803"/>
                  <a:pt x="3752953" y="2681319"/>
                  <a:pt x="3752953" y="2743007"/>
                </a:cubicBezTo>
                <a:cubicBezTo>
                  <a:pt x="3752953" y="2804696"/>
                  <a:pt x="3746642" y="2857149"/>
                  <a:pt x="3746642" y="2857149"/>
                </a:cubicBezTo>
                <a:lnTo>
                  <a:pt x="3701387" y="2857149"/>
                </a:lnTo>
                <a:cubicBezTo>
                  <a:pt x="3701387" y="2857149"/>
                  <a:pt x="3695075" y="2804636"/>
                  <a:pt x="3695075" y="2743007"/>
                </a:cubicBezTo>
                <a:cubicBezTo>
                  <a:pt x="3695075" y="2681382"/>
                  <a:pt x="3701387" y="2628803"/>
                  <a:pt x="3701387" y="2628803"/>
                </a:cubicBezTo>
                <a:close/>
                <a:moveTo>
                  <a:pt x="4492377" y="2628791"/>
                </a:moveTo>
                <a:lnTo>
                  <a:pt x="4537632" y="2628791"/>
                </a:lnTo>
                <a:cubicBezTo>
                  <a:pt x="4537632" y="2628791"/>
                  <a:pt x="4543944" y="2681308"/>
                  <a:pt x="4543944" y="2742999"/>
                </a:cubicBezTo>
                <a:cubicBezTo>
                  <a:pt x="4543944" y="2804688"/>
                  <a:pt x="4537632" y="2857141"/>
                  <a:pt x="4537632" y="2857141"/>
                </a:cubicBezTo>
                <a:lnTo>
                  <a:pt x="4492377" y="2857141"/>
                </a:lnTo>
                <a:cubicBezTo>
                  <a:pt x="4492377" y="2857141"/>
                  <a:pt x="4486128" y="2804628"/>
                  <a:pt x="4486128" y="2742999"/>
                </a:cubicBezTo>
                <a:cubicBezTo>
                  <a:pt x="4486128" y="2681371"/>
                  <a:pt x="4492377" y="2628791"/>
                  <a:pt x="4492377" y="2628791"/>
                </a:cubicBezTo>
                <a:close/>
                <a:moveTo>
                  <a:pt x="5283517" y="2628785"/>
                </a:moveTo>
                <a:lnTo>
                  <a:pt x="5328774" y="2628785"/>
                </a:lnTo>
                <a:cubicBezTo>
                  <a:pt x="5328774" y="2628785"/>
                  <a:pt x="5335084" y="2681295"/>
                  <a:pt x="5335084" y="2742989"/>
                </a:cubicBezTo>
                <a:cubicBezTo>
                  <a:pt x="5335084" y="2804678"/>
                  <a:pt x="5328774" y="2857131"/>
                  <a:pt x="5328774" y="2857131"/>
                </a:cubicBezTo>
                <a:lnTo>
                  <a:pt x="5283517" y="2857131"/>
                </a:lnTo>
                <a:cubicBezTo>
                  <a:pt x="5283517" y="2857131"/>
                  <a:pt x="5277271" y="2804619"/>
                  <a:pt x="5277271" y="2742989"/>
                </a:cubicBezTo>
                <a:cubicBezTo>
                  <a:pt x="5277271" y="2681360"/>
                  <a:pt x="5283517" y="2628785"/>
                  <a:pt x="5283517" y="2628785"/>
                </a:cubicBezTo>
                <a:close/>
                <a:moveTo>
                  <a:pt x="6074648" y="2628773"/>
                </a:moveTo>
                <a:lnTo>
                  <a:pt x="6119901" y="2628773"/>
                </a:lnTo>
                <a:cubicBezTo>
                  <a:pt x="6119901" y="2628773"/>
                  <a:pt x="6126212" y="2681287"/>
                  <a:pt x="6126212" y="2742979"/>
                </a:cubicBezTo>
                <a:cubicBezTo>
                  <a:pt x="6126212" y="2804670"/>
                  <a:pt x="6119901" y="2857127"/>
                  <a:pt x="6119901" y="2857127"/>
                </a:cubicBezTo>
                <a:lnTo>
                  <a:pt x="6074648" y="2857127"/>
                </a:lnTo>
                <a:cubicBezTo>
                  <a:pt x="6074648" y="2857127"/>
                  <a:pt x="6068400" y="2804610"/>
                  <a:pt x="6068400" y="2742979"/>
                </a:cubicBezTo>
                <a:cubicBezTo>
                  <a:pt x="6068400" y="2681350"/>
                  <a:pt x="6074648" y="2628773"/>
                  <a:pt x="6074648" y="2628773"/>
                </a:cubicBezTo>
                <a:close/>
                <a:moveTo>
                  <a:pt x="6865787" y="2628760"/>
                </a:moveTo>
                <a:lnTo>
                  <a:pt x="6910979" y="2628760"/>
                </a:lnTo>
                <a:cubicBezTo>
                  <a:pt x="6910979" y="2628760"/>
                  <a:pt x="6917290" y="2681276"/>
                  <a:pt x="6917290" y="2742970"/>
                </a:cubicBezTo>
                <a:cubicBezTo>
                  <a:pt x="6917290" y="2804661"/>
                  <a:pt x="6910979" y="2857119"/>
                  <a:pt x="6910979" y="2857119"/>
                </a:cubicBezTo>
                <a:lnTo>
                  <a:pt x="6865787" y="2857119"/>
                </a:lnTo>
                <a:cubicBezTo>
                  <a:pt x="6865787" y="2857119"/>
                  <a:pt x="6859477" y="2804600"/>
                  <a:pt x="6859477" y="2742970"/>
                </a:cubicBezTo>
                <a:cubicBezTo>
                  <a:pt x="6859477" y="2681340"/>
                  <a:pt x="6865787" y="2628760"/>
                  <a:pt x="6865787" y="2628760"/>
                </a:cubicBezTo>
                <a:close/>
                <a:moveTo>
                  <a:pt x="7656865" y="2628749"/>
                </a:moveTo>
                <a:lnTo>
                  <a:pt x="7702121" y="2628749"/>
                </a:lnTo>
                <a:cubicBezTo>
                  <a:pt x="7702121" y="2628749"/>
                  <a:pt x="7708431" y="2681267"/>
                  <a:pt x="7708431" y="2742960"/>
                </a:cubicBezTo>
                <a:cubicBezTo>
                  <a:pt x="7708431" y="2804653"/>
                  <a:pt x="7702121" y="2857111"/>
                  <a:pt x="7702121" y="2857111"/>
                </a:cubicBezTo>
                <a:lnTo>
                  <a:pt x="7656865" y="2857111"/>
                </a:lnTo>
                <a:cubicBezTo>
                  <a:pt x="7656865" y="2857111"/>
                  <a:pt x="7650619" y="2804592"/>
                  <a:pt x="7650619" y="2742960"/>
                </a:cubicBezTo>
                <a:cubicBezTo>
                  <a:pt x="7650619" y="2681330"/>
                  <a:pt x="7656865" y="2628749"/>
                  <a:pt x="7656865" y="2628749"/>
                </a:cubicBezTo>
                <a:close/>
                <a:moveTo>
                  <a:pt x="8448006" y="2628737"/>
                </a:moveTo>
                <a:lnTo>
                  <a:pt x="8493262" y="2628737"/>
                </a:lnTo>
                <a:cubicBezTo>
                  <a:pt x="8493262" y="2628737"/>
                  <a:pt x="8499508" y="2681256"/>
                  <a:pt x="8499508" y="2742950"/>
                </a:cubicBezTo>
                <a:cubicBezTo>
                  <a:pt x="8499508" y="2804644"/>
                  <a:pt x="8493262" y="2857103"/>
                  <a:pt x="8493262" y="2857103"/>
                </a:cubicBezTo>
                <a:lnTo>
                  <a:pt x="8448006" y="2857103"/>
                </a:lnTo>
                <a:cubicBezTo>
                  <a:pt x="8448006" y="2857103"/>
                  <a:pt x="8441760" y="2804582"/>
                  <a:pt x="8441760" y="2742950"/>
                </a:cubicBezTo>
                <a:cubicBezTo>
                  <a:pt x="8441760" y="2681319"/>
                  <a:pt x="8448006" y="2628737"/>
                  <a:pt x="8448006" y="2628737"/>
                </a:cubicBezTo>
                <a:close/>
                <a:moveTo>
                  <a:pt x="9239147" y="2628725"/>
                </a:moveTo>
                <a:lnTo>
                  <a:pt x="9284403" y="2628725"/>
                </a:lnTo>
                <a:cubicBezTo>
                  <a:pt x="9284403" y="2628725"/>
                  <a:pt x="9290649" y="2681246"/>
                  <a:pt x="9290649" y="2742940"/>
                </a:cubicBezTo>
                <a:cubicBezTo>
                  <a:pt x="9290649" y="2804636"/>
                  <a:pt x="9284403" y="2857094"/>
                  <a:pt x="9284403" y="2857094"/>
                </a:cubicBezTo>
                <a:lnTo>
                  <a:pt x="9239147" y="2857094"/>
                </a:lnTo>
                <a:cubicBezTo>
                  <a:pt x="9239147" y="2857094"/>
                  <a:pt x="9232901" y="2804574"/>
                  <a:pt x="9232901" y="2742940"/>
                </a:cubicBezTo>
                <a:cubicBezTo>
                  <a:pt x="9232901" y="2681308"/>
                  <a:pt x="9239147" y="2628725"/>
                  <a:pt x="9239147" y="2628725"/>
                </a:cubicBezTo>
                <a:close/>
                <a:moveTo>
                  <a:pt x="10030289" y="2628712"/>
                </a:moveTo>
                <a:lnTo>
                  <a:pt x="10075481" y="2628712"/>
                </a:lnTo>
                <a:cubicBezTo>
                  <a:pt x="10075481" y="2628712"/>
                  <a:pt x="10081791" y="2681235"/>
                  <a:pt x="10081791" y="2742930"/>
                </a:cubicBezTo>
                <a:cubicBezTo>
                  <a:pt x="10081791" y="2804628"/>
                  <a:pt x="10075481" y="2857086"/>
                  <a:pt x="10075481" y="2857086"/>
                </a:cubicBezTo>
                <a:lnTo>
                  <a:pt x="10030289" y="2857086"/>
                </a:lnTo>
                <a:cubicBezTo>
                  <a:pt x="10030289" y="2857086"/>
                  <a:pt x="10023979" y="2804564"/>
                  <a:pt x="10023979" y="2742930"/>
                </a:cubicBezTo>
                <a:cubicBezTo>
                  <a:pt x="10023979" y="2681296"/>
                  <a:pt x="10030289" y="2628712"/>
                  <a:pt x="10030289" y="2628712"/>
                </a:cubicBezTo>
                <a:close/>
                <a:moveTo>
                  <a:pt x="10821367" y="2628700"/>
                </a:moveTo>
                <a:lnTo>
                  <a:pt x="10866623" y="2628700"/>
                </a:lnTo>
                <a:cubicBezTo>
                  <a:pt x="10866623" y="2628700"/>
                  <a:pt x="10872933" y="2681224"/>
                  <a:pt x="10872933" y="2742921"/>
                </a:cubicBezTo>
                <a:cubicBezTo>
                  <a:pt x="10872933" y="2804619"/>
                  <a:pt x="10866623" y="2857078"/>
                  <a:pt x="10866623" y="2857078"/>
                </a:cubicBezTo>
                <a:lnTo>
                  <a:pt x="10821367" y="2857078"/>
                </a:lnTo>
                <a:cubicBezTo>
                  <a:pt x="10821367" y="2857078"/>
                  <a:pt x="10815121" y="2804557"/>
                  <a:pt x="10815121" y="2742921"/>
                </a:cubicBezTo>
                <a:cubicBezTo>
                  <a:pt x="10815121" y="2681287"/>
                  <a:pt x="10821367" y="2628700"/>
                  <a:pt x="10821367" y="2628700"/>
                </a:cubicBezTo>
                <a:close/>
                <a:moveTo>
                  <a:pt x="11612508" y="2628689"/>
                </a:moveTo>
                <a:lnTo>
                  <a:pt x="11657764" y="2628689"/>
                </a:lnTo>
                <a:cubicBezTo>
                  <a:pt x="11657764" y="2628689"/>
                  <a:pt x="11664075" y="2681213"/>
                  <a:pt x="11664075" y="2742912"/>
                </a:cubicBezTo>
                <a:cubicBezTo>
                  <a:pt x="11664075" y="2804610"/>
                  <a:pt x="11657764" y="2857069"/>
                  <a:pt x="11657764" y="2857069"/>
                </a:cubicBezTo>
                <a:lnTo>
                  <a:pt x="11612508" y="2857069"/>
                </a:lnTo>
                <a:cubicBezTo>
                  <a:pt x="11612508" y="2857069"/>
                  <a:pt x="11606262" y="2804548"/>
                  <a:pt x="11606262" y="2742912"/>
                </a:cubicBezTo>
                <a:cubicBezTo>
                  <a:pt x="11606262" y="2681276"/>
                  <a:pt x="11612508" y="2628689"/>
                  <a:pt x="11612508" y="2628689"/>
                </a:cubicBezTo>
                <a:close/>
                <a:moveTo>
                  <a:pt x="0" y="2615988"/>
                </a:moveTo>
                <a:lnTo>
                  <a:pt x="48559" y="2646634"/>
                </a:lnTo>
                <a:cubicBezTo>
                  <a:pt x="65816" y="2658409"/>
                  <a:pt x="76396" y="2666322"/>
                  <a:pt x="76396" y="2666322"/>
                </a:cubicBezTo>
                <a:lnTo>
                  <a:pt x="53769" y="2705511"/>
                </a:lnTo>
                <a:cubicBezTo>
                  <a:pt x="53769" y="2705511"/>
                  <a:pt x="41611" y="2700303"/>
                  <a:pt x="22784" y="2691246"/>
                </a:cubicBezTo>
                <a:lnTo>
                  <a:pt x="0" y="2679260"/>
                </a:lnTo>
                <a:close/>
                <a:moveTo>
                  <a:pt x="12203753" y="2610209"/>
                </a:moveTo>
                <a:lnTo>
                  <a:pt x="12203753" y="2674443"/>
                </a:lnTo>
                <a:lnTo>
                  <a:pt x="12171908" y="2691211"/>
                </a:lnTo>
                <a:cubicBezTo>
                  <a:pt x="12153072" y="2700278"/>
                  <a:pt x="12140914" y="2705489"/>
                  <a:pt x="12140914" y="2705489"/>
                </a:cubicBezTo>
                <a:lnTo>
                  <a:pt x="12118286" y="2666288"/>
                </a:lnTo>
                <a:lnTo>
                  <a:pt x="12118286" y="2666224"/>
                </a:lnTo>
                <a:cubicBezTo>
                  <a:pt x="12118286" y="2666224"/>
                  <a:pt x="12128867" y="2658305"/>
                  <a:pt x="12146132" y="2646529"/>
                </a:cubicBezTo>
                <a:close/>
                <a:moveTo>
                  <a:pt x="449268" y="2552226"/>
                </a:moveTo>
                <a:lnTo>
                  <a:pt x="471896" y="2591414"/>
                </a:lnTo>
                <a:cubicBezTo>
                  <a:pt x="471896" y="2591414"/>
                  <a:pt x="429574" y="2623086"/>
                  <a:pt x="376162" y="2653961"/>
                </a:cubicBezTo>
                <a:cubicBezTo>
                  <a:pt x="322748" y="2684799"/>
                  <a:pt x="274116" y="2705638"/>
                  <a:pt x="274116" y="2705638"/>
                </a:cubicBezTo>
                <a:lnTo>
                  <a:pt x="251487" y="2666447"/>
                </a:lnTo>
                <a:lnTo>
                  <a:pt x="251551" y="2666385"/>
                </a:lnTo>
                <a:cubicBezTo>
                  <a:pt x="251551" y="2666385"/>
                  <a:pt x="293874" y="2634727"/>
                  <a:pt x="347288" y="2603845"/>
                </a:cubicBezTo>
                <a:cubicBezTo>
                  <a:pt x="400701" y="2573000"/>
                  <a:pt x="449268" y="2552226"/>
                  <a:pt x="449268" y="2552226"/>
                </a:cubicBezTo>
                <a:close/>
                <a:moveTo>
                  <a:pt x="1240411" y="2552213"/>
                </a:moveTo>
                <a:lnTo>
                  <a:pt x="1263039" y="2591404"/>
                </a:lnTo>
                <a:cubicBezTo>
                  <a:pt x="1263039" y="2591404"/>
                  <a:pt x="1220715" y="2623070"/>
                  <a:pt x="1167301" y="2653949"/>
                </a:cubicBezTo>
                <a:cubicBezTo>
                  <a:pt x="1113887" y="2684795"/>
                  <a:pt x="1065253" y="2705630"/>
                  <a:pt x="1065253" y="2705630"/>
                </a:cubicBezTo>
                <a:lnTo>
                  <a:pt x="1042617" y="2666439"/>
                </a:lnTo>
                <a:lnTo>
                  <a:pt x="1042681" y="2666374"/>
                </a:lnTo>
                <a:cubicBezTo>
                  <a:pt x="1042681" y="2666374"/>
                  <a:pt x="1085014" y="2634715"/>
                  <a:pt x="1138424" y="2603835"/>
                </a:cubicBezTo>
                <a:cubicBezTo>
                  <a:pt x="1191840" y="2572990"/>
                  <a:pt x="1240411" y="2552213"/>
                  <a:pt x="1240411" y="2552213"/>
                </a:cubicBezTo>
                <a:close/>
                <a:moveTo>
                  <a:pt x="2031482" y="2552202"/>
                </a:moveTo>
                <a:lnTo>
                  <a:pt x="2054113" y="2591394"/>
                </a:lnTo>
                <a:cubicBezTo>
                  <a:pt x="2054113" y="2591394"/>
                  <a:pt x="2011788" y="2623061"/>
                  <a:pt x="1958376" y="2653937"/>
                </a:cubicBezTo>
                <a:cubicBezTo>
                  <a:pt x="1904962" y="2684782"/>
                  <a:pt x="1856328" y="2705620"/>
                  <a:pt x="1856328" y="2705620"/>
                </a:cubicBezTo>
                <a:lnTo>
                  <a:pt x="1833699" y="2666429"/>
                </a:lnTo>
                <a:lnTo>
                  <a:pt x="1833765" y="2666362"/>
                </a:lnTo>
                <a:cubicBezTo>
                  <a:pt x="1833765" y="2666362"/>
                  <a:pt x="1876088" y="2634703"/>
                  <a:pt x="1929500" y="2603823"/>
                </a:cubicBezTo>
                <a:cubicBezTo>
                  <a:pt x="1982915" y="2572981"/>
                  <a:pt x="2031482" y="2552202"/>
                  <a:pt x="2031482" y="2552202"/>
                </a:cubicBezTo>
                <a:close/>
                <a:moveTo>
                  <a:pt x="2822615" y="2552192"/>
                </a:moveTo>
                <a:lnTo>
                  <a:pt x="2845242" y="2591384"/>
                </a:lnTo>
                <a:cubicBezTo>
                  <a:pt x="2845242" y="2591384"/>
                  <a:pt x="2802921" y="2623052"/>
                  <a:pt x="2749503" y="2653925"/>
                </a:cubicBezTo>
                <a:cubicBezTo>
                  <a:pt x="2696091" y="2684773"/>
                  <a:pt x="2647458" y="2705611"/>
                  <a:pt x="2647458" y="2705611"/>
                </a:cubicBezTo>
                <a:lnTo>
                  <a:pt x="2624830" y="2666417"/>
                </a:lnTo>
                <a:lnTo>
                  <a:pt x="2624892" y="2666351"/>
                </a:lnTo>
                <a:cubicBezTo>
                  <a:pt x="2624892" y="2666351"/>
                  <a:pt x="2667217" y="2634691"/>
                  <a:pt x="2720633" y="2603814"/>
                </a:cubicBezTo>
                <a:cubicBezTo>
                  <a:pt x="2774046" y="2572969"/>
                  <a:pt x="2822615" y="2552192"/>
                  <a:pt x="2822615" y="2552192"/>
                </a:cubicBezTo>
                <a:close/>
                <a:moveTo>
                  <a:pt x="3613742" y="2552179"/>
                </a:moveTo>
                <a:lnTo>
                  <a:pt x="3636372" y="2591373"/>
                </a:lnTo>
                <a:cubicBezTo>
                  <a:pt x="3636372" y="2591373"/>
                  <a:pt x="3594049" y="2623043"/>
                  <a:pt x="3540639" y="2653913"/>
                </a:cubicBezTo>
                <a:cubicBezTo>
                  <a:pt x="3487224" y="2684761"/>
                  <a:pt x="3438588" y="2705599"/>
                  <a:pt x="3438588" y="2705599"/>
                </a:cubicBezTo>
                <a:lnTo>
                  <a:pt x="3415959" y="2666406"/>
                </a:lnTo>
                <a:lnTo>
                  <a:pt x="3416027" y="2666341"/>
                </a:lnTo>
                <a:cubicBezTo>
                  <a:pt x="3416027" y="2666341"/>
                  <a:pt x="3458348" y="2634679"/>
                  <a:pt x="3511767" y="2603804"/>
                </a:cubicBezTo>
                <a:cubicBezTo>
                  <a:pt x="3565177" y="2572959"/>
                  <a:pt x="3613742" y="2552179"/>
                  <a:pt x="3613742" y="2552179"/>
                </a:cubicBezTo>
                <a:close/>
                <a:moveTo>
                  <a:pt x="669795" y="2552179"/>
                </a:moveTo>
                <a:lnTo>
                  <a:pt x="678178" y="2555884"/>
                </a:lnTo>
                <a:cubicBezTo>
                  <a:pt x="694360" y="2563177"/>
                  <a:pt x="731732" y="2580646"/>
                  <a:pt x="771792" y="2603775"/>
                </a:cubicBezTo>
                <a:cubicBezTo>
                  <a:pt x="825204" y="2634661"/>
                  <a:pt x="867526" y="2666314"/>
                  <a:pt x="867526" y="2666314"/>
                </a:cubicBezTo>
                <a:lnTo>
                  <a:pt x="844900" y="2705507"/>
                </a:lnTo>
                <a:cubicBezTo>
                  <a:pt x="844900" y="2705507"/>
                  <a:pt x="796268" y="2684673"/>
                  <a:pt x="742918" y="2653888"/>
                </a:cubicBezTo>
                <a:cubicBezTo>
                  <a:pt x="689504" y="2623013"/>
                  <a:pt x="647181" y="2591344"/>
                  <a:pt x="647181" y="2591344"/>
                </a:cubicBezTo>
                <a:close/>
                <a:moveTo>
                  <a:pt x="4404860" y="2552171"/>
                </a:moveTo>
                <a:lnTo>
                  <a:pt x="4427491" y="2591364"/>
                </a:lnTo>
                <a:cubicBezTo>
                  <a:pt x="4427491" y="2591364"/>
                  <a:pt x="4385164" y="2623033"/>
                  <a:pt x="4331748" y="2653905"/>
                </a:cubicBezTo>
                <a:cubicBezTo>
                  <a:pt x="4278335" y="2684752"/>
                  <a:pt x="4229702" y="2705588"/>
                  <a:pt x="4229702" y="2705588"/>
                </a:cubicBezTo>
                <a:lnTo>
                  <a:pt x="4207074" y="2666398"/>
                </a:lnTo>
                <a:lnTo>
                  <a:pt x="4207074" y="2666331"/>
                </a:lnTo>
                <a:cubicBezTo>
                  <a:pt x="4207074" y="2666331"/>
                  <a:pt x="4249395" y="2634667"/>
                  <a:pt x="4302809" y="2603794"/>
                </a:cubicBezTo>
                <a:cubicBezTo>
                  <a:pt x="4356222" y="2572950"/>
                  <a:pt x="4404860" y="2552171"/>
                  <a:pt x="4404860" y="2552171"/>
                </a:cubicBezTo>
                <a:close/>
                <a:moveTo>
                  <a:pt x="1460873" y="2552166"/>
                </a:moveTo>
                <a:lnTo>
                  <a:pt x="1469257" y="2555874"/>
                </a:lnTo>
                <a:cubicBezTo>
                  <a:pt x="1485439" y="2563163"/>
                  <a:pt x="1522810" y="2580634"/>
                  <a:pt x="1562870" y="2603765"/>
                </a:cubicBezTo>
                <a:cubicBezTo>
                  <a:pt x="1616284" y="2634649"/>
                  <a:pt x="1658607" y="2666303"/>
                  <a:pt x="1658607" y="2666303"/>
                </a:cubicBezTo>
                <a:lnTo>
                  <a:pt x="1635980" y="2705496"/>
                </a:lnTo>
                <a:cubicBezTo>
                  <a:pt x="1635980" y="2705496"/>
                  <a:pt x="1587348" y="2684662"/>
                  <a:pt x="1533999" y="2653877"/>
                </a:cubicBezTo>
                <a:cubicBezTo>
                  <a:pt x="1480583" y="2623004"/>
                  <a:pt x="1438259" y="2591335"/>
                  <a:pt x="1438259" y="2591335"/>
                </a:cubicBezTo>
                <a:close/>
                <a:moveTo>
                  <a:pt x="5196000" y="2552161"/>
                </a:moveTo>
                <a:lnTo>
                  <a:pt x="5218629" y="2591354"/>
                </a:lnTo>
                <a:cubicBezTo>
                  <a:pt x="5218629" y="2591354"/>
                  <a:pt x="5176307" y="2623031"/>
                  <a:pt x="5122891" y="2653894"/>
                </a:cubicBezTo>
                <a:cubicBezTo>
                  <a:pt x="5069478" y="2684740"/>
                  <a:pt x="5020848" y="2705578"/>
                  <a:pt x="5020848" y="2705578"/>
                </a:cubicBezTo>
                <a:lnTo>
                  <a:pt x="4998215" y="2666385"/>
                </a:lnTo>
                <a:lnTo>
                  <a:pt x="4998215" y="2666320"/>
                </a:lnTo>
                <a:cubicBezTo>
                  <a:pt x="4998215" y="2666320"/>
                  <a:pt x="5040542" y="2634655"/>
                  <a:pt x="5093953" y="2603786"/>
                </a:cubicBezTo>
                <a:cubicBezTo>
                  <a:pt x="5147369" y="2572938"/>
                  <a:pt x="5196000" y="2552161"/>
                  <a:pt x="5196000" y="2552161"/>
                </a:cubicBezTo>
                <a:close/>
                <a:moveTo>
                  <a:pt x="2252000" y="2552155"/>
                </a:moveTo>
                <a:lnTo>
                  <a:pt x="2260383" y="2555866"/>
                </a:lnTo>
                <a:cubicBezTo>
                  <a:pt x="2276564" y="2563155"/>
                  <a:pt x="2313933" y="2580625"/>
                  <a:pt x="2353993" y="2603756"/>
                </a:cubicBezTo>
                <a:cubicBezTo>
                  <a:pt x="2407411" y="2634636"/>
                  <a:pt x="2449735" y="2666295"/>
                  <a:pt x="2449735" y="2666295"/>
                </a:cubicBezTo>
                <a:lnTo>
                  <a:pt x="2427108" y="2705485"/>
                </a:lnTo>
                <a:cubicBezTo>
                  <a:pt x="2427108" y="2705485"/>
                  <a:pt x="2378472" y="2684650"/>
                  <a:pt x="2325122" y="2653864"/>
                </a:cubicBezTo>
                <a:cubicBezTo>
                  <a:pt x="2271708" y="2622994"/>
                  <a:pt x="2229387" y="2591325"/>
                  <a:pt x="2229387" y="2591325"/>
                </a:cubicBezTo>
                <a:close/>
                <a:moveTo>
                  <a:pt x="669744" y="2552155"/>
                </a:moveTo>
                <a:lnTo>
                  <a:pt x="669808" y="2552155"/>
                </a:lnTo>
                <a:lnTo>
                  <a:pt x="669795" y="2552179"/>
                </a:lnTo>
                <a:close/>
                <a:moveTo>
                  <a:pt x="5987067" y="2552151"/>
                </a:moveTo>
                <a:lnTo>
                  <a:pt x="6009695" y="2591344"/>
                </a:lnTo>
                <a:cubicBezTo>
                  <a:pt x="6009695" y="2591344"/>
                  <a:pt x="5967374" y="2623015"/>
                  <a:pt x="5913960" y="2653882"/>
                </a:cubicBezTo>
                <a:cubicBezTo>
                  <a:pt x="5860547" y="2684731"/>
                  <a:pt x="5811914" y="2705568"/>
                  <a:pt x="5811914" y="2705568"/>
                </a:cubicBezTo>
                <a:lnTo>
                  <a:pt x="5789285" y="2666374"/>
                </a:lnTo>
                <a:lnTo>
                  <a:pt x="5789285" y="2666309"/>
                </a:lnTo>
                <a:cubicBezTo>
                  <a:pt x="5789285" y="2666309"/>
                  <a:pt x="5831608" y="2634643"/>
                  <a:pt x="5885024" y="2603774"/>
                </a:cubicBezTo>
                <a:cubicBezTo>
                  <a:pt x="5938437" y="2572928"/>
                  <a:pt x="5987067" y="2552151"/>
                  <a:pt x="5987067" y="2552151"/>
                </a:cubicBezTo>
                <a:close/>
                <a:moveTo>
                  <a:pt x="3043144" y="2552145"/>
                </a:moveTo>
                <a:lnTo>
                  <a:pt x="3051523" y="2555853"/>
                </a:lnTo>
                <a:cubicBezTo>
                  <a:pt x="3067710" y="2563142"/>
                  <a:pt x="3105083" y="2580613"/>
                  <a:pt x="3145144" y="2603744"/>
                </a:cubicBezTo>
                <a:cubicBezTo>
                  <a:pt x="3198544" y="2634624"/>
                  <a:pt x="3240871" y="2666284"/>
                  <a:pt x="3240871" y="2666284"/>
                </a:cubicBezTo>
                <a:lnTo>
                  <a:pt x="3218243" y="2705476"/>
                </a:lnTo>
                <a:cubicBezTo>
                  <a:pt x="3218243" y="2705476"/>
                  <a:pt x="3169618" y="2684641"/>
                  <a:pt x="3116268" y="2653856"/>
                </a:cubicBezTo>
                <a:cubicBezTo>
                  <a:pt x="3062852" y="2622985"/>
                  <a:pt x="3020525" y="2591316"/>
                  <a:pt x="3020525" y="2591316"/>
                </a:cubicBezTo>
                <a:close/>
                <a:moveTo>
                  <a:pt x="1460821" y="2552141"/>
                </a:moveTo>
                <a:lnTo>
                  <a:pt x="1460890" y="2552141"/>
                </a:lnTo>
                <a:lnTo>
                  <a:pt x="1460873" y="2552166"/>
                </a:lnTo>
                <a:close/>
                <a:moveTo>
                  <a:pt x="6778210" y="2552140"/>
                </a:moveTo>
                <a:lnTo>
                  <a:pt x="6800772" y="2591335"/>
                </a:lnTo>
                <a:cubicBezTo>
                  <a:pt x="6800772" y="2591335"/>
                  <a:pt x="6758449" y="2623007"/>
                  <a:pt x="6705035" y="2653870"/>
                </a:cubicBezTo>
                <a:cubicBezTo>
                  <a:pt x="6651621" y="2684720"/>
                  <a:pt x="6603052" y="2705559"/>
                  <a:pt x="6603052" y="2705559"/>
                </a:cubicBezTo>
                <a:lnTo>
                  <a:pt x="6580424" y="2666363"/>
                </a:lnTo>
                <a:lnTo>
                  <a:pt x="6580424" y="2666298"/>
                </a:lnTo>
                <a:cubicBezTo>
                  <a:pt x="6580424" y="2666298"/>
                  <a:pt x="6622747" y="2634630"/>
                  <a:pt x="6676161" y="2603765"/>
                </a:cubicBezTo>
                <a:cubicBezTo>
                  <a:pt x="6729575" y="2572917"/>
                  <a:pt x="6778210" y="2552140"/>
                  <a:pt x="6778210" y="2552140"/>
                </a:cubicBezTo>
                <a:close/>
                <a:moveTo>
                  <a:pt x="3834266" y="2552134"/>
                </a:moveTo>
                <a:lnTo>
                  <a:pt x="3842651" y="2555844"/>
                </a:lnTo>
                <a:cubicBezTo>
                  <a:pt x="3858829" y="2563132"/>
                  <a:pt x="3896202" y="2580604"/>
                  <a:pt x="3936263" y="2603735"/>
                </a:cubicBezTo>
                <a:cubicBezTo>
                  <a:pt x="3989670" y="2634612"/>
                  <a:pt x="4031992" y="2666271"/>
                  <a:pt x="4031992" y="2666271"/>
                </a:cubicBezTo>
                <a:lnTo>
                  <a:pt x="4009366" y="2705464"/>
                </a:lnTo>
                <a:cubicBezTo>
                  <a:pt x="4009366" y="2705464"/>
                  <a:pt x="3960740" y="2684629"/>
                  <a:pt x="3907391" y="2653845"/>
                </a:cubicBezTo>
                <a:cubicBezTo>
                  <a:pt x="3853972" y="2622976"/>
                  <a:pt x="3811651" y="2591306"/>
                  <a:pt x="3811651" y="2591306"/>
                </a:cubicBezTo>
                <a:close/>
                <a:moveTo>
                  <a:pt x="2251951" y="2552134"/>
                </a:moveTo>
                <a:lnTo>
                  <a:pt x="2252012" y="2552134"/>
                </a:lnTo>
                <a:lnTo>
                  <a:pt x="2252000" y="2552155"/>
                </a:lnTo>
                <a:close/>
                <a:moveTo>
                  <a:pt x="7569286" y="2552130"/>
                </a:moveTo>
                <a:lnTo>
                  <a:pt x="7591913" y="2591325"/>
                </a:lnTo>
                <a:cubicBezTo>
                  <a:pt x="7591913" y="2591325"/>
                  <a:pt x="7549590" y="2622997"/>
                  <a:pt x="7496176" y="2653860"/>
                </a:cubicBezTo>
                <a:cubicBezTo>
                  <a:pt x="7442762" y="2684709"/>
                  <a:pt x="7394128" y="2705548"/>
                  <a:pt x="7394128" y="2705548"/>
                </a:cubicBezTo>
                <a:lnTo>
                  <a:pt x="7371564" y="2666353"/>
                </a:lnTo>
                <a:lnTo>
                  <a:pt x="7371564" y="2666288"/>
                </a:lnTo>
                <a:cubicBezTo>
                  <a:pt x="7371564" y="2666288"/>
                  <a:pt x="7413887" y="2634618"/>
                  <a:pt x="7467302" y="2603754"/>
                </a:cubicBezTo>
                <a:cubicBezTo>
                  <a:pt x="7520716" y="2572907"/>
                  <a:pt x="7569286" y="2552130"/>
                  <a:pt x="7569286" y="2552130"/>
                </a:cubicBezTo>
                <a:close/>
                <a:moveTo>
                  <a:pt x="4625259" y="2552125"/>
                </a:moveTo>
                <a:lnTo>
                  <a:pt x="4633642" y="2555832"/>
                </a:lnTo>
                <a:cubicBezTo>
                  <a:pt x="4649825" y="2563124"/>
                  <a:pt x="4687193" y="2580592"/>
                  <a:pt x="4727254" y="2603725"/>
                </a:cubicBezTo>
                <a:cubicBezTo>
                  <a:pt x="4780668" y="2634594"/>
                  <a:pt x="4822988" y="2666263"/>
                  <a:pt x="4822988" y="2666263"/>
                </a:cubicBezTo>
                <a:lnTo>
                  <a:pt x="4800366" y="2705456"/>
                </a:lnTo>
                <a:cubicBezTo>
                  <a:pt x="4800366" y="2705456"/>
                  <a:pt x="4751732" y="2684619"/>
                  <a:pt x="4698380" y="2653834"/>
                </a:cubicBezTo>
                <a:cubicBezTo>
                  <a:pt x="4644967" y="2622966"/>
                  <a:pt x="4602649" y="2591295"/>
                  <a:pt x="4602649" y="2591295"/>
                </a:cubicBezTo>
                <a:close/>
                <a:moveTo>
                  <a:pt x="3043094" y="2552121"/>
                </a:moveTo>
                <a:lnTo>
                  <a:pt x="3043156" y="2552121"/>
                </a:lnTo>
                <a:lnTo>
                  <a:pt x="3043144" y="2552145"/>
                </a:lnTo>
                <a:close/>
                <a:moveTo>
                  <a:pt x="8360428" y="2552119"/>
                </a:moveTo>
                <a:lnTo>
                  <a:pt x="8383056" y="2591316"/>
                </a:lnTo>
                <a:cubicBezTo>
                  <a:pt x="8383056" y="2591316"/>
                  <a:pt x="8340732" y="2622989"/>
                  <a:pt x="8287318" y="2653850"/>
                </a:cubicBezTo>
                <a:cubicBezTo>
                  <a:pt x="8233904" y="2684699"/>
                  <a:pt x="8185270" y="2705539"/>
                  <a:pt x="8185270" y="2705539"/>
                </a:cubicBezTo>
                <a:lnTo>
                  <a:pt x="8162642" y="2666343"/>
                </a:lnTo>
                <a:lnTo>
                  <a:pt x="8162642" y="2666278"/>
                </a:lnTo>
                <a:cubicBezTo>
                  <a:pt x="8162642" y="2666278"/>
                  <a:pt x="8204965" y="2634606"/>
                  <a:pt x="8258380" y="2603744"/>
                </a:cubicBezTo>
                <a:cubicBezTo>
                  <a:pt x="8311794" y="2572897"/>
                  <a:pt x="8360428" y="2552119"/>
                  <a:pt x="8360428" y="2552119"/>
                </a:cubicBezTo>
                <a:close/>
                <a:moveTo>
                  <a:pt x="5416402" y="2552115"/>
                </a:moveTo>
                <a:lnTo>
                  <a:pt x="5424781" y="2555822"/>
                </a:lnTo>
                <a:cubicBezTo>
                  <a:pt x="5440965" y="2563112"/>
                  <a:pt x="5478335" y="2580582"/>
                  <a:pt x="5518395" y="2603716"/>
                </a:cubicBezTo>
                <a:cubicBezTo>
                  <a:pt x="5571809" y="2634582"/>
                  <a:pt x="5614131" y="2666250"/>
                  <a:pt x="5614131" y="2666250"/>
                </a:cubicBezTo>
                <a:lnTo>
                  <a:pt x="5591504" y="2705445"/>
                </a:lnTo>
                <a:cubicBezTo>
                  <a:pt x="5591504" y="2705445"/>
                  <a:pt x="5542870" y="2684608"/>
                  <a:pt x="5489521" y="2653822"/>
                </a:cubicBezTo>
                <a:cubicBezTo>
                  <a:pt x="5436110" y="2622958"/>
                  <a:pt x="5393787" y="2591286"/>
                  <a:pt x="5393787" y="2591286"/>
                </a:cubicBezTo>
                <a:close/>
                <a:moveTo>
                  <a:pt x="3834218" y="2552115"/>
                </a:moveTo>
                <a:lnTo>
                  <a:pt x="3834279" y="2552115"/>
                </a:lnTo>
                <a:lnTo>
                  <a:pt x="3834266" y="2552134"/>
                </a:lnTo>
                <a:close/>
                <a:moveTo>
                  <a:pt x="9151570" y="2552108"/>
                </a:moveTo>
                <a:lnTo>
                  <a:pt x="9174198" y="2591306"/>
                </a:lnTo>
                <a:cubicBezTo>
                  <a:pt x="9174198" y="2591306"/>
                  <a:pt x="9131874" y="2622979"/>
                  <a:pt x="9078460" y="2653839"/>
                </a:cubicBezTo>
                <a:cubicBezTo>
                  <a:pt x="9025046" y="2684688"/>
                  <a:pt x="8976412" y="2705530"/>
                  <a:pt x="8976412" y="2705530"/>
                </a:cubicBezTo>
                <a:lnTo>
                  <a:pt x="8953784" y="2666333"/>
                </a:lnTo>
                <a:lnTo>
                  <a:pt x="8953784" y="2666267"/>
                </a:lnTo>
                <a:cubicBezTo>
                  <a:pt x="8953784" y="2666267"/>
                  <a:pt x="8996107" y="2634594"/>
                  <a:pt x="9049522" y="2603735"/>
                </a:cubicBezTo>
                <a:cubicBezTo>
                  <a:pt x="9102936" y="2572887"/>
                  <a:pt x="9151570" y="2552108"/>
                  <a:pt x="9151570" y="2552108"/>
                </a:cubicBezTo>
                <a:close/>
                <a:moveTo>
                  <a:pt x="4625211" y="2552104"/>
                </a:moveTo>
                <a:lnTo>
                  <a:pt x="4625271" y="2552104"/>
                </a:lnTo>
                <a:lnTo>
                  <a:pt x="4625259" y="2552125"/>
                </a:lnTo>
                <a:close/>
                <a:moveTo>
                  <a:pt x="9942711" y="2552098"/>
                </a:moveTo>
                <a:lnTo>
                  <a:pt x="9965275" y="2591295"/>
                </a:lnTo>
                <a:cubicBezTo>
                  <a:pt x="9965275" y="2591295"/>
                  <a:pt x="9922951" y="2622971"/>
                  <a:pt x="9869601" y="2653828"/>
                </a:cubicBezTo>
                <a:cubicBezTo>
                  <a:pt x="9816123" y="2684678"/>
                  <a:pt x="9767553" y="2705519"/>
                  <a:pt x="9767553" y="2705519"/>
                </a:cubicBezTo>
                <a:lnTo>
                  <a:pt x="9744925" y="2666322"/>
                </a:lnTo>
                <a:lnTo>
                  <a:pt x="9744925" y="2666256"/>
                </a:lnTo>
                <a:cubicBezTo>
                  <a:pt x="9744925" y="2666256"/>
                  <a:pt x="9787248" y="2634582"/>
                  <a:pt x="9840663" y="2603724"/>
                </a:cubicBezTo>
                <a:cubicBezTo>
                  <a:pt x="9894077" y="2572877"/>
                  <a:pt x="9942711" y="2552098"/>
                  <a:pt x="9942711" y="2552098"/>
                </a:cubicBezTo>
                <a:close/>
                <a:moveTo>
                  <a:pt x="5416352" y="2552090"/>
                </a:moveTo>
                <a:lnTo>
                  <a:pt x="5416414" y="2552090"/>
                </a:lnTo>
                <a:lnTo>
                  <a:pt x="5416402" y="2552115"/>
                </a:lnTo>
                <a:close/>
                <a:moveTo>
                  <a:pt x="10733788" y="2552086"/>
                </a:moveTo>
                <a:lnTo>
                  <a:pt x="10756416" y="2591286"/>
                </a:lnTo>
                <a:cubicBezTo>
                  <a:pt x="10756416" y="2591286"/>
                  <a:pt x="10714092" y="2622963"/>
                  <a:pt x="10660678" y="2653816"/>
                </a:cubicBezTo>
                <a:cubicBezTo>
                  <a:pt x="10607264" y="2684666"/>
                  <a:pt x="10558630" y="2705509"/>
                  <a:pt x="10558630" y="2705509"/>
                </a:cubicBezTo>
                <a:lnTo>
                  <a:pt x="10536066" y="2666311"/>
                </a:lnTo>
                <a:lnTo>
                  <a:pt x="10536066" y="2666245"/>
                </a:lnTo>
                <a:cubicBezTo>
                  <a:pt x="10536066" y="2666245"/>
                  <a:pt x="10578389" y="2634570"/>
                  <a:pt x="10631804" y="2603714"/>
                </a:cubicBezTo>
                <a:cubicBezTo>
                  <a:pt x="10685218" y="2572866"/>
                  <a:pt x="10733788" y="2552086"/>
                  <a:pt x="10733788" y="2552086"/>
                </a:cubicBezTo>
                <a:close/>
                <a:moveTo>
                  <a:pt x="6207480" y="2552080"/>
                </a:moveTo>
                <a:cubicBezTo>
                  <a:pt x="6207480" y="2552080"/>
                  <a:pt x="6256113" y="2572857"/>
                  <a:pt x="6309528" y="2603706"/>
                </a:cubicBezTo>
                <a:cubicBezTo>
                  <a:pt x="6362878" y="2634576"/>
                  <a:pt x="6405201" y="2666240"/>
                  <a:pt x="6405201" y="2666240"/>
                </a:cubicBezTo>
                <a:lnTo>
                  <a:pt x="6382638" y="2705436"/>
                </a:lnTo>
                <a:cubicBezTo>
                  <a:pt x="6382638" y="2705436"/>
                  <a:pt x="6334004" y="2684597"/>
                  <a:pt x="6280590" y="2653811"/>
                </a:cubicBezTo>
                <a:cubicBezTo>
                  <a:pt x="6227176" y="2622948"/>
                  <a:pt x="6184852" y="2591276"/>
                  <a:pt x="6184852" y="2591276"/>
                </a:cubicBezTo>
                <a:close/>
                <a:moveTo>
                  <a:pt x="11524930" y="2552076"/>
                </a:moveTo>
                <a:lnTo>
                  <a:pt x="11547558" y="2591276"/>
                </a:lnTo>
                <a:cubicBezTo>
                  <a:pt x="11547558" y="2591276"/>
                  <a:pt x="11505234" y="2622953"/>
                  <a:pt x="11451820" y="2653806"/>
                </a:cubicBezTo>
                <a:cubicBezTo>
                  <a:pt x="11398406" y="2684656"/>
                  <a:pt x="11349772" y="2705499"/>
                  <a:pt x="11349772" y="2705499"/>
                </a:cubicBezTo>
                <a:lnTo>
                  <a:pt x="11327208" y="2666300"/>
                </a:lnTo>
                <a:lnTo>
                  <a:pt x="11327208" y="2666235"/>
                </a:lnTo>
                <a:cubicBezTo>
                  <a:pt x="11327208" y="2666235"/>
                  <a:pt x="11369531" y="2634558"/>
                  <a:pt x="11422946" y="2603705"/>
                </a:cubicBezTo>
                <a:cubicBezTo>
                  <a:pt x="11476360" y="2572856"/>
                  <a:pt x="11524930" y="2552076"/>
                  <a:pt x="11524930" y="2552076"/>
                </a:cubicBezTo>
                <a:close/>
                <a:moveTo>
                  <a:pt x="6998558" y="2552070"/>
                </a:moveTo>
                <a:cubicBezTo>
                  <a:pt x="6998558" y="2552070"/>
                  <a:pt x="7047191" y="2572847"/>
                  <a:pt x="7100606" y="2603695"/>
                </a:cubicBezTo>
                <a:cubicBezTo>
                  <a:pt x="7154020" y="2634564"/>
                  <a:pt x="7196344" y="2666230"/>
                  <a:pt x="7196344" y="2666230"/>
                </a:cubicBezTo>
                <a:lnTo>
                  <a:pt x="7173716" y="2705427"/>
                </a:lnTo>
                <a:cubicBezTo>
                  <a:pt x="7173716" y="2705427"/>
                  <a:pt x="7125146" y="2684586"/>
                  <a:pt x="7071731" y="2653801"/>
                </a:cubicBezTo>
                <a:cubicBezTo>
                  <a:pt x="7018317" y="2622940"/>
                  <a:pt x="6975995" y="2591266"/>
                  <a:pt x="6975995" y="2591266"/>
                </a:cubicBezTo>
                <a:close/>
                <a:moveTo>
                  <a:pt x="7789699" y="2552060"/>
                </a:moveTo>
                <a:cubicBezTo>
                  <a:pt x="7789699" y="2552060"/>
                  <a:pt x="7838333" y="2572836"/>
                  <a:pt x="7891747" y="2603685"/>
                </a:cubicBezTo>
                <a:cubicBezTo>
                  <a:pt x="7945161" y="2634552"/>
                  <a:pt x="7987485" y="2666219"/>
                  <a:pt x="7987485" y="2666219"/>
                </a:cubicBezTo>
                <a:lnTo>
                  <a:pt x="7964857" y="2705416"/>
                </a:lnTo>
                <a:cubicBezTo>
                  <a:pt x="7964857" y="2705416"/>
                  <a:pt x="7916223" y="2684576"/>
                  <a:pt x="7862873" y="2653791"/>
                </a:cubicBezTo>
                <a:cubicBezTo>
                  <a:pt x="7809395" y="2622931"/>
                  <a:pt x="7767072" y="2591257"/>
                  <a:pt x="7767072" y="2591257"/>
                </a:cubicBezTo>
                <a:close/>
                <a:moveTo>
                  <a:pt x="8580840" y="2552050"/>
                </a:moveTo>
                <a:cubicBezTo>
                  <a:pt x="8580840" y="2552050"/>
                  <a:pt x="8629474" y="2572826"/>
                  <a:pt x="8682888" y="2603675"/>
                </a:cubicBezTo>
                <a:cubicBezTo>
                  <a:pt x="8736302" y="2634540"/>
                  <a:pt x="8778626" y="2666208"/>
                  <a:pt x="8778626" y="2666208"/>
                </a:cubicBezTo>
                <a:lnTo>
                  <a:pt x="8755998" y="2705407"/>
                </a:lnTo>
                <a:cubicBezTo>
                  <a:pt x="8755998" y="2705407"/>
                  <a:pt x="8707364" y="2684565"/>
                  <a:pt x="8654014" y="2653780"/>
                </a:cubicBezTo>
                <a:cubicBezTo>
                  <a:pt x="8600536" y="2622922"/>
                  <a:pt x="8558213" y="2591246"/>
                  <a:pt x="8558213" y="2591246"/>
                </a:cubicBezTo>
                <a:close/>
                <a:moveTo>
                  <a:pt x="9371982" y="2552039"/>
                </a:moveTo>
                <a:cubicBezTo>
                  <a:pt x="9371982" y="2552039"/>
                  <a:pt x="9420552" y="2572816"/>
                  <a:pt x="9474030" y="2603665"/>
                </a:cubicBezTo>
                <a:cubicBezTo>
                  <a:pt x="9527381" y="2634528"/>
                  <a:pt x="9569704" y="2666197"/>
                  <a:pt x="9569704" y="2666197"/>
                </a:cubicBezTo>
                <a:lnTo>
                  <a:pt x="9547140" y="2705396"/>
                </a:lnTo>
                <a:cubicBezTo>
                  <a:pt x="9547140" y="2705396"/>
                  <a:pt x="9498507" y="2684555"/>
                  <a:pt x="9445093" y="2653768"/>
                </a:cubicBezTo>
                <a:cubicBezTo>
                  <a:pt x="9391678" y="2622912"/>
                  <a:pt x="9349355" y="2591237"/>
                  <a:pt x="9349355" y="2591237"/>
                </a:cubicBezTo>
                <a:close/>
                <a:moveTo>
                  <a:pt x="10163059" y="2552028"/>
                </a:moveTo>
                <a:cubicBezTo>
                  <a:pt x="10163059" y="2552028"/>
                  <a:pt x="10211693" y="2572806"/>
                  <a:pt x="10265107" y="2603655"/>
                </a:cubicBezTo>
                <a:cubicBezTo>
                  <a:pt x="10318522" y="2634515"/>
                  <a:pt x="10360845" y="2666187"/>
                  <a:pt x="10360845" y="2666187"/>
                </a:cubicBezTo>
                <a:lnTo>
                  <a:pt x="10338218" y="2705386"/>
                </a:lnTo>
                <a:cubicBezTo>
                  <a:pt x="10338218" y="2705386"/>
                  <a:pt x="10289648" y="2684544"/>
                  <a:pt x="10236234" y="2653757"/>
                </a:cubicBezTo>
                <a:cubicBezTo>
                  <a:pt x="10182819" y="2622904"/>
                  <a:pt x="10140496" y="2591227"/>
                  <a:pt x="10140496" y="2591227"/>
                </a:cubicBezTo>
                <a:close/>
                <a:moveTo>
                  <a:pt x="10954201" y="2552018"/>
                </a:moveTo>
                <a:cubicBezTo>
                  <a:pt x="10954201" y="2552018"/>
                  <a:pt x="11002835" y="2572796"/>
                  <a:pt x="11056249" y="2603645"/>
                </a:cubicBezTo>
                <a:cubicBezTo>
                  <a:pt x="11109664" y="2634503"/>
                  <a:pt x="11151987" y="2666176"/>
                  <a:pt x="11151987" y="2666176"/>
                </a:cubicBezTo>
                <a:lnTo>
                  <a:pt x="11129360" y="2705376"/>
                </a:lnTo>
                <a:cubicBezTo>
                  <a:pt x="11129360" y="2705376"/>
                  <a:pt x="11080790" y="2684534"/>
                  <a:pt x="11027376" y="2653747"/>
                </a:cubicBezTo>
                <a:cubicBezTo>
                  <a:pt x="10973961" y="2622894"/>
                  <a:pt x="10931638" y="2591217"/>
                  <a:pt x="10931638" y="2591217"/>
                </a:cubicBezTo>
                <a:close/>
                <a:moveTo>
                  <a:pt x="11745343" y="2552007"/>
                </a:moveTo>
                <a:cubicBezTo>
                  <a:pt x="11745343" y="2552007"/>
                  <a:pt x="11793976" y="2572786"/>
                  <a:pt x="11847390" y="2603635"/>
                </a:cubicBezTo>
                <a:cubicBezTo>
                  <a:pt x="11900804" y="2634490"/>
                  <a:pt x="11943128" y="2666166"/>
                  <a:pt x="11943128" y="2666166"/>
                </a:cubicBezTo>
                <a:lnTo>
                  <a:pt x="11920501" y="2705366"/>
                </a:lnTo>
                <a:cubicBezTo>
                  <a:pt x="11920501" y="2705366"/>
                  <a:pt x="11871867" y="2684523"/>
                  <a:pt x="11818516" y="2653737"/>
                </a:cubicBezTo>
                <a:cubicBezTo>
                  <a:pt x="11765038" y="2622886"/>
                  <a:pt x="11722715" y="2591207"/>
                  <a:pt x="11722715" y="2591207"/>
                </a:cubicBezTo>
                <a:close/>
                <a:moveTo>
                  <a:pt x="141282" y="2400519"/>
                </a:moveTo>
                <a:lnTo>
                  <a:pt x="186536" y="2400519"/>
                </a:lnTo>
                <a:cubicBezTo>
                  <a:pt x="186536" y="2400519"/>
                  <a:pt x="192846" y="2453034"/>
                  <a:pt x="192846" y="2514751"/>
                </a:cubicBezTo>
                <a:cubicBezTo>
                  <a:pt x="192846" y="2576445"/>
                  <a:pt x="186536" y="2628918"/>
                  <a:pt x="186536" y="2628918"/>
                </a:cubicBezTo>
                <a:lnTo>
                  <a:pt x="141282" y="2628918"/>
                </a:lnTo>
                <a:cubicBezTo>
                  <a:pt x="141282" y="2628918"/>
                  <a:pt x="135035" y="2576380"/>
                  <a:pt x="135035" y="2514751"/>
                </a:cubicBezTo>
                <a:cubicBezTo>
                  <a:pt x="135035" y="2453101"/>
                  <a:pt x="141282" y="2400519"/>
                  <a:pt x="141282" y="2400519"/>
                </a:cubicBezTo>
                <a:close/>
                <a:moveTo>
                  <a:pt x="932414" y="2400513"/>
                </a:moveTo>
                <a:lnTo>
                  <a:pt x="977669" y="2400513"/>
                </a:lnTo>
                <a:cubicBezTo>
                  <a:pt x="977669" y="2400513"/>
                  <a:pt x="983979" y="2453027"/>
                  <a:pt x="983979" y="2514744"/>
                </a:cubicBezTo>
                <a:cubicBezTo>
                  <a:pt x="983979" y="2576437"/>
                  <a:pt x="977669" y="2628912"/>
                  <a:pt x="977669" y="2628912"/>
                </a:cubicBezTo>
                <a:lnTo>
                  <a:pt x="932414" y="2628912"/>
                </a:lnTo>
                <a:cubicBezTo>
                  <a:pt x="932414" y="2628912"/>
                  <a:pt x="926104" y="2576374"/>
                  <a:pt x="926104" y="2514744"/>
                </a:cubicBezTo>
                <a:cubicBezTo>
                  <a:pt x="926104" y="2453093"/>
                  <a:pt x="932414" y="2400513"/>
                  <a:pt x="932414" y="2400513"/>
                </a:cubicBezTo>
                <a:close/>
                <a:moveTo>
                  <a:pt x="1723556" y="2400504"/>
                </a:moveTo>
                <a:lnTo>
                  <a:pt x="1768814" y="2400504"/>
                </a:lnTo>
                <a:cubicBezTo>
                  <a:pt x="1768814" y="2400504"/>
                  <a:pt x="1775125" y="2453018"/>
                  <a:pt x="1775125" y="2514733"/>
                </a:cubicBezTo>
                <a:cubicBezTo>
                  <a:pt x="1775125" y="2576426"/>
                  <a:pt x="1768814" y="2628900"/>
                  <a:pt x="1768814" y="2628900"/>
                </a:cubicBezTo>
                <a:lnTo>
                  <a:pt x="1723556" y="2628900"/>
                </a:lnTo>
                <a:cubicBezTo>
                  <a:pt x="1723556" y="2628900"/>
                  <a:pt x="1717247" y="2576364"/>
                  <a:pt x="1717247" y="2514733"/>
                </a:cubicBezTo>
                <a:cubicBezTo>
                  <a:pt x="1717247" y="2453083"/>
                  <a:pt x="1723556" y="2400504"/>
                  <a:pt x="1723556" y="2400504"/>
                </a:cubicBezTo>
                <a:close/>
                <a:moveTo>
                  <a:pt x="2514689" y="2400493"/>
                </a:moveTo>
                <a:lnTo>
                  <a:pt x="2559944" y="2400493"/>
                </a:lnTo>
                <a:cubicBezTo>
                  <a:pt x="2559944" y="2400493"/>
                  <a:pt x="2566255" y="2453009"/>
                  <a:pt x="2566255" y="2514722"/>
                </a:cubicBezTo>
                <a:cubicBezTo>
                  <a:pt x="2566255" y="2576416"/>
                  <a:pt x="2559944" y="2628888"/>
                  <a:pt x="2559944" y="2628888"/>
                </a:cubicBezTo>
                <a:lnTo>
                  <a:pt x="2514689" y="2628888"/>
                </a:lnTo>
                <a:cubicBezTo>
                  <a:pt x="2514689" y="2628888"/>
                  <a:pt x="2508444" y="2576353"/>
                  <a:pt x="2508444" y="2514722"/>
                </a:cubicBezTo>
                <a:cubicBezTo>
                  <a:pt x="2508444" y="2453073"/>
                  <a:pt x="2514689" y="2400493"/>
                  <a:pt x="2514689" y="2400493"/>
                </a:cubicBezTo>
                <a:close/>
                <a:moveTo>
                  <a:pt x="3305820" y="2400481"/>
                </a:moveTo>
                <a:lnTo>
                  <a:pt x="3351078" y="2400481"/>
                </a:lnTo>
                <a:cubicBezTo>
                  <a:pt x="3351078" y="2400481"/>
                  <a:pt x="3357385" y="2452999"/>
                  <a:pt x="3357385" y="2514711"/>
                </a:cubicBezTo>
                <a:cubicBezTo>
                  <a:pt x="3357385" y="2576405"/>
                  <a:pt x="3351078" y="2628876"/>
                  <a:pt x="3351078" y="2628876"/>
                </a:cubicBezTo>
                <a:lnTo>
                  <a:pt x="3305820" y="2628876"/>
                </a:lnTo>
                <a:cubicBezTo>
                  <a:pt x="3305820" y="2628876"/>
                  <a:pt x="3299575" y="2576342"/>
                  <a:pt x="3299575" y="2514711"/>
                </a:cubicBezTo>
                <a:cubicBezTo>
                  <a:pt x="3299575" y="2453064"/>
                  <a:pt x="3305820" y="2400481"/>
                  <a:pt x="3305820" y="2400481"/>
                </a:cubicBezTo>
                <a:close/>
                <a:moveTo>
                  <a:pt x="4096880" y="2400471"/>
                </a:moveTo>
                <a:lnTo>
                  <a:pt x="4142136" y="2400471"/>
                </a:lnTo>
                <a:cubicBezTo>
                  <a:pt x="4142136" y="2400471"/>
                  <a:pt x="4148446" y="2452989"/>
                  <a:pt x="4148446" y="2514700"/>
                </a:cubicBezTo>
                <a:cubicBezTo>
                  <a:pt x="4148446" y="2576395"/>
                  <a:pt x="4142136" y="2628864"/>
                  <a:pt x="4142136" y="2628864"/>
                </a:cubicBezTo>
                <a:lnTo>
                  <a:pt x="4096880" y="2628864"/>
                </a:lnTo>
                <a:cubicBezTo>
                  <a:pt x="4096880" y="2628864"/>
                  <a:pt x="4090633" y="2576332"/>
                  <a:pt x="4090633" y="2514700"/>
                </a:cubicBezTo>
                <a:cubicBezTo>
                  <a:pt x="4090633" y="2453054"/>
                  <a:pt x="4096880" y="2400471"/>
                  <a:pt x="4096880" y="2400471"/>
                </a:cubicBezTo>
                <a:close/>
                <a:moveTo>
                  <a:pt x="4887944" y="2400460"/>
                </a:moveTo>
                <a:lnTo>
                  <a:pt x="4933198" y="2400460"/>
                </a:lnTo>
                <a:cubicBezTo>
                  <a:pt x="4933198" y="2400460"/>
                  <a:pt x="4939507" y="2452979"/>
                  <a:pt x="4939507" y="2514689"/>
                </a:cubicBezTo>
                <a:cubicBezTo>
                  <a:pt x="4939507" y="2576387"/>
                  <a:pt x="4933198" y="2628852"/>
                  <a:pt x="4933198" y="2628852"/>
                </a:cubicBezTo>
                <a:lnTo>
                  <a:pt x="4887944" y="2628852"/>
                </a:lnTo>
                <a:cubicBezTo>
                  <a:pt x="4887944" y="2628852"/>
                  <a:pt x="4881696" y="2576322"/>
                  <a:pt x="4881696" y="2514689"/>
                </a:cubicBezTo>
                <a:cubicBezTo>
                  <a:pt x="4881696" y="2453045"/>
                  <a:pt x="4887944" y="2400460"/>
                  <a:pt x="4887944" y="2400460"/>
                </a:cubicBezTo>
                <a:close/>
                <a:moveTo>
                  <a:pt x="5679084" y="2400451"/>
                </a:moveTo>
                <a:lnTo>
                  <a:pt x="5724338" y="2400451"/>
                </a:lnTo>
                <a:cubicBezTo>
                  <a:pt x="5724338" y="2400451"/>
                  <a:pt x="5730645" y="2452969"/>
                  <a:pt x="5730645" y="2514678"/>
                </a:cubicBezTo>
                <a:cubicBezTo>
                  <a:pt x="5730645" y="2576374"/>
                  <a:pt x="5724338" y="2628846"/>
                  <a:pt x="5724338" y="2628846"/>
                </a:cubicBezTo>
                <a:lnTo>
                  <a:pt x="5679084" y="2628846"/>
                </a:lnTo>
                <a:cubicBezTo>
                  <a:pt x="5679084" y="2628846"/>
                  <a:pt x="5672769" y="2576312"/>
                  <a:pt x="5672769" y="2514678"/>
                </a:cubicBezTo>
                <a:cubicBezTo>
                  <a:pt x="5672769" y="2453034"/>
                  <a:pt x="5679084" y="2400451"/>
                  <a:pt x="5679084" y="2400451"/>
                </a:cubicBezTo>
                <a:close/>
                <a:moveTo>
                  <a:pt x="6470217" y="2400441"/>
                </a:moveTo>
                <a:lnTo>
                  <a:pt x="6515408" y="2400441"/>
                </a:lnTo>
                <a:cubicBezTo>
                  <a:pt x="6515408" y="2400441"/>
                  <a:pt x="6521719" y="2452959"/>
                  <a:pt x="6521719" y="2514667"/>
                </a:cubicBezTo>
                <a:cubicBezTo>
                  <a:pt x="6521719" y="2576364"/>
                  <a:pt x="6515408" y="2628833"/>
                  <a:pt x="6515408" y="2628833"/>
                </a:cubicBezTo>
                <a:lnTo>
                  <a:pt x="6470217" y="2628833"/>
                </a:lnTo>
                <a:cubicBezTo>
                  <a:pt x="6470217" y="2628833"/>
                  <a:pt x="6463906" y="2576301"/>
                  <a:pt x="6463906" y="2514667"/>
                </a:cubicBezTo>
                <a:cubicBezTo>
                  <a:pt x="6463906" y="2453024"/>
                  <a:pt x="6470217" y="2400441"/>
                  <a:pt x="6470217" y="2400441"/>
                </a:cubicBezTo>
                <a:close/>
                <a:moveTo>
                  <a:pt x="7261293" y="2400432"/>
                </a:moveTo>
                <a:lnTo>
                  <a:pt x="7306549" y="2400432"/>
                </a:lnTo>
                <a:cubicBezTo>
                  <a:pt x="7306549" y="2400432"/>
                  <a:pt x="7312860" y="2452950"/>
                  <a:pt x="7312860" y="2514656"/>
                </a:cubicBezTo>
                <a:cubicBezTo>
                  <a:pt x="7312860" y="2576353"/>
                  <a:pt x="7306549" y="2628821"/>
                  <a:pt x="7306549" y="2628821"/>
                </a:cubicBezTo>
                <a:lnTo>
                  <a:pt x="7261293" y="2628821"/>
                </a:lnTo>
                <a:cubicBezTo>
                  <a:pt x="7261293" y="2628821"/>
                  <a:pt x="7255047" y="2576291"/>
                  <a:pt x="7255047" y="2514656"/>
                </a:cubicBezTo>
                <a:cubicBezTo>
                  <a:pt x="7255047" y="2453014"/>
                  <a:pt x="7261293" y="2400432"/>
                  <a:pt x="7261293" y="2400432"/>
                </a:cubicBezTo>
                <a:close/>
                <a:moveTo>
                  <a:pt x="8052435" y="2400421"/>
                </a:moveTo>
                <a:lnTo>
                  <a:pt x="8097691" y="2400421"/>
                </a:lnTo>
                <a:cubicBezTo>
                  <a:pt x="8097691" y="2400421"/>
                  <a:pt x="8103938" y="2452940"/>
                  <a:pt x="8103938" y="2514645"/>
                </a:cubicBezTo>
                <a:cubicBezTo>
                  <a:pt x="8103938" y="2576343"/>
                  <a:pt x="8097691" y="2628809"/>
                  <a:pt x="8097691" y="2628809"/>
                </a:cubicBezTo>
                <a:lnTo>
                  <a:pt x="8052435" y="2628809"/>
                </a:lnTo>
                <a:cubicBezTo>
                  <a:pt x="8052435" y="2628809"/>
                  <a:pt x="8046189" y="2576280"/>
                  <a:pt x="8046189" y="2514645"/>
                </a:cubicBezTo>
                <a:cubicBezTo>
                  <a:pt x="8046189" y="2453005"/>
                  <a:pt x="8052435" y="2400421"/>
                  <a:pt x="8052435" y="2400421"/>
                </a:cubicBezTo>
                <a:close/>
                <a:moveTo>
                  <a:pt x="8843577" y="2400412"/>
                </a:moveTo>
                <a:lnTo>
                  <a:pt x="8888832" y="2400412"/>
                </a:lnTo>
                <a:cubicBezTo>
                  <a:pt x="8888832" y="2400412"/>
                  <a:pt x="8895079" y="2452930"/>
                  <a:pt x="8895079" y="2514634"/>
                </a:cubicBezTo>
                <a:cubicBezTo>
                  <a:pt x="8895079" y="2576333"/>
                  <a:pt x="8888832" y="2628797"/>
                  <a:pt x="8888832" y="2628797"/>
                </a:cubicBezTo>
                <a:lnTo>
                  <a:pt x="8843577" y="2628797"/>
                </a:lnTo>
                <a:cubicBezTo>
                  <a:pt x="8843577" y="2628797"/>
                  <a:pt x="8837330" y="2576270"/>
                  <a:pt x="8837330" y="2514634"/>
                </a:cubicBezTo>
                <a:cubicBezTo>
                  <a:pt x="8837330" y="2452995"/>
                  <a:pt x="8843577" y="2400412"/>
                  <a:pt x="8843577" y="2400412"/>
                </a:cubicBezTo>
                <a:close/>
                <a:moveTo>
                  <a:pt x="9634719" y="2400401"/>
                </a:moveTo>
                <a:lnTo>
                  <a:pt x="9679910" y="2400401"/>
                </a:lnTo>
                <a:cubicBezTo>
                  <a:pt x="9679910" y="2400401"/>
                  <a:pt x="9686221" y="2452920"/>
                  <a:pt x="9686221" y="2514623"/>
                </a:cubicBezTo>
                <a:cubicBezTo>
                  <a:pt x="9686221" y="2576323"/>
                  <a:pt x="9679910" y="2628785"/>
                  <a:pt x="9679910" y="2628785"/>
                </a:cubicBezTo>
                <a:lnTo>
                  <a:pt x="9634719" y="2628785"/>
                </a:lnTo>
                <a:cubicBezTo>
                  <a:pt x="9634719" y="2628785"/>
                  <a:pt x="9628408" y="2576259"/>
                  <a:pt x="9628408" y="2514623"/>
                </a:cubicBezTo>
                <a:cubicBezTo>
                  <a:pt x="9628408" y="2452985"/>
                  <a:pt x="9634719" y="2400401"/>
                  <a:pt x="9634719" y="2400401"/>
                </a:cubicBezTo>
                <a:close/>
                <a:moveTo>
                  <a:pt x="10425796" y="2400391"/>
                </a:moveTo>
                <a:lnTo>
                  <a:pt x="10471052" y="2400391"/>
                </a:lnTo>
                <a:cubicBezTo>
                  <a:pt x="10471052" y="2400391"/>
                  <a:pt x="10477362" y="2452910"/>
                  <a:pt x="10477362" y="2514612"/>
                </a:cubicBezTo>
                <a:cubicBezTo>
                  <a:pt x="10477362" y="2576313"/>
                  <a:pt x="10471052" y="2628773"/>
                  <a:pt x="10471052" y="2628773"/>
                </a:cubicBezTo>
                <a:lnTo>
                  <a:pt x="10425796" y="2628773"/>
                </a:lnTo>
                <a:cubicBezTo>
                  <a:pt x="10425796" y="2628773"/>
                  <a:pt x="10419550" y="2576249"/>
                  <a:pt x="10419550" y="2514612"/>
                </a:cubicBezTo>
                <a:cubicBezTo>
                  <a:pt x="10419550" y="2452973"/>
                  <a:pt x="10425796" y="2400391"/>
                  <a:pt x="10425796" y="2400391"/>
                </a:cubicBezTo>
                <a:close/>
                <a:moveTo>
                  <a:pt x="11216938" y="2400380"/>
                </a:moveTo>
                <a:lnTo>
                  <a:pt x="11262194" y="2400380"/>
                </a:lnTo>
                <a:cubicBezTo>
                  <a:pt x="11262194" y="2400380"/>
                  <a:pt x="11268504" y="2452900"/>
                  <a:pt x="11268504" y="2514601"/>
                </a:cubicBezTo>
                <a:cubicBezTo>
                  <a:pt x="11268504" y="2576302"/>
                  <a:pt x="11262194" y="2628760"/>
                  <a:pt x="11262194" y="2628760"/>
                </a:cubicBezTo>
                <a:lnTo>
                  <a:pt x="11216938" y="2628760"/>
                </a:lnTo>
                <a:cubicBezTo>
                  <a:pt x="11216938" y="2628760"/>
                  <a:pt x="11210692" y="2576239"/>
                  <a:pt x="11210692" y="2514601"/>
                </a:cubicBezTo>
                <a:cubicBezTo>
                  <a:pt x="11210692" y="2452964"/>
                  <a:pt x="11216938" y="2400380"/>
                  <a:pt x="11216938" y="2400380"/>
                </a:cubicBezTo>
                <a:close/>
                <a:moveTo>
                  <a:pt x="12008079" y="2400368"/>
                </a:moveTo>
                <a:lnTo>
                  <a:pt x="12053335" y="2400368"/>
                </a:lnTo>
                <a:cubicBezTo>
                  <a:pt x="12053335" y="2400368"/>
                  <a:pt x="12059581" y="2452891"/>
                  <a:pt x="12059581" y="2514590"/>
                </a:cubicBezTo>
                <a:cubicBezTo>
                  <a:pt x="12059581" y="2576292"/>
                  <a:pt x="12053335" y="2628749"/>
                  <a:pt x="12053335" y="2628749"/>
                </a:cubicBezTo>
                <a:lnTo>
                  <a:pt x="12008079" y="2628749"/>
                </a:lnTo>
                <a:cubicBezTo>
                  <a:pt x="12008079" y="2628749"/>
                  <a:pt x="12001833" y="2576228"/>
                  <a:pt x="12001833" y="2514590"/>
                </a:cubicBezTo>
                <a:cubicBezTo>
                  <a:pt x="12001833" y="2452954"/>
                  <a:pt x="12008079" y="2400368"/>
                  <a:pt x="12008079" y="2400368"/>
                </a:cubicBezTo>
                <a:close/>
                <a:moveTo>
                  <a:pt x="274229" y="2323849"/>
                </a:moveTo>
                <a:lnTo>
                  <a:pt x="282613" y="2327561"/>
                </a:lnTo>
                <a:cubicBezTo>
                  <a:pt x="298794" y="2334893"/>
                  <a:pt x="336166" y="2352362"/>
                  <a:pt x="376224" y="2375463"/>
                </a:cubicBezTo>
                <a:cubicBezTo>
                  <a:pt x="429637" y="2406321"/>
                  <a:pt x="471959" y="2438014"/>
                  <a:pt x="471959" y="2438014"/>
                </a:cubicBezTo>
                <a:lnTo>
                  <a:pt x="449332" y="2477205"/>
                </a:lnTo>
                <a:cubicBezTo>
                  <a:pt x="449332" y="2477205"/>
                  <a:pt x="400701" y="2456347"/>
                  <a:pt x="347352" y="2425578"/>
                </a:cubicBezTo>
                <a:cubicBezTo>
                  <a:pt x="293937" y="2394736"/>
                  <a:pt x="251614" y="2363053"/>
                  <a:pt x="251614" y="2363053"/>
                </a:cubicBezTo>
                <a:close/>
                <a:moveTo>
                  <a:pt x="1065369" y="2323836"/>
                </a:moveTo>
                <a:lnTo>
                  <a:pt x="1073750" y="2327552"/>
                </a:lnTo>
                <a:cubicBezTo>
                  <a:pt x="1089933" y="2334883"/>
                  <a:pt x="1127304" y="2352357"/>
                  <a:pt x="1167366" y="2375452"/>
                </a:cubicBezTo>
                <a:cubicBezTo>
                  <a:pt x="1220781" y="2406312"/>
                  <a:pt x="1263103" y="2438010"/>
                  <a:pt x="1263103" y="2438010"/>
                </a:cubicBezTo>
                <a:lnTo>
                  <a:pt x="1240476" y="2477195"/>
                </a:lnTo>
                <a:cubicBezTo>
                  <a:pt x="1240476" y="2477195"/>
                  <a:pt x="1191840" y="2456337"/>
                  <a:pt x="1138491" y="2425567"/>
                </a:cubicBezTo>
                <a:cubicBezTo>
                  <a:pt x="1085076" y="2394724"/>
                  <a:pt x="1042746" y="2363041"/>
                  <a:pt x="1042746" y="2363041"/>
                </a:cubicBezTo>
                <a:close/>
                <a:moveTo>
                  <a:pt x="1856440" y="2323834"/>
                </a:moveTo>
                <a:lnTo>
                  <a:pt x="1864826" y="2327542"/>
                </a:lnTo>
                <a:cubicBezTo>
                  <a:pt x="1881007" y="2334872"/>
                  <a:pt x="1918378" y="2352345"/>
                  <a:pt x="1958439" y="2375445"/>
                </a:cubicBezTo>
                <a:cubicBezTo>
                  <a:pt x="2011851" y="2406300"/>
                  <a:pt x="2054174" y="2437998"/>
                  <a:pt x="2054174" y="2437998"/>
                </a:cubicBezTo>
                <a:lnTo>
                  <a:pt x="2031546" y="2477187"/>
                </a:lnTo>
                <a:cubicBezTo>
                  <a:pt x="2031546" y="2477187"/>
                  <a:pt x="1982915" y="2456329"/>
                  <a:pt x="1929564" y="2425556"/>
                </a:cubicBezTo>
                <a:cubicBezTo>
                  <a:pt x="1876149" y="2394717"/>
                  <a:pt x="1833827" y="2363030"/>
                  <a:pt x="1833827" y="2363030"/>
                </a:cubicBezTo>
                <a:close/>
                <a:moveTo>
                  <a:pt x="53706" y="2323834"/>
                </a:moveTo>
                <a:lnTo>
                  <a:pt x="76333" y="2363053"/>
                </a:lnTo>
                <a:cubicBezTo>
                  <a:pt x="76333" y="2363053"/>
                  <a:pt x="65753" y="2370975"/>
                  <a:pt x="48496" y="2382752"/>
                </a:cubicBezTo>
                <a:lnTo>
                  <a:pt x="0" y="2413343"/>
                </a:lnTo>
                <a:lnTo>
                  <a:pt x="0" y="2350050"/>
                </a:lnTo>
                <a:lnTo>
                  <a:pt x="22745" y="2338074"/>
                </a:lnTo>
                <a:cubicBezTo>
                  <a:pt x="41564" y="2329024"/>
                  <a:pt x="53706" y="2323834"/>
                  <a:pt x="53706" y="2323834"/>
                </a:cubicBezTo>
                <a:close/>
                <a:moveTo>
                  <a:pt x="274178" y="2323824"/>
                </a:moveTo>
                <a:lnTo>
                  <a:pt x="274242" y="2323824"/>
                </a:lnTo>
                <a:lnTo>
                  <a:pt x="274229" y="2323849"/>
                </a:lnTo>
                <a:close/>
                <a:moveTo>
                  <a:pt x="2647573" y="2323819"/>
                </a:moveTo>
                <a:lnTo>
                  <a:pt x="2655955" y="2327541"/>
                </a:lnTo>
                <a:cubicBezTo>
                  <a:pt x="2672137" y="2334861"/>
                  <a:pt x="2709510" y="2352336"/>
                  <a:pt x="2749571" y="2375433"/>
                </a:cubicBezTo>
                <a:cubicBezTo>
                  <a:pt x="2802981" y="2406291"/>
                  <a:pt x="2845305" y="2437986"/>
                  <a:pt x="2845305" y="2437986"/>
                </a:cubicBezTo>
                <a:lnTo>
                  <a:pt x="2822677" y="2477176"/>
                </a:lnTo>
                <a:cubicBezTo>
                  <a:pt x="2822677" y="2477176"/>
                  <a:pt x="2774046" y="2456319"/>
                  <a:pt x="2720696" y="2425545"/>
                </a:cubicBezTo>
                <a:cubicBezTo>
                  <a:pt x="2667283" y="2394704"/>
                  <a:pt x="2624959" y="2363018"/>
                  <a:pt x="2624959" y="2363018"/>
                </a:cubicBezTo>
                <a:close/>
                <a:moveTo>
                  <a:pt x="844835" y="2323819"/>
                </a:moveTo>
                <a:lnTo>
                  <a:pt x="867464" y="2363044"/>
                </a:lnTo>
                <a:cubicBezTo>
                  <a:pt x="867464" y="2363044"/>
                  <a:pt x="825140" y="2394733"/>
                  <a:pt x="771727" y="2425574"/>
                </a:cubicBezTo>
                <a:cubicBezTo>
                  <a:pt x="718314" y="2456406"/>
                  <a:pt x="669681" y="2477202"/>
                  <a:pt x="669681" y="2477202"/>
                </a:cubicBezTo>
                <a:lnTo>
                  <a:pt x="647052" y="2438010"/>
                </a:lnTo>
                <a:lnTo>
                  <a:pt x="647116" y="2438010"/>
                </a:lnTo>
                <a:cubicBezTo>
                  <a:pt x="647116" y="2438010"/>
                  <a:pt x="689440" y="2406317"/>
                  <a:pt x="742854" y="2375458"/>
                </a:cubicBezTo>
                <a:cubicBezTo>
                  <a:pt x="796266" y="2344586"/>
                  <a:pt x="844835" y="2323819"/>
                  <a:pt x="844835" y="2323819"/>
                </a:cubicBezTo>
                <a:close/>
                <a:moveTo>
                  <a:pt x="3438701" y="2323815"/>
                </a:moveTo>
                <a:lnTo>
                  <a:pt x="3447084" y="2327524"/>
                </a:lnTo>
                <a:cubicBezTo>
                  <a:pt x="3463267" y="2334849"/>
                  <a:pt x="3500641" y="2352330"/>
                  <a:pt x="3540702" y="2375424"/>
                </a:cubicBezTo>
                <a:cubicBezTo>
                  <a:pt x="3594111" y="2406281"/>
                  <a:pt x="3636436" y="2437975"/>
                  <a:pt x="3636436" y="2437975"/>
                </a:cubicBezTo>
                <a:lnTo>
                  <a:pt x="3613807" y="2477164"/>
                </a:lnTo>
                <a:cubicBezTo>
                  <a:pt x="3613807" y="2477164"/>
                  <a:pt x="3565177" y="2456309"/>
                  <a:pt x="3511829" y="2425534"/>
                </a:cubicBezTo>
                <a:cubicBezTo>
                  <a:pt x="3458412" y="2394693"/>
                  <a:pt x="3416090" y="2363007"/>
                  <a:pt x="3416090" y="2363007"/>
                </a:cubicBezTo>
                <a:close/>
                <a:moveTo>
                  <a:pt x="1635915" y="2323815"/>
                </a:moveTo>
                <a:lnTo>
                  <a:pt x="1658544" y="2363032"/>
                </a:lnTo>
                <a:cubicBezTo>
                  <a:pt x="1658544" y="2363032"/>
                  <a:pt x="1616219" y="2394722"/>
                  <a:pt x="1562806" y="2425564"/>
                </a:cubicBezTo>
                <a:cubicBezTo>
                  <a:pt x="1509393" y="2456396"/>
                  <a:pt x="1460759" y="2477191"/>
                  <a:pt x="1460759" y="2477191"/>
                </a:cubicBezTo>
                <a:lnTo>
                  <a:pt x="1438131" y="2437998"/>
                </a:lnTo>
                <a:lnTo>
                  <a:pt x="1438196" y="2437998"/>
                </a:lnTo>
                <a:cubicBezTo>
                  <a:pt x="1438196" y="2437998"/>
                  <a:pt x="1480518" y="2406306"/>
                  <a:pt x="1533932" y="2375450"/>
                </a:cubicBezTo>
                <a:cubicBezTo>
                  <a:pt x="1587347" y="2344578"/>
                  <a:pt x="1635915" y="2323815"/>
                  <a:pt x="1635915" y="2323815"/>
                </a:cubicBezTo>
                <a:close/>
                <a:moveTo>
                  <a:pt x="1065317" y="2323815"/>
                </a:moveTo>
                <a:lnTo>
                  <a:pt x="1065382" y="2323815"/>
                </a:lnTo>
                <a:lnTo>
                  <a:pt x="1065369" y="2323836"/>
                </a:lnTo>
                <a:close/>
                <a:moveTo>
                  <a:pt x="1856390" y="2323803"/>
                </a:moveTo>
                <a:lnTo>
                  <a:pt x="1856455" y="2323803"/>
                </a:lnTo>
                <a:lnTo>
                  <a:pt x="1856440" y="2323834"/>
                </a:lnTo>
                <a:close/>
                <a:moveTo>
                  <a:pt x="5020837" y="2323799"/>
                </a:moveTo>
                <a:lnTo>
                  <a:pt x="5029217" y="2327510"/>
                </a:lnTo>
                <a:cubicBezTo>
                  <a:pt x="5045401" y="2334828"/>
                  <a:pt x="5082770" y="2352311"/>
                  <a:pt x="5122827" y="2375406"/>
                </a:cubicBezTo>
                <a:cubicBezTo>
                  <a:pt x="5176242" y="2406259"/>
                  <a:pt x="5218566" y="2437949"/>
                  <a:pt x="5218566" y="2437949"/>
                </a:cubicBezTo>
                <a:lnTo>
                  <a:pt x="5195941" y="2477142"/>
                </a:lnTo>
                <a:cubicBezTo>
                  <a:pt x="5195941" y="2477142"/>
                  <a:pt x="5147307" y="2456291"/>
                  <a:pt x="5093953" y="2425516"/>
                </a:cubicBezTo>
                <a:cubicBezTo>
                  <a:pt x="5040542" y="2394668"/>
                  <a:pt x="4998215" y="2362985"/>
                  <a:pt x="4998215" y="2362985"/>
                </a:cubicBezTo>
                <a:close/>
                <a:moveTo>
                  <a:pt x="4229752" y="2323799"/>
                </a:moveTo>
                <a:lnTo>
                  <a:pt x="4238133" y="2327516"/>
                </a:lnTo>
                <a:cubicBezTo>
                  <a:pt x="4254316" y="2334839"/>
                  <a:pt x="4291687" y="2352318"/>
                  <a:pt x="4331748" y="2375410"/>
                </a:cubicBezTo>
                <a:cubicBezTo>
                  <a:pt x="4385164" y="2406270"/>
                  <a:pt x="4427491" y="2437962"/>
                  <a:pt x="4427491" y="2437962"/>
                </a:cubicBezTo>
                <a:lnTo>
                  <a:pt x="4404860" y="2477153"/>
                </a:lnTo>
                <a:cubicBezTo>
                  <a:pt x="4404860" y="2477153"/>
                  <a:pt x="4356228" y="2456299"/>
                  <a:pt x="4302877" y="2425523"/>
                </a:cubicBezTo>
                <a:cubicBezTo>
                  <a:pt x="4249460" y="2394681"/>
                  <a:pt x="4207137" y="2362996"/>
                  <a:pt x="4207137" y="2362996"/>
                </a:cubicBezTo>
                <a:close/>
                <a:moveTo>
                  <a:pt x="3218179" y="2323799"/>
                </a:moveTo>
                <a:lnTo>
                  <a:pt x="3240807" y="2363011"/>
                </a:lnTo>
                <a:cubicBezTo>
                  <a:pt x="3240807" y="2363011"/>
                  <a:pt x="3198481" y="2394699"/>
                  <a:pt x="3145079" y="2425542"/>
                </a:cubicBezTo>
                <a:cubicBezTo>
                  <a:pt x="3091661" y="2456376"/>
                  <a:pt x="3043026" y="2477168"/>
                  <a:pt x="3043026" y="2477168"/>
                </a:cubicBezTo>
                <a:lnTo>
                  <a:pt x="3020398" y="2437980"/>
                </a:lnTo>
                <a:lnTo>
                  <a:pt x="3020464" y="2437980"/>
                </a:lnTo>
                <a:cubicBezTo>
                  <a:pt x="3020464" y="2437980"/>
                  <a:pt x="3062787" y="2406285"/>
                  <a:pt x="3116202" y="2375429"/>
                </a:cubicBezTo>
                <a:cubicBezTo>
                  <a:pt x="3169618" y="2344561"/>
                  <a:pt x="3218179" y="2323799"/>
                  <a:pt x="3218179" y="2323799"/>
                </a:cubicBezTo>
                <a:close/>
                <a:moveTo>
                  <a:pt x="2647521" y="2323799"/>
                </a:moveTo>
                <a:lnTo>
                  <a:pt x="2647585" y="2323799"/>
                </a:lnTo>
                <a:lnTo>
                  <a:pt x="2647573" y="2323819"/>
                </a:lnTo>
                <a:close/>
                <a:moveTo>
                  <a:pt x="2427043" y="2323799"/>
                </a:moveTo>
                <a:lnTo>
                  <a:pt x="2449673" y="2363022"/>
                </a:lnTo>
                <a:cubicBezTo>
                  <a:pt x="2449673" y="2363022"/>
                  <a:pt x="2407348" y="2394709"/>
                  <a:pt x="2353932" y="2425552"/>
                </a:cubicBezTo>
                <a:cubicBezTo>
                  <a:pt x="2300519" y="2456388"/>
                  <a:pt x="2251888" y="2477179"/>
                  <a:pt x="2251888" y="2477179"/>
                </a:cubicBezTo>
                <a:lnTo>
                  <a:pt x="2229258" y="2437986"/>
                </a:lnTo>
                <a:lnTo>
                  <a:pt x="2229324" y="2437986"/>
                </a:lnTo>
                <a:cubicBezTo>
                  <a:pt x="2229324" y="2437986"/>
                  <a:pt x="2271643" y="2406296"/>
                  <a:pt x="2325057" y="2375440"/>
                </a:cubicBezTo>
                <a:cubicBezTo>
                  <a:pt x="2378472" y="2344569"/>
                  <a:pt x="2427043" y="2323799"/>
                  <a:pt x="2427043" y="2323799"/>
                </a:cubicBezTo>
                <a:close/>
                <a:moveTo>
                  <a:pt x="3438650" y="2323787"/>
                </a:moveTo>
                <a:lnTo>
                  <a:pt x="3438713" y="2323787"/>
                </a:lnTo>
                <a:lnTo>
                  <a:pt x="3438701" y="2323815"/>
                </a:lnTo>
                <a:close/>
                <a:moveTo>
                  <a:pt x="5811965" y="2323783"/>
                </a:moveTo>
                <a:lnTo>
                  <a:pt x="5820348" y="2327495"/>
                </a:lnTo>
                <a:cubicBezTo>
                  <a:pt x="5836528" y="2334817"/>
                  <a:pt x="5873901" y="2352301"/>
                  <a:pt x="5913960" y="2375393"/>
                </a:cubicBezTo>
                <a:cubicBezTo>
                  <a:pt x="5967374" y="2406248"/>
                  <a:pt x="6009695" y="2437938"/>
                  <a:pt x="6009695" y="2437938"/>
                </a:cubicBezTo>
                <a:lnTo>
                  <a:pt x="5987067" y="2477131"/>
                </a:lnTo>
                <a:cubicBezTo>
                  <a:pt x="5987067" y="2477131"/>
                  <a:pt x="5938437" y="2456278"/>
                  <a:pt x="5885086" y="2425501"/>
                </a:cubicBezTo>
                <a:cubicBezTo>
                  <a:pt x="5831672" y="2394655"/>
                  <a:pt x="5789350" y="2362973"/>
                  <a:pt x="5789350" y="2362973"/>
                </a:cubicBezTo>
                <a:close/>
                <a:moveTo>
                  <a:pt x="4229702" y="2323783"/>
                </a:moveTo>
                <a:lnTo>
                  <a:pt x="4229764" y="2323783"/>
                </a:lnTo>
                <a:lnTo>
                  <a:pt x="4229752" y="2323799"/>
                </a:lnTo>
                <a:close/>
                <a:moveTo>
                  <a:pt x="4009303" y="2323783"/>
                </a:moveTo>
                <a:lnTo>
                  <a:pt x="4031930" y="2363000"/>
                </a:lnTo>
                <a:cubicBezTo>
                  <a:pt x="4031930" y="2363000"/>
                  <a:pt x="3989607" y="2394686"/>
                  <a:pt x="3936200" y="2425531"/>
                </a:cubicBezTo>
                <a:cubicBezTo>
                  <a:pt x="3882785" y="2456367"/>
                  <a:pt x="3834153" y="2477159"/>
                  <a:pt x="3834153" y="2477159"/>
                </a:cubicBezTo>
                <a:lnTo>
                  <a:pt x="3811524" y="2437968"/>
                </a:lnTo>
                <a:lnTo>
                  <a:pt x="3811587" y="2437968"/>
                </a:lnTo>
                <a:cubicBezTo>
                  <a:pt x="3811587" y="2437968"/>
                  <a:pt x="3853909" y="2406274"/>
                  <a:pt x="3907323" y="2375420"/>
                </a:cubicBezTo>
                <a:cubicBezTo>
                  <a:pt x="3960740" y="2344551"/>
                  <a:pt x="4009303" y="2323783"/>
                  <a:pt x="4009303" y="2323783"/>
                </a:cubicBezTo>
                <a:close/>
                <a:moveTo>
                  <a:pt x="5020783" y="2323770"/>
                </a:moveTo>
                <a:lnTo>
                  <a:pt x="5020848" y="2323770"/>
                </a:lnTo>
                <a:lnTo>
                  <a:pt x="5020837" y="2323799"/>
                </a:lnTo>
                <a:close/>
                <a:moveTo>
                  <a:pt x="4800426" y="2323770"/>
                </a:moveTo>
                <a:lnTo>
                  <a:pt x="4823054" y="2362988"/>
                </a:lnTo>
                <a:cubicBezTo>
                  <a:pt x="4823054" y="2362988"/>
                  <a:pt x="4780733" y="2394674"/>
                  <a:pt x="4727319" y="2425519"/>
                </a:cubicBezTo>
                <a:cubicBezTo>
                  <a:pt x="4673903" y="2456357"/>
                  <a:pt x="4625271" y="2477146"/>
                  <a:pt x="4625271" y="2477146"/>
                </a:cubicBezTo>
                <a:lnTo>
                  <a:pt x="4602649" y="2437957"/>
                </a:lnTo>
                <a:cubicBezTo>
                  <a:pt x="4602649" y="2437957"/>
                  <a:pt x="4644967" y="2406264"/>
                  <a:pt x="4698380" y="2375408"/>
                </a:cubicBezTo>
                <a:cubicBezTo>
                  <a:pt x="4751795" y="2344551"/>
                  <a:pt x="4800426" y="2323770"/>
                  <a:pt x="4800426" y="2323770"/>
                </a:cubicBezTo>
                <a:close/>
                <a:moveTo>
                  <a:pt x="5591504" y="2323763"/>
                </a:moveTo>
                <a:lnTo>
                  <a:pt x="5614132" y="2362978"/>
                </a:lnTo>
                <a:cubicBezTo>
                  <a:pt x="5614132" y="2362978"/>
                  <a:pt x="5571809" y="2394663"/>
                  <a:pt x="5518397" y="2425508"/>
                </a:cubicBezTo>
                <a:cubicBezTo>
                  <a:pt x="5464984" y="2456347"/>
                  <a:pt x="5416352" y="2477135"/>
                  <a:pt x="5416352" y="2477135"/>
                </a:cubicBezTo>
                <a:lnTo>
                  <a:pt x="5393724" y="2437938"/>
                </a:lnTo>
                <a:cubicBezTo>
                  <a:pt x="5393724" y="2437938"/>
                  <a:pt x="5436047" y="2406254"/>
                  <a:pt x="5489459" y="2375399"/>
                </a:cubicBezTo>
                <a:cubicBezTo>
                  <a:pt x="5542870" y="2344533"/>
                  <a:pt x="5591504" y="2323763"/>
                  <a:pt x="5591504" y="2323763"/>
                </a:cubicBezTo>
                <a:close/>
                <a:moveTo>
                  <a:pt x="5811914" y="2323762"/>
                </a:moveTo>
                <a:lnTo>
                  <a:pt x="5811979" y="2323762"/>
                </a:lnTo>
                <a:lnTo>
                  <a:pt x="5811965" y="2323783"/>
                </a:lnTo>
                <a:close/>
                <a:moveTo>
                  <a:pt x="6603052" y="2323751"/>
                </a:moveTo>
                <a:cubicBezTo>
                  <a:pt x="6603052" y="2323751"/>
                  <a:pt x="6651621" y="2344586"/>
                  <a:pt x="6705100" y="2375384"/>
                </a:cubicBezTo>
                <a:cubicBezTo>
                  <a:pt x="6758449" y="2406237"/>
                  <a:pt x="6800772" y="2437926"/>
                  <a:pt x="6800772" y="2437926"/>
                </a:cubicBezTo>
                <a:lnTo>
                  <a:pt x="6778210" y="2477120"/>
                </a:lnTo>
                <a:cubicBezTo>
                  <a:pt x="6778210" y="2477120"/>
                  <a:pt x="6729575" y="2456269"/>
                  <a:pt x="6676161" y="2425490"/>
                </a:cubicBezTo>
                <a:cubicBezTo>
                  <a:pt x="6622747" y="2394644"/>
                  <a:pt x="6580424" y="2362964"/>
                  <a:pt x="6580424" y="2362964"/>
                </a:cubicBezTo>
                <a:close/>
                <a:moveTo>
                  <a:pt x="6382638" y="2323751"/>
                </a:moveTo>
                <a:lnTo>
                  <a:pt x="6405201" y="2362967"/>
                </a:lnTo>
                <a:cubicBezTo>
                  <a:pt x="6405201" y="2362967"/>
                  <a:pt x="6362878" y="2394650"/>
                  <a:pt x="6309528" y="2425498"/>
                </a:cubicBezTo>
                <a:cubicBezTo>
                  <a:pt x="6256113" y="2456337"/>
                  <a:pt x="6207480" y="2477124"/>
                  <a:pt x="6207480" y="2477124"/>
                </a:cubicBezTo>
                <a:lnTo>
                  <a:pt x="6184852" y="2437926"/>
                </a:lnTo>
                <a:cubicBezTo>
                  <a:pt x="6184852" y="2437926"/>
                  <a:pt x="6227176" y="2406242"/>
                  <a:pt x="6280590" y="2375390"/>
                </a:cubicBezTo>
                <a:cubicBezTo>
                  <a:pt x="6334004" y="2344525"/>
                  <a:pt x="6382638" y="2323751"/>
                  <a:pt x="6382638" y="2323751"/>
                </a:cubicBezTo>
                <a:close/>
                <a:moveTo>
                  <a:pt x="7173716" y="2323746"/>
                </a:moveTo>
                <a:lnTo>
                  <a:pt x="7196344" y="2362955"/>
                </a:lnTo>
                <a:cubicBezTo>
                  <a:pt x="7196344" y="2362955"/>
                  <a:pt x="7154020" y="2394639"/>
                  <a:pt x="7100606" y="2425486"/>
                </a:cubicBezTo>
                <a:cubicBezTo>
                  <a:pt x="7047191" y="2456328"/>
                  <a:pt x="6998558" y="2477113"/>
                  <a:pt x="6998558" y="2477113"/>
                </a:cubicBezTo>
                <a:lnTo>
                  <a:pt x="6975995" y="2437913"/>
                </a:lnTo>
                <a:cubicBezTo>
                  <a:pt x="6975995" y="2437913"/>
                  <a:pt x="7018317" y="2406231"/>
                  <a:pt x="7071731" y="2375380"/>
                </a:cubicBezTo>
                <a:cubicBezTo>
                  <a:pt x="7125146" y="2344514"/>
                  <a:pt x="7173716" y="2323746"/>
                  <a:pt x="7173716" y="2323746"/>
                </a:cubicBezTo>
                <a:close/>
                <a:moveTo>
                  <a:pt x="7394128" y="2323742"/>
                </a:moveTo>
                <a:cubicBezTo>
                  <a:pt x="7394128" y="2323742"/>
                  <a:pt x="7442762" y="2344578"/>
                  <a:pt x="7496176" y="2375373"/>
                </a:cubicBezTo>
                <a:cubicBezTo>
                  <a:pt x="7549590" y="2406228"/>
                  <a:pt x="7591913" y="2437913"/>
                  <a:pt x="7591913" y="2437913"/>
                </a:cubicBezTo>
                <a:lnTo>
                  <a:pt x="7569286" y="2477109"/>
                </a:lnTo>
                <a:cubicBezTo>
                  <a:pt x="7569286" y="2477109"/>
                  <a:pt x="7520716" y="2456259"/>
                  <a:pt x="7467302" y="2425479"/>
                </a:cubicBezTo>
                <a:cubicBezTo>
                  <a:pt x="7413887" y="2394632"/>
                  <a:pt x="7371564" y="2362952"/>
                  <a:pt x="7371564" y="2362952"/>
                </a:cubicBezTo>
                <a:close/>
                <a:moveTo>
                  <a:pt x="7964857" y="2323733"/>
                </a:moveTo>
                <a:lnTo>
                  <a:pt x="7987485" y="2362946"/>
                </a:lnTo>
                <a:cubicBezTo>
                  <a:pt x="7987485" y="2362946"/>
                  <a:pt x="7945161" y="2394628"/>
                  <a:pt x="7891747" y="2425475"/>
                </a:cubicBezTo>
                <a:cubicBezTo>
                  <a:pt x="7838333" y="2456318"/>
                  <a:pt x="7789699" y="2477102"/>
                  <a:pt x="7789699" y="2477102"/>
                </a:cubicBezTo>
                <a:lnTo>
                  <a:pt x="7767072" y="2437904"/>
                </a:lnTo>
                <a:cubicBezTo>
                  <a:pt x="7767072" y="2437904"/>
                  <a:pt x="7809395" y="2406221"/>
                  <a:pt x="7862809" y="2375370"/>
                </a:cubicBezTo>
                <a:cubicBezTo>
                  <a:pt x="7916223" y="2344506"/>
                  <a:pt x="7964857" y="2323733"/>
                  <a:pt x="7964857" y="2323733"/>
                </a:cubicBezTo>
                <a:close/>
                <a:moveTo>
                  <a:pt x="8185270" y="2323732"/>
                </a:moveTo>
                <a:cubicBezTo>
                  <a:pt x="8185270" y="2323732"/>
                  <a:pt x="8233904" y="2344569"/>
                  <a:pt x="8287318" y="2375363"/>
                </a:cubicBezTo>
                <a:cubicBezTo>
                  <a:pt x="8340732" y="2406218"/>
                  <a:pt x="8383056" y="2437903"/>
                  <a:pt x="8383056" y="2437903"/>
                </a:cubicBezTo>
                <a:lnTo>
                  <a:pt x="8360428" y="2477099"/>
                </a:lnTo>
                <a:cubicBezTo>
                  <a:pt x="8360428" y="2477099"/>
                  <a:pt x="8311794" y="2456249"/>
                  <a:pt x="8258443" y="2425469"/>
                </a:cubicBezTo>
                <a:cubicBezTo>
                  <a:pt x="8204965" y="2394619"/>
                  <a:pt x="8162642" y="2362941"/>
                  <a:pt x="8162642" y="2362941"/>
                </a:cubicBezTo>
                <a:close/>
                <a:moveTo>
                  <a:pt x="8755998" y="2323728"/>
                </a:moveTo>
                <a:lnTo>
                  <a:pt x="8778626" y="2362934"/>
                </a:lnTo>
                <a:cubicBezTo>
                  <a:pt x="8778626" y="2362934"/>
                  <a:pt x="8736302" y="2394615"/>
                  <a:pt x="8682888" y="2425464"/>
                </a:cubicBezTo>
                <a:cubicBezTo>
                  <a:pt x="8629474" y="2456308"/>
                  <a:pt x="8580840" y="2477092"/>
                  <a:pt x="8580840" y="2477092"/>
                </a:cubicBezTo>
                <a:lnTo>
                  <a:pt x="8558213" y="2437892"/>
                </a:lnTo>
                <a:cubicBezTo>
                  <a:pt x="8558213" y="2437892"/>
                  <a:pt x="8600536" y="2406210"/>
                  <a:pt x="8653951" y="2375360"/>
                </a:cubicBezTo>
                <a:cubicBezTo>
                  <a:pt x="8707364" y="2344499"/>
                  <a:pt x="8755998" y="2323728"/>
                  <a:pt x="8755998" y="2323728"/>
                </a:cubicBezTo>
                <a:close/>
                <a:moveTo>
                  <a:pt x="8976412" y="2323722"/>
                </a:moveTo>
                <a:cubicBezTo>
                  <a:pt x="8976412" y="2323722"/>
                  <a:pt x="9025046" y="2344561"/>
                  <a:pt x="9078460" y="2375353"/>
                </a:cubicBezTo>
                <a:cubicBezTo>
                  <a:pt x="9131874" y="2406207"/>
                  <a:pt x="9174198" y="2437891"/>
                  <a:pt x="9174198" y="2437891"/>
                </a:cubicBezTo>
                <a:lnTo>
                  <a:pt x="9151570" y="2477088"/>
                </a:lnTo>
                <a:cubicBezTo>
                  <a:pt x="9151570" y="2477088"/>
                  <a:pt x="9102936" y="2456240"/>
                  <a:pt x="9049585" y="2425458"/>
                </a:cubicBezTo>
                <a:cubicBezTo>
                  <a:pt x="8996107" y="2394609"/>
                  <a:pt x="8953784" y="2362932"/>
                  <a:pt x="8953784" y="2362932"/>
                </a:cubicBezTo>
                <a:close/>
                <a:moveTo>
                  <a:pt x="9547140" y="2323715"/>
                </a:moveTo>
                <a:lnTo>
                  <a:pt x="9569704" y="2362923"/>
                </a:lnTo>
                <a:cubicBezTo>
                  <a:pt x="9569704" y="2362923"/>
                  <a:pt x="9527381" y="2394603"/>
                  <a:pt x="9474030" y="2425453"/>
                </a:cubicBezTo>
                <a:cubicBezTo>
                  <a:pt x="9420552" y="2456298"/>
                  <a:pt x="9371982" y="2477082"/>
                  <a:pt x="9371982" y="2477082"/>
                </a:cubicBezTo>
                <a:lnTo>
                  <a:pt x="9349355" y="2437879"/>
                </a:lnTo>
                <a:cubicBezTo>
                  <a:pt x="9349355" y="2437879"/>
                  <a:pt x="9391678" y="2406200"/>
                  <a:pt x="9445093" y="2375349"/>
                </a:cubicBezTo>
                <a:cubicBezTo>
                  <a:pt x="9498507" y="2344491"/>
                  <a:pt x="9547140" y="2323715"/>
                  <a:pt x="9547140" y="2323715"/>
                </a:cubicBezTo>
                <a:close/>
                <a:moveTo>
                  <a:pt x="9767553" y="2323712"/>
                </a:moveTo>
                <a:cubicBezTo>
                  <a:pt x="9767553" y="2323712"/>
                  <a:pt x="9816123" y="2344551"/>
                  <a:pt x="9869601" y="2375343"/>
                </a:cubicBezTo>
                <a:cubicBezTo>
                  <a:pt x="9922951" y="2406197"/>
                  <a:pt x="9965275" y="2437879"/>
                  <a:pt x="9965275" y="2437879"/>
                </a:cubicBezTo>
                <a:lnTo>
                  <a:pt x="9942711" y="2477077"/>
                </a:lnTo>
                <a:cubicBezTo>
                  <a:pt x="9942711" y="2477077"/>
                  <a:pt x="9894077" y="2456230"/>
                  <a:pt x="9840663" y="2425447"/>
                </a:cubicBezTo>
                <a:cubicBezTo>
                  <a:pt x="9787248" y="2394598"/>
                  <a:pt x="9744925" y="2362920"/>
                  <a:pt x="9744925" y="2362920"/>
                </a:cubicBezTo>
                <a:close/>
                <a:moveTo>
                  <a:pt x="10338218" y="2323710"/>
                </a:moveTo>
                <a:lnTo>
                  <a:pt x="10360845" y="2362911"/>
                </a:lnTo>
                <a:cubicBezTo>
                  <a:pt x="10360845" y="2362911"/>
                  <a:pt x="10318522" y="2394592"/>
                  <a:pt x="10265107" y="2425442"/>
                </a:cubicBezTo>
                <a:cubicBezTo>
                  <a:pt x="10211693" y="2456288"/>
                  <a:pt x="10163059" y="2477070"/>
                  <a:pt x="10163059" y="2477070"/>
                </a:cubicBezTo>
                <a:lnTo>
                  <a:pt x="10140496" y="2437870"/>
                </a:lnTo>
                <a:cubicBezTo>
                  <a:pt x="10140496" y="2437870"/>
                  <a:pt x="10182819" y="2406189"/>
                  <a:pt x="10236234" y="2375339"/>
                </a:cubicBezTo>
                <a:cubicBezTo>
                  <a:pt x="10289648" y="2344484"/>
                  <a:pt x="10338218" y="2323710"/>
                  <a:pt x="10338218" y="2323710"/>
                </a:cubicBezTo>
                <a:close/>
                <a:moveTo>
                  <a:pt x="10558630" y="2323703"/>
                </a:moveTo>
                <a:cubicBezTo>
                  <a:pt x="10558630" y="2323703"/>
                  <a:pt x="10607264" y="2344543"/>
                  <a:pt x="10660678" y="2375334"/>
                </a:cubicBezTo>
                <a:cubicBezTo>
                  <a:pt x="10714092" y="2406186"/>
                  <a:pt x="10756416" y="2437868"/>
                  <a:pt x="10756416" y="2437868"/>
                </a:cubicBezTo>
                <a:lnTo>
                  <a:pt x="10733788" y="2477066"/>
                </a:lnTo>
                <a:cubicBezTo>
                  <a:pt x="10733788" y="2477066"/>
                  <a:pt x="10685218" y="2456220"/>
                  <a:pt x="10631804" y="2425436"/>
                </a:cubicBezTo>
                <a:cubicBezTo>
                  <a:pt x="10578389" y="2394588"/>
                  <a:pt x="10536066" y="2362909"/>
                  <a:pt x="10536066" y="2362909"/>
                </a:cubicBezTo>
                <a:close/>
                <a:moveTo>
                  <a:pt x="11129360" y="2323697"/>
                </a:moveTo>
                <a:lnTo>
                  <a:pt x="11151987" y="2362901"/>
                </a:lnTo>
                <a:cubicBezTo>
                  <a:pt x="11151987" y="2362901"/>
                  <a:pt x="11109664" y="2394581"/>
                  <a:pt x="11056249" y="2425431"/>
                </a:cubicBezTo>
                <a:cubicBezTo>
                  <a:pt x="11002835" y="2456278"/>
                  <a:pt x="10954201" y="2477060"/>
                  <a:pt x="10954201" y="2477060"/>
                </a:cubicBezTo>
                <a:lnTo>
                  <a:pt x="10931638" y="2437859"/>
                </a:lnTo>
                <a:cubicBezTo>
                  <a:pt x="10931638" y="2437859"/>
                  <a:pt x="10973961" y="2406179"/>
                  <a:pt x="11027376" y="2375329"/>
                </a:cubicBezTo>
                <a:cubicBezTo>
                  <a:pt x="11080790" y="2344476"/>
                  <a:pt x="11129360" y="2323697"/>
                  <a:pt x="11129360" y="2323697"/>
                </a:cubicBezTo>
                <a:close/>
                <a:moveTo>
                  <a:pt x="11349772" y="2323696"/>
                </a:moveTo>
                <a:cubicBezTo>
                  <a:pt x="11349772" y="2323696"/>
                  <a:pt x="11398406" y="2344535"/>
                  <a:pt x="11451820" y="2375324"/>
                </a:cubicBezTo>
                <a:cubicBezTo>
                  <a:pt x="11505234" y="2406176"/>
                  <a:pt x="11547558" y="2437856"/>
                  <a:pt x="11547558" y="2437856"/>
                </a:cubicBezTo>
                <a:lnTo>
                  <a:pt x="11524930" y="2477055"/>
                </a:lnTo>
                <a:cubicBezTo>
                  <a:pt x="11524930" y="2477055"/>
                  <a:pt x="11476360" y="2456211"/>
                  <a:pt x="11422946" y="2425425"/>
                </a:cubicBezTo>
                <a:cubicBezTo>
                  <a:pt x="11369531" y="2394576"/>
                  <a:pt x="11327208" y="2362897"/>
                  <a:pt x="11327208" y="2362897"/>
                </a:cubicBezTo>
                <a:close/>
                <a:moveTo>
                  <a:pt x="11920501" y="2323690"/>
                </a:moveTo>
                <a:lnTo>
                  <a:pt x="11943128" y="2362890"/>
                </a:lnTo>
                <a:cubicBezTo>
                  <a:pt x="11943128" y="2362890"/>
                  <a:pt x="11900804" y="2394569"/>
                  <a:pt x="11847390" y="2425419"/>
                </a:cubicBezTo>
                <a:cubicBezTo>
                  <a:pt x="11793976" y="2456268"/>
                  <a:pt x="11745343" y="2477049"/>
                  <a:pt x="11745343" y="2477049"/>
                </a:cubicBezTo>
                <a:lnTo>
                  <a:pt x="11722715" y="2437849"/>
                </a:lnTo>
                <a:cubicBezTo>
                  <a:pt x="11722715" y="2437849"/>
                  <a:pt x="11765038" y="2406170"/>
                  <a:pt x="11818516" y="2375319"/>
                </a:cubicBezTo>
                <a:cubicBezTo>
                  <a:pt x="11871867" y="2344468"/>
                  <a:pt x="11920501" y="2323690"/>
                  <a:pt x="11920501" y="2323690"/>
                </a:cubicBezTo>
                <a:close/>
                <a:moveTo>
                  <a:pt x="12140914" y="2323686"/>
                </a:moveTo>
                <a:cubicBezTo>
                  <a:pt x="12140914" y="2323686"/>
                  <a:pt x="12153072" y="2328897"/>
                  <a:pt x="12171908" y="2337956"/>
                </a:cubicBezTo>
                <a:lnTo>
                  <a:pt x="12203753" y="2354700"/>
                </a:lnTo>
                <a:lnTo>
                  <a:pt x="12203753" y="2418902"/>
                </a:lnTo>
                <a:lnTo>
                  <a:pt x="12146132" y="2382582"/>
                </a:lnTo>
                <a:cubicBezTo>
                  <a:pt x="12128867" y="2370806"/>
                  <a:pt x="12118286" y="2362886"/>
                  <a:pt x="12118286" y="2362886"/>
                </a:cubicBezTo>
                <a:close/>
                <a:moveTo>
                  <a:pt x="536848" y="2172147"/>
                </a:moveTo>
                <a:lnTo>
                  <a:pt x="582102" y="2172147"/>
                </a:lnTo>
                <a:cubicBezTo>
                  <a:pt x="582102" y="2172147"/>
                  <a:pt x="588413" y="2224671"/>
                  <a:pt x="588413" y="2286310"/>
                </a:cubicBezTo>
                <a:cubicBezTo>
                  <a:pt x="588413" y="2347917"/>
                  <a:pt x="582102" y="2400456"/>
                  <a:pt x="582102" y="2400456"/>
                </a:cubicBezTo>
                <a:lnTo>
                  <a:pt x="536848" y="2400456"/>
                </a:lnTo>
                <a:cubicBezTo>
                  <a:pt x="536848" y="2400456"/>
                  <a:pt x="530602" y="2347917"/>
                  <a:pt x="530602" y="2286310"/>
                </a:cubicBezTo>
                <a:cubicBezTo>
                  <a:pt x="530602" y="2224671"/>
                  <a:pt x="536848" y="2172147"/>
                  <a:pt x="536848" y="2172147"/>
                </a:cubicBezTo>
                <a:close/>
                <a:moveTo>
                  <a:pt x="1327990" y="2172138"/>
                </a:moveTo>
                <a:lnTo>
                  <a:pt x="1373245" y="2172138"/>
                </a:lnTo>
                <a:cubicBezTo>
                  <a:pt x="1373245" y="2172138"/>
                  <a:pt x="1379556" y="2224660"/>
                  <a:pt x="1379556" y="2286298"/>
                </a:cubicBezTo>
                <a:cubicBezTo>
                  <a:pt x="1379556" y="2347912"/>
                  <a:pt x="1373245" y="2400441"/>
                  <a:pt x="1373245" y="2400441"/>
                </a:cubicBezTo>
                <a:lnTo>
                  <a:pt x="1327990" y="2400441"/>
                </a:lnTo>
                <a:cubicBezTo>
                  <a:pt x="1327990" y="2400441"/>
                  <a:pt x="1321744" y="2347912"/>
                  <a:pt x="1321744" y="2286298"/>
                </a:cubicBezTo>
                <a:cubicBezTo>
                  <a:pt x="1321744" y="2224660"/>
                  <a:pt x="1327990" y="2172138"/>
                  <a:pt x="1327990" y="2172138"/>
                </a:cubicBezTo>
                <a:close/>
                <a:moveTo>
                  <a:pt x="2119119" y="2172127"/>
                </a:moveTo>
                <a:lnTo>
                  <a:pt x="2164366" y="2172127"/>
                </a:lnTo>
                <a:cubicBezTo>
                  <a:pt x="2164366" y="2172127"/>
                  <a:pt x="2170679" y="2224650"/>
                  <a:pt x="2170679" y="2286287"/>
                </a:cubicBezTo>
                <a:cubicBezTo>
                  <a:pt x="2170679" y="2347904"/>
                  <a:pt x="2164366" y="2400434"/>
                  <a:pt x="2164366" y="2400434"/>
                </a:cubicBezTo>
                <a:lnTo>
                  <a:pt x="2119119" y="2400434"/>
                </a:lnTo>
                <a:cubicBezTo>
                  <a:pt x="2119119" y="2400434"/>
                  <a:pt x="2112868" y="2347904"/>
                  <a:pt x="2112868" y="2286287"/>
                </a:cubicBezTo>
                <a:cubicBezTo>
                  <a:pt x="2112868" y="2224650"/>
                  <a:pt x="2119119" y="2172127"/>
                  <a:pt x="2119119" y="2172127"/>
                </a:cubicBezTo>
                <a:close/>
                <a:moveTo>
                  <a:pt x="2910259" y="2172116"/>
                </a:moveTo>
                <a:lnTo>
                  <a:pt x="2955512" y="2172116"/>
                </a:lnTo>
                <a:cubicBezTo>
                  <a:pt x="2955512" y="2172116"/>
                  <a:pt x="2961822" y="2224639"/>
                  <a:pt x="2961822" y="2286276"/>
                </a:cubicBezTo>
                <a:cubicBezTo>
                  <a:pt x="2961822" y="2347893"/>
                  <a:pt x="2955512" y="2400423"/>
                  <a:pt x="2955512" y="2400423"/>
                </a:cubicBezTo>
                <a:lnTo>
                  <a:pt x="2910259" y="2400423"/>
                </a:lnTo>
                <a:cubicBezTo>
                  <a:pt x="2910259" y="2400423"/>
                  <a:pt x="2903952" y="2347893"/>
                  <a:pt x="2903952" y="2286276"/>
                </a:cubicBezTo>
                <a:cubicBezTo>
                  <a:pt x="2903952" y="2224639"/>
                  <a:pt x="2910259" y="2172116"/>
                  <a:pt x="2910259" y="2172116"/>
                </a:cubicBezTo>
                <a:close/>
                <a:moveTo>
                  <a:pt x="3701387" y="2172105"/>
                </a:moveTo>
                <a:lnTo>
                  <a:pt x="3746642" y="2172105"/>
                </a:lnTo>
                <a:cubicBezTo>
                  <a:pt x="3746642" y="2172105"/>
                  <a:pt x="3752953" y="2224625"/>
                  <a:pt x="3752953" y="2286265"/>
                </a:cubicBezTo>
                <a:cubicBezTo>
                  <a:pt x="3752953" y="2347883"/>
                  <a:pt x="3746642" y="2400413"/>
                  <a:pt x="3746642" y="2400413"/>
                </a:cubicBezTo>
                <a:lnTo>
                  <a:pt x="3701387" y="2400413"/>
                </a:lnTo>
                <a:cubicBezTo>
                  <a:pt x="3701387" y="2400413"/>
                  <a:pt x="3695075" y="2347883"/>
                  <a:pt x="3695075" y="2286265"/>
                </a:cubicBezTo>
                <a:cubicBezTo>
                  <a:pt x="3695075" y="2224625"/>
                  <a:pt x="3701387" y="2172105"/>
                  <a:pt x="3701387" y="2172105"/>
                </a:cubicBezTo>
                <a:close/>
                <a:moveTo>
                  <a:pt x="4492377" y="2172095"/>
                </a:moveTo>
                <a:lnTo>
                  <a:pt x="4537632" y="2172095"/>
                </a:lnTo>
                <a:cubicBezTo>
                  <a:pt x="4537632" y="2172095"/>
                  <a:pt x="4543944" y="2224614"/>
                  <a:pt x="4543944" y="2286255"/>
                </a:cubicBezTo>
                <a:cubicBezTo>
                  <a:pt x="4543944" y="2347875"/>
                  <a:pt x="4537632" y="2400404"/>
                  <a:pt x="4537632" y="2400404"/>
                </a:cubicBezTo>
                <a:lnTo>
                  <a:pt x="4492377" y="2400404"/>
                </a:lnTo>
                <a:cubicBezTo>
                  <a:pt x="4492377" y="2400404"/>
                  <a:pt x="4486128" y="2347875"/>
                  <a:pt x="4486128" y="2286255"/>
                </a:cubicBezTo>
                <a:cubicBezTo>
                  <a:pt x="4486128" y="2224614"/>
                  <a:pt x="4492377" y="2172095"/>
                  <a:pt x="4492377" y="2172095"/>
                </a:cubicBezTo>
                <a:close/>
                <a:moveTo>
                  <a:pt x="5283517" y="2172079"/>
                </a:moveTo>
                <a:lnTo>
                  <a:pt x="5328774" y="2172079"/>
                </a:lnTo>
                <a:cubicBezTo>
                  <a:pt x="5328774" y="2172079"/>
                  <a:pt x="5335084" y="2224603"/>
                  <a:pt x="5335084" y="2286241"/>
                </a:cubicBezTo>
                <a:cubicBezTo>
                  <a:pt x="5335084" y="2347860"/>
                  <a:pt x="5328774" y="2400392"/>
                  <a:pt x="5328774" y="2400392"/>
                </a:cubicBezTo>
                <a:lnTo>
                  <a:pt x="5283517" y="2400392"/>
                </a:lnTo>
                <a:cubicBezTo>
                  <a:pt x="5283517" y="2400392"/>
                  <a:pt x="5277271" y="2347860"/>
                  <a:pt x="5277271" y="2286241"/>
                </a:cubicBezTo>
                <a:cubicBezTo>
                  <a:pt x="5277271" y="2224603"/>
                  <a:pt x="5283517" y="2172079"/>
                  <a:pt x="5283517" y="2172079"/>
                </a:cubicBezTo>
                <a:close/>
                <a:moveTo>
                  <a:pt x="6074648" y="2172072"/>
                </a:moveTo>
                <a:lnTo>
                  <a:pt x="6119901" y="2172072"/>
                </a:lnTo>
                <a:cubicBezTo>
                  <a:pt x="6119901" y="2172072"/>
                  <a:pt x="6126212" y="2224593"/>
                  <a:pt x="6126212" y="2286232"/>
                </a:cubicBezTo>
                <a:cubicBezTo>
                  <a:pt x="6126212" y="2347854"/>
                  <a:pt x="6119901" y="2400383"/>
                  <a:pt x="6119901" y="2400383"/>
                </a:cubicBezTo>
                <a:lnTo>
                  <a:pt x="6074648" y="2400383"/>
                </a:lnTo>
                <a:cubicBezTo>
                  <a:pt x="6074648" y="2400383"/>
                  <a:pt x="6068400" y="2347854"/>
                  <a:pt x="6068400" y="2286232"/>
                </a:cubicBezTo>
                <a:cubicBezTo>
                  <a:pt x="6068400" y="2224593"/>
                  <a:pt x="6074648" y="2172072"/>
                  <a:pt x="6074648" y="2172072"/>
                </a:cubicBezTo>
                <a:close/>
                <a:moveTo>
                  <a:pt x="6865787" y="2172061"/>
                </a:moveTo>
                <a:lnTo>
                  <a:pt x="6910979" y="2172061"/>
                </a:lnTo>
                <a:cubicBezTo>
                  <a:pt x="6910979" y="2172061"/>
                  <a:pt x="6917290" y="2224581"/>
                  <a:pt x="6917290" y="2286221"/>
                </a:cubicBezTo>
                <a:cubicBezTo>
                  <a:pt x="6917290" y="2347846"/>
                  <a:pt x="6910979" y="2400373"/>
                  <a:pt x="6910979" y="2400373"/>
                </a:cubicBezTo>
                <a:lnTo>
                  <a:pt x="6865787" y="2400373"/>
                </a:lnTo>
                <a:cubicBezTo>
                  <a:pt x="6865787" y="2400373"/>
                  <a:pt x="6859477" y="2347846"/>
                  <a:pt x="6859477" y="2286221"/>
                </a:cubicBezTo>
                <a:cubicBezTo>
                  <a:pt x="6859477" y="2224581"/>
                  <a:pt x="6865787" y="2172061"/>
                  <a:pt x="6865787" y="2172061"/>
                </a:cubicBezTo>
                <a:close/>
                <a:moveTo>
                  <a:pt x="7656865" y="2172049"/>
                </a:moveTo>
                <a:lnTo>
                  <a:pt x="7702121" y="2172049"/>
                </a:lnTo>
                <a:cubicBezTo>
                  <a:pt x="7702121" y="2172049"/>
                  <a:pt x="7708431" y="2224571"/>
                  <a:pt x="7708431" y="2286210"/>
                </a:cubicBezTo>
                <a:cubicBezTo>
                  <a:pt x="7708431" y="2347837"/>
                  <a:pt x="7702121" y="2400362"/>
                  <a:pt x="7702121" y="2400362"/>
                </a:cubicBezTo>
                <a:lnTo>
                  <a:pt x="7656865" y="2400362"/>
                </a:lnTo>
                <a:cubicBezTo>
                  <a:pt x="7656865" y="2400362"/>
                  <a:pt x="7650619" y="2347837"/>
                  <a:pt x="7650619" y="2286210"/>
                </a:cubicBezTo>
                <a:cubicBezTo>
                  <a:pt x="7650619" y="2224571"/>
                  <a:pt x="7656865" y="2172049"/>
                  <a:pt x="7656865" y="2172049"/>
                </a:cubicBezTo>
                <a:close/>
                <a:moveTo>
                  <a:pt x="8448006" y="2172039"/>
                </a:moveTo>
                <a:lnTo>
                  <a:pt x="8493262" y="2172039"/>
                </a:lnTo>
                <a:cubicBezTo>
                  <a:pt x="8493262" y="2172039"/>
                  <a:pt x="8499508" y="2224560"/>
                  <a:pt x="8499508" y="2286198"/>
                </a:cubicBezTo>
                <a:cubicBezTo>
                  <a:pt x="8499508" y="2347828"/>
                  <a:pt x="8493262" y="2400351"/>
                  <a:pt x="8493262" y="2400351"/>
                </a:cubicBezTo>
                <a:lnTo>
                  <a:pt x="8448006" y="2400351"/>
                </a:lnTo>
                <a:cubicBezTo>
                  <a:pt x="8448006" y="2400351"/>
                  <a:pt x="8441760" y="2347828"/>
                  <a:pt x="8441760" y="2286198"/>
                </a:cubicBezTo>
                <a:cubicBezTo>
                  <a:pt x="8441760" y="2224560"/>
                  <a:pt x="8448006" y="2172039"/>
                  <a:pt x="8448006" y="2172039"/>
                </a:cubicBezTo>
                <a:close/>
                <a:moveTo>
                  <a:pt x="9239147" y="2172028"/>
                </a:moveTo>
                <a:lnTo>
                  <a:pt x="9284403" y="2172028"/>
                </a:lnTo>
                <a:cubicBezTo>
                  <a:pt x="9284403" y="2172028"/>
                  <a:pt x="9290649" y="2224549"/>
                  <a:pt x="9290649" y="2286187"/>
                </a:cubicBezTo>
                <a:cubicBezTo>
                  <a:pt x="9290649" y="2347818"/>
                  <a:pt x="9284403" y="2400341"/>
                  <a:pt x="9284403" y="2400341"/>
                </a:cubicBezTo>
                <a:lnTo>
                  <a:pt x="9239147" y="2400341"/>
                </a:lnTo>
                <a:cubicBezTo>
                  <a:pt x="9239147" y="2400341"/>
                  <a:pt x="9232901" y="2347818"/>
                  <a:pt x="9232901" y="2286187"/>
                </a:cubicBezTo>
                <a:cubicBezTo>
                  <a:pt x="9232901" y="2224549"/>
                  <a:pt x="9239147" y="2172028"/>
                  <a:pt x="9239147" y="2172028"/>
                </a:cubicBezTo>
                <a:close/>
                <a:moveTo>
                  <a:pt x="10030289" y="2172017"/>
                </a:moveTo>
                <a:lnTo>
                  <a:pt x="10075481" y="2172017"/>
                </a:lnTo>
                <a:cubicBezTo>
                  <a:pt x="10075481" y="2172017"/>
                  <a:pt x="10081791" y="2224539"/>
                  <a:pt x="10081791" y="2286176"/>
                </a:cubicBezTo>
                <a:cubicBezTo>
                  <a:pt x="10081791" y="2347809"/>
                  <a:pt x="10075481" y="2400331"/>
                  <a:pt x="10075481" y="2400331"/>
                </a:cubicBezTo>
                <a:lnTo>
                  <a:pt x="10030289" y="2400331"/>
                </a:lnTo>
                <a:cubicBezTo>
                  <a:pt x="10030289" y="2400331"/>
                  <a:pt x="10023979" y="2347809"/>
                  <a:pt x="10023979" y="2286176"/>
                </a:cubicBezTo>
                <a:cubicBezTo>
                  <a:pt x="10023979" y="2224539"/>
                  <a:pt x="10030289" y="2172017"/>
                  <a:pt x="10030289" y="2172017"/>
                </a:cubicBezTo>
                <a:close/>
                <a:moveTo>
                  <a:pt x="10821367" y="2172006"/>
                </a:moveTo>
                <a:lnTo>
                  <a:pt x="10866623" y="2172006"/>
                </a:lnTo>
                <a:cubicBezTo>
                  <a:pt x="10866623" y="2172006"/>
                  <a:pt x="10872933" y="2224528"/>
                  <a:pt x="10872933" y="2286164"/>
                </a:cubicBezTo>
                <a:cubicBezTo>
                  <a:pt x="10872933" y="2347800"/>
                  <a:pt x="10866623" y="2400320"/>
                  <a:pt x="10866623" y="2400320"/>
                </a:cubicBezTo>
                <a:lnTo>
                  <a:pt x="10821367" y="2400320"/>
                </a:lnTo>
                <a:cubicBezTo>
                  <a:pt x="10821367" y="2400320"/>
                  <a:pt x="10815121" y="2347800"/>
                  <a:pt x="10815121" y="2286164"/>
                </a:cubicBezTo>
                <a:cubicBezTo>
                  <a:pt x="10815121" y="2224528"/>
                  <a:pt x="10821367" y="2172006"/>
                  <a:pt x="10821367" y="2172006"/>
                </a:cubicBezTo>
                <a:close/>
                <a:moveTo>
                  <a:pt x="11612508" y="2171995"/>
                </a:moveTo>
                <a:lnTo>
                  <a:pt x="11657764" y="2171995"/>
                </a:lnTo>
                <a:cubicBezTo>
                  <a:pt x="11657764" y="2171995"/>
                  <a:pt x="11664075" y="2224517"/>
                  <a:pt x="11664075" y="2286153"/>
                </a:cubicBezTo>
                <a:cubicBezTo>
                  <a:pt x="11664075" y="2347790"/>
                  <a:pt x="11657764" y="2400311"/>
                  <a:pt x="11657764" y="2400311"/>
                </a:cubicBezTo>
                <a:lnTo>
                  <a:pt x="11612508" y="2400311"/>
                </a:lnTo>
                <a:cubicBezTo>
                  <a:pt x="11612508" y="2400311"/>
                  <a:pt x="11606262" y="2347790"/>
                  <a:pt x="11606262" y="2286153"/>
                </a:cubicBezTo>
                <a:cubicBezTo>
                  <a:pt x="11606262" y="2224517"/>
                  <a:pt x="11612508" y="2171995"/>
                  <a:pt x="11612508" y="2171995"/>
                </a:cubicBezTo>
                <a:close/>
                <a:moveTo>
                  <a:pt x="0" y="2159303"/>
                </a:moveTo>
                <a:lnTo>
                  <a:pt x="48559" y="2189936"/>
                </a:lnTo>
                <a:cubicBezTo>
                  <a:pt x="65816" y="2201713"/>
                  <a:pt x="76396" y="2209633"/>
                  <a:pt x="76396" y="2209633"/>
                </a:cubicBezTo>
                <a:lnTo>
                  <a:pt x="53769" y="2248815"/>
                </a:lnTo>
                <a:cubicBezTo>
                  <a:pt x="53769" y="2248815"/>
                  <a:pt x="41611" y="2243606"/>
                  <a:pt x="22784" y="2234551"/>
                </a:cubicBezTo>
                <a:lnTo>
                  <a:pt x="0" y="2222567"/>
                </a:lnTo>
                <a:close/>
                <a:moveTo>
                  <a:pt x="12203753" y="2153448"/>
                </a:moveTo>
                <a:lnTo>
                  <a:pt x="12203753" y="2217663"/>
                </a:lnTo>
                <a:lnTo>
                  <a:pt x="12171908" y="2234418"/>
                </a:lnTo>
                <a:cubicBezTo>
                  <a:pt x="12153072" y="2243469"/>
                  <a:pt x="12140914" y="2248664"/>
                  <a:pt x="12140914" y="2248664"/>
                </a:cubicBezTo>
                <a:lnTo>
                  <a:pt x="12118286" y="2209463"/>
                </a:lnTo>
                <a:cubicBezTo>
                  <a:pt x="12118286" y="2209463"/>
                  <a:pt x="12128867" y="2201544"/>
                  <a:pt x="12146132" y="2189768"/>
                </a:cubicBezTo>
                <a:close/>
                <a:moveTo>
                  <a:pt x="669795" y="2095485"/>
                </a:moveTo>
                <a:lnTo>
                  <a:pt x="678178" y="2099190"/>
                </a:lnTo>
                <a:cubicBezTo>
                  <a:pt x="694360" y="2106480"/>
                  <a:pt x="731732" y="2123954"/>
                  <a:pt x="771792" y="2147094"/>
                </a:cubicBezTo>
                <a:cubicBezTo>
                  <a:pt x="825204" y="2177946"/>
                  <a:pt x="867526" y="2209624"/>
                  <a:pt x="867526" y="2209624"/>
                </a:cubicBezTo>
                <a:lnTo>
                  <a:pt x="844900" y="2248813"/>
                </a:lnTo>
                <a:cubicBezTo>
                  <a:pt x="844900" y="2248813"/>
                  <a:pt x="796268" y="2227973"/>
                  <a:pt x="742918" y="2197199"/>
                </a:cubicBezTo>
                <a:cubicBezTo>
                  <a:pt x="689504" y="2166344"/>
                  <a:pt x="647181" y="2134665"/>
                  <a:pt x="647181" y="2134665"/>
                </a:cubicBezTo>
                <a:close/>
                <a:moveTo>
                  <a:pt x="1460873" y="2095474"/>
                </a:moveTo>
                <a:lnTo>
                  <a:pt x="1469257" y="2099179"/>
                </a:lnTo>
                <a:cubicBezTo>
                  <a:pt x="1485439" y="2106470"/>
                  <a:pt x="1522810" y="2123944"/>
                  <a:pt x="1562870" y="2147084"/>
                </a:cubicBezTo>
                <a:cubicBezTo>
                  <a:pt x="1616284" y="2177933"/>
                  <a:pt x="1658607" y="2209612"/>
                  <a:pt x="1658607" y="2209612"/>
                </a:cubicBezTo>
                <a:lnTo>
                  <a:pt x="1635980" y="2248797"/>
                </a:lnTo>
                <a:cubicBezTo>
                  <a:pt x="1635980" y="2248797"/>
                  <a:pt x="1587348" y="2227961"/>
                  <a:pt x="1533999" y="2197188"/>
                </a:cubicBezTo>
                <a:cubicBezTo>
                  <a:pt x="1480583" y="2166332"/>
                  <a:pt x="1438259" y="2134654"/>
                  <a:pt x="1438259" y="2134654"/>
                </a:cubicBezTo>
                <a:close/>
                <a:moveTo>
                  <a:pt x="449268" y="2095468"/>
                </a:moveTo>
                <a:lnTo>
                  <a:pt x="471896" y="2134670"/>
                </a:lnTo>
                <a:cubicBezTo>
                  <a:pt x="471896" y="2134670"/>
                  <a:pt x="429574" y="2166349"/>
                  <a:pt x="376162" y="2197206"/>
                </a:cubicBezTo>
                <a:cubicBezTo>
                  <a:pt x="322748" y="2228041"/>
                  <a:pt x="274116" y="2248815"/>
                  <a:pt x="274116" y="2248815"/>
                </a:cubicBezTo>
                <a:lnTo>
                  <a:pt x="251487" y="2209633"/>
                </a:lnTo>
                <a:lnTo>
                  <a:pt x="251551" y="2209633"/>
                </a:lnTo>
                <a:cubicBezTo>
                  <a:pt x="251551" y="2209633"/>
                  <a:pt x="293874" y="2177951"/>
                  <a:pt x="347288" y="2147099"/>
                </a:cubicBezTo>
                <a:cubicBezTo>
                  <a:pt x="400701" y="2116247"/>
                  <a:pt x="449268" y="2095468"/>
                  <a:pt x="449268" y="2095468"/>
                </a:cubicBezTo>
                <a:close/>
                <a:moveTo>
                  <a:pt x="2252000" y="2095463"/>
                </a:moveTo>
                <a:lnTo>
                  <a:pt x="2260383" y="2099168"/>
                </a:lnTo>
                <a:cubicBezTo>
                  <a:pt x="2276564" y="2106458"/>
                  <a:pt x="2313933" y="2123933"/>
                  <a:pt x="2353993" y="2147072"/>
                </a:cubicBezTo>
                <a:cubicBezTo>
                  <a:pt x="2407411" y="2177921"/>
                  <a:pt x="2449735" y="2209601"/>
                  <a:pt x="2449735" y="2209601"/>
                </a:cubicBezTo>
                <a:lnTo>
                  <a:pt x="2427108" y="2248797"/>
                </a:lnTo>
                <a:cubicBezTo>
                  <a:pt x="2427108" y="2248797"/>
                  <a:pt x="2378472" y="2227949"/>
                  <a:pt x="2325122" y="2197176"/>
                </a:cubicBezTo>
                <a:cubicBezTo>
                  <a:pt x="2271708" y="2166321"/>
                  <a:pt x="2229387" y="2134642"/>
                  <a:pt x="2229387" y="2134642"/>
                </a:cubicBezTo>
                <a:close/>
                <a:moveTo>
                  <a:pt x="669744" y="2095463"/>
                </a:moveTo>
                <a:lnTo>
                  <a:pt x="669808" y="2095463"/>
                </a:lnTo>
                <a:lnTo>
                  <a:pt x="669795" y="2095485"/>
                </a:lnTo>
                <a:close/>
                <a:moveTo>
                  <a:pt x="1240411" y="2095457"/>
                </a:moveTo>
                <a:lnTo>
                  <a:pt x="1263039" y="2134659"/>
                </a:lnTo>
                <a:cubicBezTo>
                  <a:pt x="1263039" y="2134659"/>
                  <a:pt x="1220715" y="2166339"/>
                  <a:pt x="1167301" y="2197194"/>
                </a:cubicBezTo>
                <a:cubicBezTo>
                  <a:pt x="1113887" y="2228033"/>
                  <a:pt x="1065253" y="2248803"/>
                  <a:pt x="1065253" y="2248803"/>
                </a:cubicBezTo>
                <a:lnTo>
                  <a:pt x="1042617" y="2209619"/>
                </a:lnTo>
                <a:lnTo>
                  <a:pt x="1042681" y="2209619"/>
                </a:lnTo>
                <a:cubicBezTo>
                  <a:pt x="1042681" y="2209619"/>
                  <a:pt x="1085014" y="2177944"/>
                  <a:pt x="1138424" y="2147089"/>
                </a:cubicBezTo>
                <a:cubicBezTo>
                  <a:pt x="1191840" y="2116235"/>
                  <a:pt x="1240411" y="2095457"/>
                  <a:pt x="1240411" y="2095457"/>
                </a:cubicBezTo>
                <a:close/>
                <a:moveTo>
                  <a:pt x="3043144" y="2095452"/>
                </a:moveTo>
                <a:lnTo>
                  <a:pt x="3051523" y="2099157"/>
                </a:lnTo>
                <a:cubicBezTo>
                  <a:pt x="3067710" y="2106448"/>
                  <a:pt x="3105083" y="2123922"/>
                  <a:pt x="3145144" y="2147061"/>
                </a:cubicBezTo>
                <a:cubicBezTo>
                  <a:pt x="3198544" y="2177914"/>
                  <a:pt x="3240871" y="2209589"/>
                  <a:pt x="3240871" y="2209589"/>
                </a:cubicBezTo>
                <a:lnTo>
                  <a:pt x="3218243" y="2248775"/>
                </a:lnTo>
                <a:cubicBezTo>
                  <a:pt x="3218243" y="2248775"/>
                  <a:pt x="3169618" y="2227940"/>
                  <a:pt x="3116268" y="2197165"/>
                </a:cubicBezTo>
                <a:cubicBezTo>
                  <a:pt x="3062852" y="2166310"/>
                  <a:pt x="3020525" y="2134631"/>
                  <a:pt x="3020525" y="2134631"/>
                </a:cubicBezTo>
                <a:close/>
                <a:moveTo>
                  <a:pt x="1460821" y="2095452"/>
                </a:moveTo>
                <a:lnTo>
                  <a:pt x="1460890" y="2095452"/>
                </a:lnTo>
                <a:lnTo>
                  <a:pt x="1460873" y="2095474"/>
                </a:lnTo>
                <a:close/>
                <a:moveTo>
                  <a:pt x="2031482" y="2095446"/>
                </a:moveTo>
                <a:lnTo>
                  <a:pt x="2054113" y="2134647"/>
                </a:lnTo>
                <a:cubicBezTo>
                  <a:pt x="2054113" y="2134647"/>
                  <a:pt x="2011788" y="2166327"/>
                  <a:pt x="1958376" y="2197183"/>
                </a:cubicBezTo>
                <a:cubicBezTo>
                  <a:pt x="1904962" y="2228020"/>
                  <a:pt x="1856328" y="2248797"/>
                  <a:pt x="1856328" y="2248797"/>
                </a:cubicBezTo>
                <a:lnTo>
                  <a:pt x="1833699" y="2209608"/>
                </a:lnTo>
                <a:lnTo>
                  <a:pt x="1833765" y="2209608"/>
                </a:lnTo>
                <a:cubicBezTo>
                  <a:pt x="1833765" y="2209608"/>
                  <a:pt x="1876088" y="2177933"/>
                  <a:pt x="1929500" y="2147078"/>
                </a:cubicBezTo>
                <a:cubicBezTo>
                  <a:pt x="1982915" y="2116224"/>
                  <a:pt x="2031482" y="2095446"/>
                  <a:pt x="2031482" y="2095446"/>
                </a:cubicBezTo>
                <a:close/>
                <a:moveTo>
                  <a:pt x="3834266" y="2095442"/>
                </a:moveTo>
                <a:lnTo>
                  <a:pt x="3842651" y="2099146"/>
                </a:lnTo>
                <a:cubicBezTo>
                  <a:pt x="3858829" y="2106437"/>
                  <a:pt x="3896202" y="2123911"/>
                  <a:pt x="3936263" y="2147050"/>
                </a:cubicBezTo>
                <a:cubicBezTo>
                  <a:pt x="3989670" y="2177903"/>
                  <a:pt x="4031992" y="2209578"/>
                  <a:pt x="4031992" y="2209578"/>
                </a:cubicBezTo>
                <a:lnTo>
                  <a:pt x="4009366" y="2248763"/>
                </a:lnTo>
                <a:cubicBezTo>
                  <a:pt x="4009366" y="2248763"/>
                  <a:pt x="3960740" y="2227928"/>
                  <a:pt x="3907391" y="2197153"/>
                </a:cubicBezTo>
                <a:cubicBezTo>
                  <a:pt x="3853972" y="2166299"/>
                  <a:pt x="3811651" y="2134620"/>
                  <a:pt x="3811651" y="2134620"/>
                </a:cubicBezTo>
                <a:close/>
                <a:moveTo>
                  <a:pt x="2251951" y="2095441"/>
                </a:moveTo>
                <a:lnTo>
                  <a:pt x="2252012" y="2095441"/>
                </a:lnTo>
                <a:lnTo>
                  <a:pt x="2252000" y="2095463"/>
                </a:lnTo>
                <a:close/>
                <a:moveTo>
                  <a:pt x="2822615" y="2095435"/>
                </a:moveTo>
                <a:lnTo>
                  <a:pt x="2845242" y="2134637"/>
                </a:lnTo>
                <a:cubicBezTo>
                  <a:pt x="2845242" y="2134637"/>
                  <a:pt x="2802921" y="2166316"/>
                  <a:pt x="2749503" y="2197171"/>
                </a:cubicBezTo>
                <a:cubicBezTo>
                  <a:pt x="2696091" y="2228008"/>
                  <a:pt x="2647458" y="2248785"/>
                  <a:pt x="2647458" y="2248785"/>
                </a:cubicBezTo>
                <a:lnTo>
                  <a:pt x="2624830" y="2209596"/>
                </a:lnTo>
                <a:lnTo>
                  <a:pt x="2624892" y="2209596"/>
                </a:lnTo>
                <a:cubicBezTo>
                  <a:pt x="2624892" y="2209596"/>
                  <a:pt x="2667217" y="2177917"/>
                  <a:pt x="2720633" y="2147066"/>
                </a:cubicBezTo>
                <a:cubicBezTo>
                  <a:pt x="2774046" y="2116214"/>
                  <a:pt x="2822615" y="2095435"/>
                  <a:pt x="2822615" y="2095435"/>
                </a:cubicBezTo>
                <a:close/>
                <a:moveTo>
                  <a:pt x="4625259" y="2095431"/>
                </a:moveTo>
                <a:lnTo>
                  <a:pt x="4633642" y="2099136"/>
                </a:lnTo>
                <a:cubicBezTo>
                  <a:pt x="4649825" y="2106426"/>
                  <a:pt x="4687193" y="2123899"/>
                  <a:pt x="4727254" y="2147039"/>
                </a:cubicBezTo>
                <a:cubicBezTo>
                  <a:pt x="4780668" y="2177891"/>
                  <a:pt x="4822988" y="2209569"/>
                  <a:pt x="4822988" y="2209569"/>
                </a:cubicBezTo>
                <a:lnTo>
                  <a:pt x="4800366" y="2248756"/>
                </a:lnTo>
                <a:cubicBezTo>
                  <a:pt x="4800366" y="2248756"/>
                  <a:pt x="4751732" y="2227919"/>
                  <a:pt x="4698380" y="2197142"/>
                </a:cubicBezTo>
                <a:cubicBezTo>
                  <a:pt x="4644967" y="2166289"/>
                  <a:pt x="4602649" y="2134609"/>
                  <a:pt x="4602649" y="2134609"/>
                </a:cubicBezTo>
                <a:close/>
                <a:moveTo>
                  <a:pt x="3043094" y="2095430"/>
                </a:moveTo>
                <a:lnTo>
                  <a:pt x="3043156" y="2095430"/>
                </a:lnTo>
                <a:lnTo>
                  <a:pt x="3043144" y="2095452"/>
                </a:lnTo>
                <a:close/>
                <a:moveTo>
                  <a:pt x="3613742" y="2095425"/>
                </a:moveTo>
                <a:lnTo>
                  <a:pt x="3636372" y="2134626"/>
                </a:lnTo>
                <a:cubicBezTo>
                  <a:pt x="3636372" y="2134626"/>
                  <a:pt x="3594049" y="2166305"/>
                  <a:pt x="3540639" y="2197160"/>
                </a:cubicBezTo>
                <a:cubicBezTo>
                  <a:pt x="3487224" y="2227999"/>
                  <a:pt x="3438588" y="2248775"/>
                  <a:pt x="3438588" y="2248775"/>
                </a:cubicBezTo>
                <a:lnTo>
                  <a:pt x="3415959" y="2209585"/>
                </a:lnTo>
                <a:lnTo>
                  <a:pt x="3416027" y="2209585"/>
                </a:lnTo>
                <a:cubicBezTo>
                  <a:pt x="3416027" y="2209585"/>
                  <a:pt x="3458348" y="2177909"/>
                  <a:pt x="3511767" y="2147056"/>
                </a:cubicBezTo>
                <a:cubicBezTo>
                  <a:pt x="3565177" y="2116204"/>
                  <a:pt x="3613742" y="2095425"/>
                  <a:pt x="3613742" y="2095425"/>
                </a:cubicBezTo>
                <a:close/>
                <a:moveTo>
                  <a:pt x="5416402" y="2095420"/>
                </a:moveTo>
                <a:lnTo>
                  <a:pt x="5424781" y="2099125"/>
                </a:lnTo>
                <a:cubicBezTo>
                  <a:pt x="5440965" y="2106415"/>
                  <a:pt x="5478335" y="2123890"/>
                  <a:pt x="5518395" y="2147028"/>
                </a:cubicBezTo>
                <a:cubicBezTo>
                  <a:pt x="5571809" y="2177880"/>
                  <a:pt x="5614131" y="2209557"/>
                  <a:pt x="5614131" y="2209557"/>
                </a:cubicBezTo>
                <a:lnTo>
                  <a:pt x="5591504" y="2248743"/>
                </a:lnTo>
                <a:cubicBezTo>
                  <a:pt x="5591504" y="2248743"/>
                  <a:pt x="5542870" y="2227908"/>
                  <a:pt x="5489521" y="2197131"/>
                </a:cubicBezTo>
                <a:cubicBezTo>
                  <a:pt x="5436110" y="2166277"/>
                  <a:pt x="5393787" y="2134599"/>
                  <a:pt x="5393787" y="2134599"/>
                </a:cubicBezTo>
                <a:close/>
                <a:moveTo>
                  <a:pt x="3834218" y="2095419"/>
                </a:moveTo>
                <a:lnTo>
                  <a:pt x="3834279" y="2095419"/>
                </a:lnTo>
                <a:lnTo>
                  <a:pt x="3834266" y="2095442"/>
                </a:lnTo>
                <a:close/>
                <a:moveTo>
                  <a:pt x="4404860" y="2095414"/>
                </a:moveTo>
                <a:lnTo>
                  <a:pt x="4427491" y="2134615"/>
                </a:lnTo>
                <a:cubicBezTo>
                  <a:pt x="4427491" y="2134615"/>
                  <a:pt x="4385164" y="2166295"/>
                  <a:pt x="4331748" y="2197148"/>
                </a:cubicBezTo>
                <a:cubicBezTo>
                  <a:pt x="4278335" y="2227986"/>
                  <a:pt x="4229702" y="2248763"/>
                  <a:pt x="4229702" y="2248763"/>
                </a:cubicBezTo>
                <a:lnTo>
                  <a:pt x="4207074" y="2209573"/>
                </a:lnTo>
                <a:cubicBezTo>
                  <a:pt x="4207074" y="2209573"/>
                  <a:pt x="4249395" y="2177898"/>
                  <a:pt x="4302809" y="2147044"/>
                </a:cubicBezTo>
                <a:cubicBezTo>
                  <a:pt x="4356222" y="2116192"/>
                  <a:pt x="4404860" y="2095414"/>
                  <a:pt x="4404860" y="2095414"/>
                </a:cubicBezTo>
                <a:close/>
                <a:moveTo>
                  <a:pt x="4625211" y="2095408"/>
                </a:moveTo>
                <a:lnTo>
                  <a:pt x="4625271" y="2095408"/>
                </a:lnTo>
                <a:lnTo>
                  <a:pt x="4625259" y="2095431"/>
                </a:lnTo>
                <a:close/>
                <a:moveTo>
                  <a:pt x="5196000" y="2095403"/>
                </a:moveTo>
                <a:lnTo>
                  <a:pt x="5218629" y="2134605"/>
                </a:lnTo>
                <a:cubicBezTo>
                  <a:pt x="5218629" y="2134605"/>
                  <a:pt x="5176307" y="2166283"/>
                  <a:pt x="5122891" y="2197137"/>
                </a:cubicBezTo>
                <a:cubicBezTo>
                  <a:pt x="5069478" y="2227979"/>
                  <a:pt x="5020848" y="2248754"/>
                  <a:pt x="5020848" y="2248754"/>
                </a:cubicBezTo>
                <a:lnTo>
                  <a:pt x="4998215" y="2209564"/>
                </a:lnTo>
                <a:cubicBezTo>
                  <a:pt x="4998215" y="2209564"/>
                  <a:pt x="5040542" y="2177886"/>
                  <a:pt x="5093953" y="2147034"/>
                </a:cubicBezTo>
                <a:cubicBezTo>
                  <a:pt x="5147369" y="2116182"/>
                  <a:pt x="5196000" y="2095403"/>
                  <a:pt x="5196000" y="2095403"/>
                </a:cubicBezTo>
                <a:close/>
                <a:moveTo>
                  <a:pt x="5416352" y="2095397"/>
                </a:moveTo>
                <a:lnTo>
                  <a:pt x="5416414" y="2095397"/>
                </a:lnTo>
                <a:lnTo>
                  <a:pt x="5416402" y="2095420"/>
                </a:lnTo>
                <a:close/>
                <a:moveTo>
                  <a:pt x="5987067" y="2095392"/>
                </a:moveTo>
                <a:lnTo>
                  <a:pt x="6009695" y="2134593"/>
                </a:lnTo>
                <a:cubicBezTo>
                  <a:pt x="6009695" y="2134593"/>
                  <a:pt x="5967374" y="2166272"/>
                  <a:pt x="5913960" y="2197125"/>
                </a:cubicBezTo>
                <a:cubicBezTo>
                  <a:pt x="5860547" y="2227968"/>
                  <a:pt x="5811914" y="2248743"/>
                  <a:pt x="5811914" y="2248743"/>
                </a:cubicBezTo>
                <a:lnTo>
                  <a:pt x="5789285" y="2209553"/>
                </a:lnTo>
                <a:cubicBezTo>
                  <a:pt x="5789285" y="2209553"/>
                  <a:pt x="5831608" y="2177875"/>
                  <a:pt x="5885024" y="2147022"/>
                </a:cubicBezTo>
                <a:cubicBezTo>
                  <a:pt x="5938437" y="2116170"/>
                  <a:pt x="5987067" y="2095392"/>
                  <a:pt x="5987067" y="2095392"/>
                </a:cubicBezTo>
                <a:close/>
                <a:moveTo>
                  <a:pt x="6207480" y="2095386"/>
                </a:moveTo>
                <a:cubicBezTo>
                  <a:pt x="6207480" y="2095386"/>
                  <a:pt x="6256113" y="2116165"/>
                  <a:pt x="6309528" y="2147017"/>
                </a:cubicBezTo>
                <a:cubicBezTo>
                  <a:pt x="6362878" y="2177868"/>
                  <a:pt x="6405201" y="2209546"/>
                  <a:pt x="6405201" y="2209546"/>
                </a:cubicBezTo>
                <a:lnTo>
                  <a:pt x="6382638" y="2248738"/>
                </a:lnTo>
                <a:cubicBezTo>
                  <a:pt x="6382638" y="2248738"/>
                  <a:pt x="6334004" y="2227899"/>
                  <a:pt x="6280590" y="2197119"/>
                </a:cubicBezTo>
                <a:cubicBezTo>
                  <a:pt x="6227176" y="2166266"/>
                  <a:pt x="6184852" y="2134587"/>
                  <a:pt x="6184852" y="2134587"/>
                </a:cubicBezTo>
                <a:close/>
                <a:moveTo>
                  <a:pt x="6778210" y="2095381"/>
                </a:moveTo>
                <a:lnTo>
                  <a:pt x="6800772" y="2134582"/>
                </a:lnTo>
                <a:cubicBezTo>
                  <a:pt x="6800772" y="2134582"/>
                  <a:pt x="6758449" y="2166261"/>
                  <a:pt x="6705035" y="2197114"/>
                </a:cubicBezTo>
                <a:cubicBezTo>
                  <a:pt x="6651621" y="2227957"/>
                  <a:pt x="6603052" y="2248735"/>
                  <a:pt x="6603052" y="2248735"/>
                </a:cubicBezTo>
                <a:lnTo>
                  <a:pt x="6580424" y="2209542"/>
                </a:lnTo>
                <a:cubicBezTo>
                  <a:pt x="6580424" y="2209542"/>
                  <a:pt x="6622747" y="2177863"/>
                  <a:pt x="6676161" y="2147011"/>
                </a:cubicBezTo>
                <a:cubicBezTo>
                  <a:pt x="6729575" y="2116160"/>
                  <a:pt x="6778210" y="2095381"/>
                  <a:pt x="6778210" y="2095381"/>
                </a:cubicBezTo>
                <a:close/>
                <a:moveTo>
                  <a:pt x="6998558" y="2095375"/>
                </a:moveTo>
                <a:cubicBezTo>
                  <a:pt x="6998558" y="2095375"/>
                  <a:pt x="7047191" y="2116154"/>
                  <a:pt x="7100606" y="2147006"/>
                </a:cubicBezTo>
                <a:cubicBezTo>
                  <a:pt x="7154020" y="2177856"/>
                  <a:pt x="7196344" y="2209534"/>
                  <a:pt x="7196344" y="2209534"/>
                </a:cubicBezTo>
                <a:lnTo>
                  <a:pt x="7173716" y="2248727"/>
                </a:lnTo>
                <a:cubicBezTo>
                  <a:pt x="7173716" y="2248727"/>
                  <a:pt x="7125146" y="2227888"/>
                  <a:pt x="7071731" y="2197108"/>
                </a:cubicBezTo>
                <a:cubicBezTo>
                  <a:pt x="7018317" y="2166255"/>
                  <a:pt x="6975995" y="2134576"/>
                  <a:pt x="6975995" y="2134576"/>
                </a:cubicBezTo>
                <a:close/>
                <a:moveTo>
                  <a:pt x="7569286" y="2095370"/>
                </a:moveTo>
                <a:lnTo>
                  <a:pt x="7591913" y="2134571"/>
                </a:lnTo>
                <a:cubicBezTo>
                  <a:pt x="7591913" y="2134571"/>
                  <a:pt x="7549590" y="2166250"/>
                  <a:pt x="7496176" y="2197102"/>
                </a:cubicBezTo>
                <a:cubicBezTo>
                  <a:pt x="7442762" y="2227947"/>
                  <a:pt x="7394128" y="2248724"/>
                  <a:pt x="7394128" y="2248724"/>
                </a:cubicBezTo>
                <a:lnTo>
                  <a:pt x="7371564" y="2209530"/>
                </a:lnTo>
                <a:cubicBezTo>
                  <a:pt x="7371564" y="2209530"/>
                  <a:pt x="7413887" y="2177852"/>
                  <a:pt x="7467302" y="2147000"/>
                </a:cubicBezTo>
                <a:cubicBezTo>
                  <a:pt x="7520716" y="2116149"/>
                  <a:pt x="7569286" y="2095370"/>
                  <a:pt x="7569286" y="2095370"/>
                </a:cubicBezTo>
                <a:close/>
                <a:moveTo>
                  <a:pt x="7789699" y="2095364"/>
                </a:moveTo>
                <a:cubicBezTo>
                  <a:pt x="7789699" y="2095364"/>
                  <a:pt x="7838333" y="2116143"/>
                  <a:pt x="7891747" y="2146995"/>
                </a:cubicBezTo>
                <a:cubicBezTo>
                  <a:pt x="7945161" y="2177845"/>
                  <a:pt x="7987485" y="2209523"/>
                  <a:pt x="7987485" y="2209523"/>
                </a:cubicBezTo>
                <a:lnTo>
                  <a:pt x="7964857" y="2248719"/>
                </a:lnTo>
                <a:cubicBezTo>
                  <a:pt x="7964857" y="2248719"/>
                  <a:pt x="7916223" y="2227879"/>
                  <a:pt x="7862873" y="2197096"/>
                </a:cubicBezTo>
                <a:cubicBezTo>
                  <a:pt x="7809395" y="2166244"/>
                  <a:pt x="7767072" y="2134566"/>
                  <a:pt x="7767072" y="2134566"/>
                </a:cubicBezTo>
                <a:close/>
                <a:moveTo>
                  <a:pt x="8360428" y="2095359"/>
                </a:moveTo>
                <a:lnTo>
                  <a:pt x="8383056" y="2134560"/>
                </a:lnTo>
                <a:cubicBezTo>
                  <a:pt x="8383056" y="2134560"/>
                  <a:pt x="8340732" y="2166239"/>
                  <a:pt x="8287318" y="2197091"/>
                </a:cubicBezTo>
                <a:cubicBezTo>
                  <a:pt x="8233904" y="2227938"/>
                  <a:pt x="8185270" y="2248713"/>
                  <a:pt x="8185270" y="2248713"/>
                </a:cubicBezTo>
                <a:lnTo>
                  <a:pt x="8162642" y="2209519"/>
                </a:lnTo>
                <a:cubicBezTo>
                  <a:pt x="8162642" y="2209519"/>
                  <a:pt x="8204965" y="2177841"/>
                  <a:pt x="8258380" y="2146989"/>
                </a:cubicBezTo>
                <a:cubicBezTo>
                  <a:pt x="8311794" y="2116138"/>
                  <a:pt x="8360428" y="2095359"/>
                  <a:pt x="8360428" y="2095359"/>
                </a:cubicBezTo>
                <a:close/>
                <a:moveTo>
                  <a:pt x="8580840" y="2095354"/>
                </a:moveTo>
                <a:cubicBezTo>
                  <a:pt x="8580840" y="2095354"/>
                  <a:pt x="8629474" y="2116133"/>
                  <a:pt x="8682888" y="2146984"/>
                </a:cubicBezTo>
                <a:cubicBezTo>
                  <a:pt x="8736302" y="2177833"/>
                  <a:pt x="8778626" y="2209512"/>
                  <a:pt x="8778626" y="2209512"/>
                </a:cubicBezTo>
                <a:lnTo>
                  <a:pt x="8755998" y="2248708"/>
                </a:lnTo>
                <a:cubicBezTo>
                  <a:pt x="8755998" y="2248708"/>
                  <a:pt x="8707364" y="2227868"/>
                  <a:pt x="8654014" y="2197085"/>
                </a:cubicBezTo>
                <a:cubicBezTo>
                  <a:pt x="8600536" y="2166233"/>
                  <a:pt x="8558213" y="2134555"/>
                  <a:pt x="8558213" y="2134555"/>
                </a:cubicBezTo>
                <a:close/>
                <a:moveTo>
                  <a:pt x="9151570" y="2095348"/>
                </a:moveTo>
                <a:lnTo>
                  <a:pt x="9174198" y="2134549"/>
                </a:lnTo>
                <a:cubicBezTo>
                  <a:pt x="9174198" y="2134549"/>
                  <a:pt x="9131874" y="2166228"/>
                  <a:pt x="9078460" y="2197079"/>
                </a:cubicBezTo>
                <a:cubicBezTo>
                  <a:pt x="9025046" y="2227927"/>
                  <a:pt x="8976412" y="2248704"/>
                  <a:pt x="8976412" y="2248704"/>
                </a:cubicBezTo>
                <a:lnTo>
                  <a:pt x="8953784" y="2209507"/>
                </a:lnTo>
                <a:cubicBezTo>
                  <a:pt x="8953784" y="2209507"/>
                  <a:pt x="8996107" y="2177830"/>
                  <a:pt x="9049522" y="2146978"/>
                </a:cubicBezTo>
                <a:cubicBezTo>
                  <a:pt x="9102936" y="2116127"/>
                  <a:pt x="9151570" y="2095348"/>
                  <a:pt x="9151570" y="2095348"/>
                </a:cubicBezTo>
                <a:close/>
                <a:moveTo>
                  <a:pt x="9371982" y="2095343"/>
                </a:moveTo>
                <a:cubicBezTo>
                  <a:pt x="9371982" y="2095343"/>
                  <a:pt x="9420552" y="2116121"/>
                  <a:pt x="9474030" y="2146972"/>
                </a:cubicBezTo>
                <a:cubicBezTo>
                  <a:pt x="9527381" y="2177822"/>
                  <a:pt x="9569704" y="2209500"/>
                  <a:pt x="9569704" y="2209500"/>
                </a:cubicBezTo>
                <a:lnTo>
                  <a:pt x="9547140" y="2248701"/>
                </a:lnTo>
                <a:cubicBezTo>
                  <a:pt x="9547140" y="2248701"/>
                  <a:pt x="9498507" y="2227857"/>
                  <a:pt x="9445093" y="2197073"/>
                </a:cubicBezTo>
                <a:cubicBezTo>
                  <a:pt x="9391678" y="2166222"/>
                  <a:pt x="9349355" y="2134543"/>
                  <a:pt x="9349355" y="2134543"/>
                </a:cubicBezTo>
                <a:close/>
                <a:moveTo>
                  <a:pt x="9942711" y="2095337"/>
                </a:moveTo>
                <a:lnTo>
                  <a:pt x="9965275" y="2134537"/>
                </a:lnTo>
                <a:cubicBezTo>
                  <a:pt x="9965275" y="2134537"/>
                  <a:pt x="9922951" y="2166217"/>
                  <a:pt x="9869601" y="2197068"/>
                </a:cubicBezTo>
                <a:cubicBezTo>
                  <a:pt x="9816123" y="2227916"/>
                  <a:pt x="9767553" y="2248692"/>
                  <a:pt x="9767553" y="2248692"/>
                </a:cubicBezTo>
                <a:lnTo>
                  <a:pt x="9744925" y="2209496"/>
                </a:lnTo>
                <a:cubicBezTo>
                  <a:pt x="9744925" y="2209496"/>
                  <a:pt x="9787248" y="2177818"/>
                  <a:pt x="9840663" y="2146967"/>
                </a:cubicBezTo>
                <a:cubicBezTo>
                  <a:pt x="9894077" y="2116116"/>
                  <a:pt x="9942711" y="2095337"/>
                  <a:pt x="9942711" y="2095337"/>
                </a:cubicBezTo>
                <a:close/>
                <a:moveTo>
                  <a:pt x="10163059" y="2095332"/>
                </a:moveTo>
                <a:cubicBezTo>
                  <a:pt x="10163059" y="2095332"/>
                  <a:pt x="10211693" y="2116111"/>
                  <a:pt x="10265107" y="2146961"/>
                </a:cubicBezTo>
                <a:cubicBezTo>
                  <a:pt x="10318522" y="2177812"/>
                  <a:pt x="10360845" y="2209489"/>
                  <a:pt x="10360845" y="2209489"/>
                </a:cubicBezTo>
                <a:lnTo>
                  <a:pt x="10338218" y="2248690"/>
                </a:lnTo>
                <a:cubicBezTo>
                  <a:pt x="10338218" y="2248690"/>
                  <a:pt x="10289648" y="2227847"/>
                  <a:pt x="10236234" y="2197062"/>
                </a:cubicBezTo>
                <a:cubicBezTo>
                  <a:pt x="10182819" y="2166211"/>
                  <a:pt x="10140496" y="2134532"/>
                  <a:pt x="10140496" y="2134532"/>
                </a:cubicBezTo>
                <a:close/>
                <a:moveTo>
                  <a:pt x="10733788" y="2095326"/>
                </a:moveTo>
                <a:lnTo>
                  <a:pt x="10756416" y="2134526"/>
                </a:lnTo>
                <a:cubicBezTo>
                  <a:pt x="10756416" y="2134526"/>
                  <a:pt x="10714092" y="2166206"/>
                  <a:pt x="10660678" y="2197056"/>
                </a:cubicBezTo>
                <a:cubicBezTo>
                  <a:pt x="10607264" y="2227905"/>
                  <a:pt x="10558630" y="2248683"/>
                  <a:pt x="10558630" y="2248683"/>
                </a:cubicBezTo>
                <a:lnTo>
                  <a:pt x="10536066" y="2209484"/>
                </a:lnTo>
                <a:cubicBezTo>
                  <a:pt x="10536066" y="2209484"/>
                  <a:pt x="10578389" y="2177807"/>
                  <a:pt x="10631804" y="2146956"/>
                </a:cubicBezTo>
                <a:cubicBezTo>
                  <a:pt x="10685218" y="2116106"/>
                  <a:pt x="10733788" y="2095326"/>
                  <a:pt x="10733788" y="2095326"/>
                </a:cubicBezTo>
                <a:close/>
                <a:moveTo>
                  <a:pt x="10954201" y="2095321"/>
                </a:moveTo>
                <a:cubicBezTo>
                  <a:pt x="10954201" y="2095321"/>
                  <a:pt x="11002835" y="2116100"/>
                  <a:pt x="11056249" y="2146950"/>
                </a:cubicBezTo>
                <a:cubicBezTo>
                  <a:pt x="11109664" y="2177800"/>
                  <a:pt x="11151987" y="2209477"/>
                  <a:pt x="11151987" y="2209477"/>
                </a:cubicBezTo>
                <a:lnTo>
                  <a:pt x="11129360" y="2248679"/>
                </a:lnTo>
                <a:cubicBezTo>
                  <a:pt x="11129360" y="2248679"/>
                  <a:pt x="11080790" y="2227836"/>
                  <a:pt x="11027376" y="2197050"/>
                </a:cubicBezTo>
                <a:cubicBezTo>
                  <a:pt x="10973961" y="2166200"/>
                  <a:pt x="10931638" y="2134521"/>
                  <a:pt x="10931638" y="2134521"/>
                </a:cubicBezTo>
                <a:close/>
                <a:moveTo>
                  <a:pt x="11524930" y="2095315"/>
                </a:moveTo>
                <a:lnTo>
                  <a:pt x="11547558" y="2134516"/>
                </a:lnTo>
                <a:cubicBezTo>
                  <a:pt x="11547558" y="2134516"/>
                  <a:pt x="11505234" y="2166195"/>
                  <a:pt x="11451820" y="2197045"/>
                </a:cubicBezTo>
                <a:cubicBezTo>
                  <a:pt x="11398406" y="2227893"/>
                  <a:pt x="11349772" y="2248672"/>
                  <a:pt x="11349772" y="2248672"/>
                </a:cubicBezTo>
                <a:lnTo>
                  <a:pt x="11327208" y="2209473"/>
                </a:lnTo>
                <a:cubicBezTo>
                  <a:pt x="11327208" y="2209473"/>
                  <a:pt x="11369531" y="2177796"/>
                  <a:pt x="11422946" y="2146945"/>
                </a:cubicBezTo>
                <a:cubicBezTo>
                  <a:pt x="11476360" y="2116094"/>
                  <a:pt x="11524930" y="2095315"/>
                  <a:pt x="11524930" y="2095315"/>
                </a:cubicBezTo>
                <a:close/>
                <a:moveTo>
                  <a:pt x="11745343" y="2095310"/>
                </a:moveTo>
                <a:cubicBezTo>
                  <a:pt x="11745343" y="2095310"/>
                  <a:pt x="11793976" y="2116089"/>
                  <a:pt x="11847390" y="2146939"/>
                </a:cubicBezTo>
                <a:cubicBezTo>
                  <a:pt x="11900804" y="2177790"/>
                  <a:pt x="11943128" y="2209468"/>
                  <a:pt x="11943128" y="2209468"/>
                </a:cubicBezTo>
                <a:lnTo>
                  <a:pt x="11920501" y="2248669"/>
                </a:lnTo>
                <a:cubicBezTo>
                  <a:pt x="11920501" y="2248669"/>
                  <a:pt x="11871867" y="2227826"/>
                  <a:pt x="11818516" y="2197039"/>
                </a:cubicBezTo>
                <a:cubicBezTo>
                  <a:pt x="11765038" y="2166189"/>
                  <a:pt x="11722715" y="2134510"/>
                  <a:pt x="11722715" y="2134510"/>
                </a:cubicBezTo>
                <a:close/>
                <a:moveTo>
                  <a:pt x="141282" y="1943759"/>
                </a:moveTo>
                <a:lnTo>
                  <a:pt x="186536" y="1943759"/>
                </a:lnTo>
                <a:cubicBezTo>
                  <a:pt x="186536" y="1943759"/>
                  <a:pt x="192846" y="1996284"/>
                  <a:pt x="192846" y="2057989"/>
                </a:cubicBezTo>
                <a:cubicBezTo>
                  <a:pt x="192846" y="2119690"/>
                  <a:pt x="186536" y="2172149"/>
                  <a:pt x="186536" y="2172149"/>
                </a:cubicBezTo>
                <a:lnTo>
                  <a:pt x="141282" y="2172149"/>
                </a:lnTo>
                <a:cubicBezTo>
                  <a:pt x="141282" y="2172149"/>
                  <a:pt x="135035" y="2119626"/>
                  <a:pt x="135035" y="2057989"/>
                </a:cubicBezTo>
                <a:cubicBezTo>
                  <a:pt x="135035" y="1996348"/>
                  <a:pt x="141282" y="1943759"/>
                  <a:pt x="141282" y="1943759"/>
                </a:cubicBezTo>
                <a:close/>
                <a:moveTo>
                  <a:pt x="932414" y="1943749"/>
                </a:moveTo>
                <a:lnTo>
                  <a:pt x="977669" y="1943749"/>
                </a:lnTo>
                <a:cubicBezTo>
                  <a:pt x="977669" y="1943749"/>
                  <a:pt x="983979" y="1996275"/>
                  <a:pt x="983979" y="2057980"/>
                </a:cubicBezTo>
                <a:cubicBezTo>
                  <a:pt x="983979" y="2119683"/>
                  <a:pt x="977669" y="2172143"/>
                  <a:pt x="977669" y="2172143"/>
                </a:cubicBezTo>
                <a:lnTo>
                  <a:pt x="932414" y="2172143"/>
                </a:lnTo>
                <a:cubicBezTo>
                  <a:pt x="932414" y="2172143"/>
                  <a:pt x="926104" y="2119619"/>
                  <a:pt x="926104" y="2057980"/>
                </a:cubicBezTo>
                <a:cubicBezTo>
                  <a:pt x="926104" y="1996339"/>
                  <a:pt x="932414" y="1943749"/>
                  <a:pt x="932414" y="1943749"/>
                </a:cubicBezTo>
                <a:close/>
                <a:moveTo>
                  <a:pt x="1723556" y="1943739"/>
                </a:moveTo>
                <a:lnTo>
                  <a:pt x="1768814" y="1943739"/>
                </a:lnTo>
                <a:cubicBezTo>
                  <a:pt x="1768814" y="1943739"/>
                  <a:pt x="1775125" y="1996264"/>
                  <a:pt x="1775125" y="2057969"/>
                </a:cubicBezTo>
                <a:cubicBezTo>
                  <a:pt x="1775125" y="2119672"/>
                  <a:pt x="1768814" y="2172131"/>
                  <a:pt x="1768814" y="2172131"/>
                </a:cubicBezTo>
                <a:lnTo>
                  <a:pt x="1723556" y="2172131"/>
                </a:lnTo>
                <a:cubicBezTo>
                  <a:pt x="1723556" y="2172131"/>
                  <a:pt x="1717247" y="2119609"/>
                  <a:pt x="1717247" y="2057969"/>
                </a:cubicBezTo>
                <a:cubicBezTo>
                  <a:pt x="1717247" y="1996328"/>
                  <a:pt x="1723556" y="1943739"/>
                  <a:pt x="1723556" y="1943739"/>
                </a:cubicBezTo>
                <a:close/>
                <a:moveTo>
                  <a:pt x="2514689" y="1943729"/>
                </a:moveTo>
                <a:lnTo>
                  <a:pt x="2559944" y="1943729"/>
                </a:lnTo>
                <a:cubicBezTo>
                  <a:pt x="2559944" y="1943729"/>
                  <a:pt x="2566255" y="1996254"/>
                  <a:pt x="2566255" y="2057959"/>
                </a:cubicBezTo>
                <a:cubicBezTo>
                  <a:pt x="2566255" y="2119662"/>
                  <a:pt x="2559944" y="2172120"/>
                  <a:pt x="2559944" y="2172120"/>
                </a:cubicBezTo>
                <a:lnTo>
                  <a:pt x="2514689" y="2172120"/>
                </a:lnTo>
                <a:cubicBezTo>
                  <a:pt x="2514689" y="2172120"/>
                  <a:pt x="2508444" y="2119598"/>
                  <a:pt x="2508444" y="2057959"/>
                </a:cubicBezTo>
                <a:cubicBezTo>
                  <a:pt x="2508444" y="1996318"/>
                  <a:pt x="2514689" y="1943729"/>
                  <a:pt x="2514689" y="1943729"/>
                </a:cubicBezTo>
                <a:close/>
                <a:moveTo>
                  <a:pt x="3305820" y="1943719"/>
                </a:moveTo>
                <a:lnTo>
                  <a:pt x="3351078" y="1943719"/>
                </a:lnTo>
                <a:cubicBezTo>
                  <a:pt x="3351078" y="1943719"/>
                  <a:pt x="3357385" y="1996244"/>
                  <a:pt x="3357385" y="2057948"/>
                </a:cubicBezTo>
                <a:cubicBezTo>
                  <a:pt x="3357385" y="2119650"/>
                  <a:pt x="3351078" y="2172109"/>
                  <a:pt x="3351078" y="2172109"/>
                </a:cubicBezTo>
                <a:lnTo>
                  <a:pt x="3305820" y="2172109"/>
                </a:lnTo>
                <a:cubicBezTo>
                  <a:pt x="3305820" y="2172109"/>
                  <a:pt x="3299575" y="2119587"/>
                  <a:pt x="3299575" y="2057948"/>
                </a:cubicBezTo>
                <a:cubicBezTo>
                  <a:pt x="3299575" y="1996307"/>
                  <a:pt x="3305820" y="1943719"/>
                  <a:pt x="3305820" y="1943719"/>
                </a:cubicBezTo>
                <a:close/>
                <a:moveTo>
                  <a:pt x="4096880" y="1943709"/>
                </a:moveTo>
                <a:lnTo>
                  <a:pt x="4142136" y="1943709"/>
                </a:lnTo>
                <a:cubicBezTo>
                  <a:pt x="4142136" y="1943709"/>
                  <a:pt x="4148446" y="1996233"/>
                  <a:pt x="4148446" y="2057937"/>
                </a:cubicBezTo>
                <a:cubicBezTo>
                  <a:pt x="4148446" y="2119639"/>
                  <a:pt x="4142136" y="2172098"/>
                  <a:pt x="4142136" y="2172098"/>
                </a:cubicBezTo>
                <a:lnTo>
                  <a:pt x="4096880" y="2172098"/>
                </a:lnTo>
                <a:cubicBezTo>
                  <a:pt x="4096880" y="2172098"/>
                  <a:pt x="4090633" y="2119577"/>
                  <a:pt x="4090633" y="2057937"/>
                </a:cubicBezTo>
                <a:cubicBezTo>
                  <a:pt x="4090633" y="1996297"/>
                  <a:pt x="4096880" y="1943709"/>
                  <a:pt x="4096880" y="1943709"/>
                </a:cubicBezTo>
                <a:close/>
                <a:moveTo>
                  <a:pt x="4887944" y="1943699"/>
                </a:moveTo>
                <a:lnTo>
                  <a:pt x="4933198" y="1943699"/>
                </a:lnTo>
                <a:cubicBezTo>
                  <a:pt x="4933198" y="1943699"/>
                  <a:pt x="4939507" y="1996223"/>
                  <a:pt x="4939507" y="2057926"/>
                </a:cubicBezTo>
                <a:cubicBezTo>
                  <a:pt x="4939507" y="2119629"/>
                  <a:pt x="4933198" y="2172088"/>
                  <a:pt x="4933198" y="2172088"/>
                </a:cubicBezTo>
                <a:lnTo>
                  <a:pt x="4887944" y="2172088"/>
                </a:lnTo>
                <a:cubicBezTo>
                  <a:pt x="4887944" y="2172088"/>
                  <a:pt x="4881696" y="2119565"/>
                  <a:pt x="4881696" y="2057926"/>
                </a:cubicBezTo>
                <a:cubicBezTo>
                  <a:pt x="4881696" y="1996287"/>
                  <a:pt x="4887944" y="1943699"/>
                  <a:pt x="4887944" y="1943699"/>
                </a:cubicBezTo>
                <a:close/>
                <a:moveTo>
                  <a:pt x="5679084" y="1943689"/>
                </a:moveTo>
                <a:lnTo>
                  <a:pt x="5724338" y="1943689"/>
                </a:lnTo>
                <a:cubicBezTo>
                  <a:pt x="5724338" y="1943689"/>
                  <a:pt x="5730645" y="1996212"/>
                  <a:pt x="5730645" y="2057916"/>
                </a:cubicBezTo>
                <a:cubicBezTo>
                  <a:pt x="5730645" y="2119618"/>
                  <a:pt x="5724338" y="2172077"/>
                  <a:pt x="5724338" y="2172077"/>
                </a:cubicBezTo>
                <a:lnTo>
                  <a:pt x="5679084" y="2172077"/>
                </a:lnTo>
                <a:cubicBezTo>
                  <a:pt x="5679084" y="2172077"/>
                  <a:pt x="5672769" y="2119554"/>
                  <a:pt x="5672769" y="2057916"/>
                </a:cubicBezTo>
                <a:cubicBezTo>
                  <a:pt x="5672769" y="1996276"/>
                  <a:pt x="5679084" y="1943689"/>
                  <a:pt x="5679084" y="1943689"/>
                </a:cubicBezTo>
                <a:close/>
                <a:moveTo>
                  <a:pt x="6470217" y="1943679"/>
                </a:moveTo>
                <a:lnTo>
                  <a:pt x="6515408" y="1943679"/>
                </a:lnTo>
                <a:cubicBezTo>
                  <a:pt x="6515408" y="1943679"/>
                  <a:pt x="6521719" y="1996202"/>
                  <a:pt x="6521719" y="2057905"/>
                </a:cubicBezTo>
                <a:cubicBezTo>
                  <a:pt x="6521719" y="2119607"/>
                  <a:pt x="6515408" y="2172066"/>
                  <a:pt x="6515408" y="2172066"/>
                </a:cubicBezTo>
                <a:lnTo>
                  <a:pt x="6470217" y="2172066"/>
                </a:lnTo>
                <a:cubicBezTo>
                  <a:pt x="6470217" y="2172066"/>
                  <a:pt x="6463906" y="2119544"/>
                  <a:pt x="6463906" y="2057905"/>
                </a:cubicBezTo>
                <a:cubicBezTo>
                  <a:pt x="6463906" y="1996266"/>
                  <a:pt x="6470217" y="1943679"/>
                  <a:pt x="6470217" y="1943679"/>
                </a:cubicBezTo>
                <a:close/>
                <a:moveTo>
                  <a:pt x="7261293" y="1943668"/>
                </a:moveTo>
                <a:lnTo>
                  <a:pt x="7306549" y="1943668"/>
                </a:lnTo>
                <a:cubicBezTo>
                  <a:pt x="7306549" y="1943668"/>
                  <a:pt x="7312860" y="1996192"/>
                  <a:pt x="7312860" y="2057894"/>
                </a:cubicBezTo>
                <a:cubicBezTo>
                  <a:pt x="7312860" y="2119596"/>
                  <a:pt x="7306549" y="2172055"/>
                  <a:pt x="7306549" y="2172055"/>
                </a:cubicBezTo>
                <a:lnTo>
                  <a:pt x="7261293" y="2172055"/>
                </a:lnTo>
                <a:cubicBezTo>
                  <a:pt x="7261293" y="2172055"/>
                  <a:pt x="7255047" y="2119533"/>
                  <a:pt x="7255047" y="2057894"/>
                </a:cubicBezTo>
                <a:cubicBezTo>
                  <a:pt x="7255047" y="1996256"/>
                  <a:pt x="7261293" y="1943668"/>
                  <a:pt x="7261293" y="1943668"/>
                </a:cubicBezTo>
                <a:close/>
                <a:moveTo>
                  <a:pt x="8052435" y="1943658"/>
                </a:moveTo>
                <a:lnTo>
                  <a:pt x="8097691" y="1943658"/>
                </a:lnTo>
                <a:cubicBezTo>
                  <a:pt x="8097691" y="1943658"/>
                  <a:pt x="8103938" y="1996181"/>
                  <a:pt x="8103938" y="2057884"/>
                </a:cubicBezTo>
                <a:cubicBezTo>
                  <a:pt x="8103938" y="2119585"/>
                  <a:pt x="8097691" y="2172044"/>
                  <a:pt x="8097691" y="2172044"/>
                </a:cubicBezTo>
                <a:lnTo>
                  <a:pt x="8052435" y="2172044"/>
                </a:lnTo>
                <a:cubicBezTo>
                  <a:pt x="8052435" y="2172044"/>
                  <a:pt x="8046189" y="2119522"/>
                  <a:pt x="8046189" y="2057884"/>
                </a:cubicBezTo>
                <a:cubicBezTo>
                  <a:pt x="8046189" y="1996246"/>
                  <a:pt x="8052435" y="1943658"/>
                  <a:pt x="8052435" y="1943658"/>
                </a:cubicBezTo>
                <a:close/>
                <a:moveTo>
                  <a:pt x="8843577" y="1943648"/>
                </a:moveTo>
                <a:lnTo>
                  <a:pt x="8888832" y="1943648"/>
                </a:lnTo>
                <a:cubicBezTo>
                  <a:pt x="8888832" y="1943648"/>
                  <a:pt x="8895079" y="1996171"/>
                  <a:pt x="8895079" y="2057873"/>
                </a:cubicBezTo>
                <a:cubicBezTo>
                  <a:pt x="8895079" y="2119575"/>
                  <a:pt x="8888832" y="2172033"/>
                  <a:pt x="8888832" y="2172033"/>
                </a:cubicBezTo>
                <a:lnTo>
                  <a:pt x="8843577" y="2172033"/>
                </a:lnTo>
                <a:cubicBezTo>
                  <a:pt x="8843577" y="2172033"/>
                  <a:pt x="8837330" y="2119511"/>
                  <a:pt x="8837330" y="2057873"/>
                </a:cubicBezTo>
                <a:cubicBezTo>
                  <a:pt x="8837330" y="1996235"/>
                  <a:pt x="8843577" y="1943648"/>
                  <a:pt x="8843577" y="1943648"/>
                </a:cubicBezTo>
                <a:close/>
                <a:moveTo>
                  <a:pt x="9634719" y="1943638"/>
                </a:moveTo>
                <a:lnTo>
                  <a:pt x="9679910" y="1943638"/>
                </a:lnTo>
                <a:cubicBezTo>
                  <a:pt x="9679910" y="1943638"/>
                  <a:pt x="9686221" y="1996161"/>
                  <a:pt x="9686221" y="2057862"/>
                </a:cubicBezTo>
                <a:cubicBezTo>
                  <a:pt x="9686221" y="2119564"/>
                  <a:pt x="9679910" y="2172022"/>
                  <a:pt x="9679910" y="2172022"/>
                </a:cubicBezTo>
                <a:lnTo>
                  <a:pt x="9634719" y="2172022"/>
                </a:lnTo>
                <a:cubicBezTo>
                  <a:pt x="9634719" y="2172022"/>
                  <a:pt x="9628408" y="2119500"/>
                  <a:pt x="9628408" y="2057862"/>
                </a:cubicBezTo>
                <a:cubicBezTo>
                  <a:pt x="9628408" y="1996225"/>
                  <a:pt x="9634719" y="1943638"/>
                  <a:pt x="9634719" y="1943638"/>
                </a:cubicBezTo>
                <a:close/>
                <a:moveTo>
                  <a:pt x="10425796" y="1943628"/>
                </a:moveTo>
                <a:lnTo>
                  <a:pt x="10471052" y="1943628"/>
                </a:lnTo>
                <a:cubicBezTo>
                  <a:pt x="10471052" y="1943628"/>
                  <a:pt x="10477362" y="1996151"/>
                  <a:pt x="10477362" y="2057851"/>
                </a:cubicBezTo>
                <a:cubicBezTo>
                  <a:pt x="10477362" y="2119553"/>
                  <a:pt x="10471052" y="2172011"/>
                  <a:pt x="10471052" y="2172011"/>
                </a:cubicBezTo>
                <a:lnTo>
                  <a:pt x="10425796" y="2172011"/>
                </a:lnTo>
                <a:cubicBezTo>
                  <a:pt x="10425796" y="2172011"/>
                  <a:pt x="10419550" y="2119489"/>
                  <a:pt x="10419550" y="2057851"/>
                </a:cubicBezTo>
                <a:cubicBezTo>
                  <a:pt x="10419550" y="1996215"/>
                  <a:pt x="10425796" y="1943628"/>
                  <a:pt x="10425796" y="1943628"/>
                </a:cubicBezTo>
                <a:close/>
                <a:moveTo>
                  <a:pt x="11216938" y="1943618"/>
                </a:moveTo>
                <a:lnTo>
                  <a:pt x="11262194" y="1943618"/>
                </a:lnTo>
                <a:cubicBezTo>
                  <a:pt x="11262194" y="1943618"/>
                  <a:pt x="11268504" y="1996140"/>
                  <a:pt x="11268504" y="2057841"/>
                </a:cubicBezTo>
                <a:cubicBezTo>
                  <a:pt x="11268504" y="2119542"/>
                  <a:pt x="11262194" y="2172001"/>
                  <a:pt x="11262194" y="2172001"/>
                </a:cubicBezTo>
                <a:lnTo>
                  <a:pt x="11216938" y="2172001"/>
                </a:lnTo>
                <a:cubicBezTo>
                  <a:pt x="11216938" y="2172001"/>
                  <a:pt x="11210692" y="2119479"/>
                  <a:pt x="11210692" y="2057841"/>
                </a:cubicBezTo>
                <a:cubicBezTo>
                  <a:pt x="11210692" y="1996204"/>
                  <a:pt x="11216938" y="1943618"/>
                  <a:pt x="11216938" y="1943618"/>
                </a:cubicBezTo>
                <a:close/>
                <a:moveTo>
                  <a:pt x="12008079" y="1943608"/>
                </a:moveTo>
                <a:lnTo>
                  <a:pt x="12053335" y="1943608"/>
                </a:lnTo>
                <a:cubicBezTo>
                  <a:pt x="12053335" y="1943608"/>
                  <a:pt x="12059581" y="1996130"/>
                  <a:pt x="12059581" y="2057830"/>
                </a:cubicBezTo>
                <a:cubicBezTo>
                  <a:pt x="12059581" y="2119531"/>
                  <a:pt x="12053335" y="2171990"/>
                  <a:pt x="12053335" y="2171990"/>
                </a:cubicBezTo>
                <a:lnTo>
                  <a:pt x="12008079" y="2171990"/>
                </a:lnTo>
                <a:cubicBezTo>
                  <a:pt x="12008079" y="2171990"/>
                  <a:pt x="12001833" y="2119467"/>
                  <a:pt x="12001833" y="2057830"/>
                </a:cubicBezTo>
                <a:cubicBezTo>
                  <a:pt x="12001833" y="1996194"/>
                  <a:pt x="12008079" y="1943608"/>
                  <a:pt x="12008079" y="1943608"/>
                </a:cubicBezTo>
                <a:close/>
                <a:moveTo>
                  <a:pt x="274229" y="1867095"/>
                </a:moveTo>
                <a:lnTo>
                  <a:pt x="282613" y="1870802"/>
                </a:lnTo>
                <a:cubicBezTo>
                  <a:pt x="298794" y="1878092"/>
                  <a:pt x="336166" y="1895564"/>
                  <a:pt x="376224" y="1918702"/>
                </a:cubicBezTo>
                <a:cubicBezTo>
                  <a:pt x="429637" y="1949556"/>
                  <a:pt x="471959" y="1981237"/>
                  <a:pt x="471959" y="1981237"/>
                </a:cubicBezTo>
                <a:lnTo>
                  <a:pt x="449332" y="2020440"/>
                </a:lnTo>
                <a:cubicBezTo>
                  <a:pt x="449332" y="2020440"/>
                  <a:pt x="400701" y="1999595"/>
                  <a:pt x="347352" y="1968806"/>
                </a:cubicBezTo>
                <a:cubicBezTo>
                  <a:pt x="293937" y="1937954"/>
                  <a:pt x="251614" y="1906273"/>
                  <a:pt x="251614" y="1906273"/>
                </a:cubicBezTo>
                <a:close/>
                <a:moveTo>
                  <a:pt x="1065369" y="1867085"/>
                </a:moveTo>
                <a:lnTo>
                  <a:pt x="1073750" y="1870792"/>
                </a:lnTo>
                <a:cubicBezTo>
                  <a:pt x="1089933" y="1878081"/>
                  <a:pt x="1127304" y="1895553"/>
                  <a:pt x="1167366" y="1918692"/>
                </a:cubicBezTo>
                <a:cubicBezTo>
                  <a:pt x="1220781" y="1949545"/>
                  <a:pt x="1263103" y="1981226"/>
                  <a:pt x="1263103" y="1981226"/>
                </a:cubicBezTo>
                <a:lnTo>
                  <a:pt x="1240476" y="2020430"/>
                </a:lnTo>
                <a:cubicBezTo>
                  <a:pt x="1240476" y="2020430"/>
                  <a:pt x="1191840" y="1999585"/>
                  <a:pt x="1138491" y="1968796"/>
                </a:cubicBezTo>
                <a:cubicBezTo>
                  <a:pt x="1085076" y="1937944"/>
                  <a:pt x="1042746" y="1906262"/>
                  <a:pt x="1042746" y="1906262"/>
                </a:cubicBezTo>
                <a:close/>
                <a:moveTo>
                  <a:pt x="53706" y="1867077"/>
                </a:moveTo>
                <a:lnTo>
                  <a:pt x="76333" y="1906277"/>
                </a:lnTo>
                <a:cubicBezTo>
                  <a:pt x="76333" y="1906277"/>
                  <a:pt x="65753" y="1914197"/>
                  <a:pt x="48496" y="1925974"/>
                </a:cubicBezTo>
                <a:lnTo>
                  <a:pt x="0" y="1956570"/>
                </a:lnTo>
                <a:lnTo>
                  <a:pt x="0" y="1893295"/>
                </a:lnTo>
                <a:lnTo>
                  <a:pt x="22745" y="1881323"/>
                </a:lnTo>
                <a:cubicBezTo>
                  <a:pt x="41564" y="1872272"/>
                  <a:pt x="53706" y="1867077"/>
                  <a:pt x="53706" y="1867077"/>
                </a:cubicBezTo>
                <a:close/>
                <a:moveTo>
                  <a:pt x="1856440" y="1867075"/>
                </a:moveTo>
                <a:lnTo>
                  <a:pt x="1864826" y="1870782"/>
                </a:lnTo>
                <a:cubicBezTo>
                  <a:pt x="1881007" y="1878071"/>
                  <a:pt x="1918378" y="1895544"/>
                  <a:pt x="1958439" y="1918682"/>
                </a:cubicBezTo>
                <a:cubicBezTo>
                  <a:pt x="2011851" y="1949535"/>
                  <a:pt x="2054174" y="1981216"/>
                  <a:pt x="2054174" y="1981216"/>
                </a:cubicBezTo>
                <a:lnTo>
                  <a:pt x="2031546" y="2020419"/>
                </a:lnTo>
                <a:cubicBezTo>
                  <a:pt x="2031546" y="2020419"/>
                  <a:pt x="1982915" y="1999574"/>
                  <a:pt x="1929564" y="1968786"/>
                </a:cubicBezTo>
                <a:cubicBezTo>
                  <a:pt x="1876149" y="1937934"/>
                  <a:pt x="1833827" y="1906252"/>
                  <a:pt x="1833827" y="1906252"/>
                </a:cubicBezTo>
                <a:close/>
                <a:moveTo>
                  <a:pt x="274178" y="1867072"/>
                </a:moveTo>
                <a:lnTo>
                  <a:pt x="274242" y="1867072"/>
                </a:lnTo>
                <a:lnTo>
                  <a:pt x="274229" y="1867095"/>
                </a:lnTo>
                <a:close/>
                <a:moveTo>
                  <a:pt x="844835" y="1867069"/>
                </a:moveTo>
                <a:lnTo>
                  <a:pt x="867464" y="1906268"/>
                </a:lnTo>
                <a:cubicBezTo>
                  <a:pt x="867464" y="1906268"/>
                  <a:pt x="825140" y="1937950"/>
                  <a:pt x="771727" y="1968802"/>
                </a:cubicBezTo>
                <a:cubicBezTo>
                  <a:pt x="718314" y="1999654"/>
                  <a:pt x="669681" y="2020436"/>
                  <a:pt x="669681" y="2020436"/>
                </a:cubicBezTo>
                <a:lnTo>
                  <a:pt x="647052" y="1981232"/>
                </a:lnTo>
                <a:lnTo>
                  <a:pt x="647116" y="1981232"/>
                </a:lnTo>
                <a:cubicBezTo>
                  <a:pt x="647116" y="1981232"/>
                  <a:pt x="689440" y="1949551"/>
                  <a:pt x="742854" y="1918697"/>
                </a:cubicBezTo>
                <a:cubicBezTo>
                  <a:pt x="796266" y="1887846"/>
                  <a:pt x="844835" y="1867069"/>
                  <a:pt x="844835" y="1867069"/>
                </a:cubicBezTo>
                <a:close/>
                <a:moveTo>
                  <a:pt x="2647573" y="1867065"/>
                </a:moveTo>
                <a:lnTo>
                  <a:pt x="2655955" y="1870772"/>
                </a:lnTo>
                <a:cubicBezTo>
                  <a:pt x="2672137" y="1878062"/>
                  <a:pt x="2709510" y="1895535"/>
                  <a:pt x="2749571" y="1918672"/>
                </a:cubicBezTo>
                <a:cubicBezTo>
                  <a:pt x="2802981" y="1949525"/>
                  <a:pt x="2845305" y="1981205"/>
                  <a:pt x="2845305" y="1981205"/>
                </a:cubicBezTo>
                <a:lnTo>
                  <a:pt x="2822677" y="2020409"/>
                </a:lnTo>
                <a:cubicBezTo>
                  <a:pt x="2822677" y="2020409"/>
                  <a:pt x="2774046" y="1999565"/>
                  <a:pt x="2720696" y="1968775"/>
                </a:cubicBezTo>
                <a:cubicBezTo>
                  <a:pt x="2667283" y="1937923"/>
                  <a:pt x="2624959" y="1906243"/>
                  <a:pt x="2624959" y="1906243"/>
                </a:cubicBezTo>
                <a:close/>
                <a:moveTo>
                  <a:pt x="1065317" y="1867062"/>
                </a:moveTo>
                <a:lnTo>
                  <a:pt x="1065382" y="1867062"/>
                </a:lnTo>
                <a:lnTo>
                  <a:pt x="1065369" y="1867085"/>
                </a:lnTo>
                <a:close/>
                <a:moveTo>
                  <a:pt x="1635915" y="1867059"/>
                </a:moveTo>
                <a:lnTo>
                  <a:pt x="1658544" y="1906258"/>
                </a:lnTo>
                <a:cubicBezTo>
                  <a:pt x="1658544" y="1906258"/>
                  <a:pt x="1616219" y="1937940"/>
                  <a:pt x="1562806" y="1968791"/>
                </a:cubicBezTo>
                <a:cubicBezTo>
                  <a:pt x="1509393" y="1999643"/>
                  <a:pt x="1460759" y="2020425"/>
                  <a:pt x="1460759" y="2020425"/>
                </a:cubicBezTo>
                <a:lnTo>
                  <a:pt x="1438131" y="1981222"/>
                </a:lnTo>
                <a:lnTo>
                  <a:pt x="1438196" y="1981222"/>
                </a:lnTo>
                <a:cubicBezTo>
                  <a:pt x="1438196" y="1981222"/>
                  <a:pt x="1480518" y="1949541"/>
                  <a:pt x="1533932" y="1918687"/>
                </a:cubicBezTo>
                <a:cubicBezTo>
                  <a:pt x="1587347" y="1887837"/>
                  <a:pt x="1635915" y="1867059"/>
                  <a:pt x="1635915" y="1867059"/>
                </a:cubicBezTo>
                <a:close/>
                <a:moveTo>
                  <a:pt x="3438701" y="1867055"/>
                </a:moveTo>
                <a:lnTo>
                  <a:pt x="3447084" y="1870762"/>
                </a:lnTo>
                <a:cubicBezTo>
                  <a:pt x="3463267" y="1878051"/>
                  <a:pt x="3500641" y="1895524"/>
                  <a:pt x="3540702" y="1918662"/>
                </a:cubicBezTo>
                <a:cubicBezTo>
                  <a:pt x="3594111" y="1949515"/>
                  <a:pt x="3636436" y="1981195"/>
                  <a:pt x="3636436" y="1981195"/>
                </a:cubicBezTo>
                <a:lnTo>
                  <a:pt x="3613807" y="2020398"/>
                </a:lnTo>
                <a:cubicBezTo>
                  <a:pt x="3613807" y="2020398"/>
                  <a:pt x="3565177" y="1999553"/>
                  <a:pt x="3511829" y="1968765"/>
                </a:cubicBezTo>
                <a:cubicBezTo>
                  <a:pt x="3458412" y="1937913"/>
                  <a:pt x="3416090" y="1906233"/>
                  <a:pt x="3416090" y="1906233"/>
                </a:cubicBezTo>
                <a:close/>
                <a:moveTo>
                  <a:pt x="1856390" y="1867052"/>
                </a:moveTo>
                <a:lnTo>
                  <a:pt x="1856455" y="1867052"/>
                </a:lnTo>
                <a:lnTo>
                  <a:pt x="1856440" y="1867075"/>
                </a:lnTo>
                <a:close/>
                <a:moveTo>
                  <a:pt x="2427043" y="1867049"/>
                </a:moveTo>
                <a:lnTo>
                  <a:pt x="2449673" y="1906248"/>
                </a:lnTo>
                <a:cubicBezTo>
                  <a:pt x="2449673" y="1906248"/>
                  <a:pt x="2407348" y="1937929"/>
                  <a:pt x="2353932" y="1968781"/>
                </a:cubicBezTo>
                <a:cubicBezTo>
                  <a:pt x="2300519" y="1999633"/>
                  <a:pt x="2251888" y="2020415"/>
                  <a:pt x="2251888" y="2020415"/>
                </a:cubicBezTo>
                <a:lnTo>
                  <a:pt x="2229258" y="1981211"/>
                </a:lnTo>
                <a:lnTo>
                  <a:pt x="2229324" y="1981211"/>
                </a:lnTo>
                <a:cubicBezTo>
                  <a:pt x="2229324" y="1981211"/>
                  <a:pt x="2271643" y="1949531"/>
                  <a:pt x="2325057" y="1918678"/>
                </a:cubicBezTo>
                <a:cubicBezTo>
                  <a:pt x="2378472" y="1887827"/>
                  <a:pt x="2427043" y="1867049"/>
                  <a:pt x="2427043" y="1867049"/>
                </a:cubicBezTo>
                <a:close/>
                <a:moveTo>
                  <a:pt x="4229752" y="1867046"/>
                </a:moveTo>
                <a:lnTo>
                  <a:pt x="4238133" y="1870751"/>
                </a:lnTo>
                <a:cubicBezTo>
                  <a:pt x="4254316" y="1878042"/>
                  <a:pt x="4291687" y="1895514"/>
                  <a:pt x="4331748" y="1918652"/>
                </a:cubicBezTo>
                <a:cubicBezTo>
                  <a:pt x="4385164" y="1949505"/>
                  <a:pt x="4427491" y="1981185"/>
                  <a:pt x="4427491" y="1981185"/>
                </a:cubicBezTo>
                <a:lnTo>
                  <a:pt x="4404860" y="2020388"/>
                </a:lnTo>
                <a:cubicBezTo>
                  <a:pt x="4404860" y="2020388"/>
                  <a:pt x="4356228" y="1999543"/>
                  <a:pt x="4302877" y="1968755"/>
                </a:cubicBezTo>
                <a:cubicBezTo>
                  <a:pt x="4249460" y="1937903"/>
                  <a:pt x="4207137" y="1906223"/>
                  <a:pt x="4207137" y="1906223"/>
                </a:cubicBezTo>
                <a:close/>
                <a:moveTo>
                  <a:pt x="2647521" y="1867042"/>
                </a:moveTo>
                <a:lnTo>
                  <a:pt x="2647585" y="1867042"/>
                </a:lnTo>
                <a:lnTo>
                  <a:pt x="2647573" y="1867065"/>
                </a:lnTo>
                <a:close/>
                <a:moveTo>
                  <a:pt x="3218179" y="1867039"/>
                </a:moveTo>
                <a:lnTo>
                  <a:pt x="3240807" y="1906238"/>
                </a:lnTo>
                <a:cubicBezTo>
                  <a:pt x="3240807" y="1906238"/>
                  <a:pt x="3198481" y="1937919"/>
                  <a:pt x="3145079" y="1968771"/>
                </a:cubicBezTo>
                <a:cubicBezTo>
                  <a:pt x="3091661" y="1999623"/>
                  <a:pt x="3043026" y="2020404"/>
                  <a:pt x="3043026" y="2020404"/>
                </a:cubicBezTo>
                <a:lnTo>
                  <a:pt x="3020398" y="1981201"/>
                </a:lnTo>
                <a:lnTo>
                  <a:pt x="3020464" y="1981201"/>
                </a:lnTo>
                <a:cubicBezTo>
                  <a:pt x="3020464" y="1981201"/>
                  <a:pt x="3062787" y="1949521"/>
                  <a:pt x="3116202" y="1918668"/>
                </a:cubicBezTo>
                <a:cubicBezTo>
                  <a:pt x="3169618" y="1887817"/>
                  <a:pt x="3218179" y="1867039"/>
                  <a:pt x="3218179" y="1867039"/>
                </a:cubicBezTo>
                <a:close/>
                <a:moveTo>
                  <a:pt x="5020837" y="1867036"/>
                </a:moveTo>
                <a:lnTo>
                  <a:pt x="5029217" y="1870742"/>
                </a:lnTo>
                <a:cubicBezTo>
                  <a:pt x="5045401" y="1878033"/>
                  <a:pt x="5082770" y="1895505"/>
                  <a:pt x="5122827" y="1918643"/>
                </a:cubicBezTo>
                <a:cubicBezTo>
                  <a:pt x="5176242" y="1949495"/>
                  <a:pt x="5218566" y="1981175"/>
                  <a:pt x="5218566" y="1981175"/>
                </a:cubicBezTo>
                <a:lnTo>
                  <a:pt x="5195941" y="2020378"/>
                </a:lnTo>
                <a:cubicBezTo>
                  <a:pt x="5195941" y="2020378"/>
                  <a:pt x="5147307" y="1999534"/>
                  <a:pt x="5093953" y="1968746"/>
                </a:cubicBezTo>
                <a:cubicBezTo>
                  <a:pt x="5040542" y="1937894"/>
                  <a:pt x="4998215" y="1906214"/>
                  <a:pt x="4998215" y="1906214"/>
                </a:cubicBezTo>
                <a:close/>
                <a:moveTo>
                  <a:pt x="3438650" y="1867032"/>
                </a:moveTo>
                <a:lnTo>
                  <a:pt x="3438713" y="1867032"/>
                </a:lnTo>
                <a:lnTo>
                  <a:pt x="3438701" y="1867055"/>
                </a:lnTo>
                <a:close/>
                <a:moveTo>
                  <a:pt x="4009303" y="1867029"/>
                </a:moveTo>
                <a:lnTo>
                  <a:pt x="4031930" y="1906229"/>
                </a:lnTo>
                <a:cubicBezTo>
                  <a:pt x="4031930" y="1906229"/>
                  <a:pt x="3989607" y="1937909"/>
                  <a:pt x="3936200" y="1968761"/>
                </a:cubicBezTo>
                <a:cubicBezTo>
                  <a:pt x="3882785" y="1999613"/>
                  <a:pt x="3834153" y="2020394"/>
                  <a:pt x="3834153" y="2020394"/>
                </a:cubicBezTo>
                <a:lnTo>
                  <a:pt x="3811524" y="1981191"/>
                </a:lnTo>
                <a:lnTo>
                  <a:pt x="3811587" y="1981191"/>
                </a:lnTo>
                <a:cubicBezTo>
                  <a:pt x="3811587" y="1981191"/>
                  <a:pt x="3853909" y="1949511"/>
                  <a:pt x="3907323" y="1918658"/>
                </a:cubicBezTo>
                <a:cubicBezTo>
                  <a:pt x="3960740" y="1887807"/>
                  <a:pt x="4009303" y="1867029"/>
                  <a:pt x="4009303" y="1867029"/>
                </a:cubicBezTo>
                <a:close/>
                <a:moveTo>
                  <a:pt x="5811965" y="1867026"/>
                </a:moveTo>
                <a:lnTo>
                  <a:pt x="5820348" y="1870732"/>
                </a:lnTo>
                <a:cubicBezTo>
                  <a:pt x="5836528" y="1878022"/>
                  <a:pt x="5873901" y="1895495"/>
                  <a:pt x="5913960" y="1918632"/>
                </a:cubicBezTo>
                <a:cubicBezTo>
                  <a:pt x="5967374" y="1949484"/>
                  <a:pt x="6009695" y="1981164"/>
                  <a:pt x="6009695" y="1981164"/>
                </a:cubicBezTo>
                <a:lnTo>
                  <a:pt x="5987067" y="2020367"/>
                </a:lnTo>
                <a:cubicBezTo>
                  <a:pt x="5987067" y="2020367"/>
                  <a:pt x="5938437" y="1999522"/>
                  <a:pt x="5885086" y="1968734"/>
                </a:cubicBezTo>
                <a:cubicBezTo>
                  <a:pt x="5831672" y="1937883"/>
                  <a:pt x="5789350" y="1906203"/>
                  <a:pt x="5789350" y="1906203"/>
                </a:cubicBezTo>
                <a:close/>
                <a:moveTo>
                  <a:pt x="4229702" y="1867022"/>
                </a:moveTo>
                <a:lnTo>
                  <a:pt x="4229764" y="1867022"/>
                </a:lnTo>
                <a:lnTo>
                  <a:pt x="4229752" y="1867046"/>
                </a:lnTo>
                <a:close/>
                <a:moveTo>
                  <a:pt x="4800366" y="1867019"/>
                </a:moveTo>
                <a:lnTo>
                  <a:pt x="4822988" y="1906219"/>
                </a:lnTo>
                <a:cubicBezTo>
                  <a:pt x="4822988" y="1906219"/>
                  <a:pt x="4780668" y="1937899"/>
                  <a:pt x="4727254" y="1968750"/>
                </a:cubicBezTo>
                <a:cubicBezTo>
                  <a:pt x="4673843" y="1999602"/>
                  <a:pt x="4625211" y="2020383"/>
                  <a:pt x="4625211" y="2020383"/>
                </a:cubicBezTo>
                <a:lnTo>
                  <a:pt x="4602581" y="1981180"/>
                </a:lnTo>
                <a:lnTo>
                  <a:pt x="4602649" y="1981180"/>
                </a:lnTo>
                <a:cubicBezTo>
                  <a:pt x="4602649" y="1981180"/>
                  <a:pt x="4644967" y="1949501"/>
                  <a:pt x="4698380" y="1918648"/>
                </a:cubicBezTo>
                <a:cubicBezTo>
                  <a:pt x="4751795" y="1887798"/>
                  <a:pt x="4800366" y="1867019"/>
                  <a:pt x="4800366" y="1867019"/>
                </a:cubicBezTo>
                <a:close/>
                <a:moveTo>
                  <a:pt x="5020783" y="1867014"/>
                </a:moveTo>
                <a:lnTo>
                  <a:pt x="5020848" y="1867014"/>
                </a:lnTo>
                <a:lnTo>
                  <a:pt x="5020837" y="1867036"/>
                </a:lnTo>
                <a:close/>
                <a:moveTo>
                  <a:pt x="5591504" y="1867009"/>
                </a:moveTo>
                <a:lnTo>
                  <a:pt x="5614132" y="1906209"/>
                </a:lnTo>
                <a:cubicBezTo>
                  <a:pt x="5614132" y="1906209"/>
                  <a:pt x="5571809" y="1937889"/>
                  <a:pt x="5518397" y="1968740"/>
                </a:cubicBezTo>
                <a:cubicBezTo>
                  <a:pt x="5464984" y="1999592"/>
                  <a:pt x="5416352" y="2020373"/>
                  <a:pt x="5416352" y="2020373"/>
                </a:cubicBezTo>
                <a:lnTo>
                  <a:pt x="5393724" y="1981170"/>
                </a:lnTo>
                <a:cubicBezTo>
                  <a:pt x="5393724" y="1981170"/>
                  <a:pt x="5436047" y="1949490"/>
                  <a:pt x="5489459" y="1918639"/>
                </a:cubicBezTo>
                <a:cubicBezTo>
                  <a:pt x="5542870" y="1887788"/>
                  <a:pt x="5591504" y="1867009"/>
                  <a:pt x="5591504" y="1867009"/>
                </a:cubicBezTo>
                <a:close/>
                <a:moveTo>
                  <a:pt x="5811914" y="1867002"/>
                </a:moveTo>
                <a:lnTo>
                  <a:pt x="5811979" y="1867002"/>
                </a:lnTo>
                <a:lnTo>
                  <a:pt x="5811965" y="1867026"/>
                </a:lnTo>
                <a:close/>
                <a:moveTo>
                  <a:pt x="6382638" y="1866999"/>
                </a:moveTo>
                <a:lnTo>
                  <a:pt x="6405201" y="1906199"/>
                </a:lnTo>
                <a:cubicBezTo>
                  <a:pt x="6405201" y="1906199"/>
                  <a:pt x="6362878" y="1937879"/>
                  <a:pt x="6309528" y="1968730"/>
                </a:cubicBezTo>
                <a:cubicBezTo>
                  <a:pt x="6256113" y="1999582"/>
                  <a:pt x="6207480" y="2020362"/>
                  <a:pt x="6207480" y="2020362"/>
                </a:cubicBezTo>
                <a:lnTo>
                  <a:pt x="6184852" y="1981160"/>
                </a:lnTo>
                <a:cubicBezTo>
                  <a:pt x="6184852" y="1981160"/>
                  <a:pt x="6227176" y="1949480"/>
                  <a:pt x="6280590" y="1918628"/>
                </a:cubicBezTo>
                <a:cubicBezTo>
                  <a:pt x="6334004" y="1887778"/>
                  <a:pt x="6382638" y="1866999"/>
                  <a:pt x="6382638" y="1866999"/>
                </a:cubicBezTo>
                <a:close/>
                <a:moveTo>
                  <a:pt x="6603052" y="1866992"/>
                </a:moveTo>
                <a:cubicBezTo>
                  <a:pt x="6603052" y="1866992"/>
                  <a:pt x="6651621" y="1887772"/>
                  <a:pt x="6705100" y="1918622"/>
                </a:cubicBezTo>
                <a:cubicBezTo>
                  <a:pt x="6758449" y="1949474"/>
                  <a:pt x="6800772" y="1981154"/>
                  <a:pt x="6800772" y="1981154"/>
                </a:cubicBezTo>
                <a:lnTo>
                  <a:pt x="6778210" y="2020356"/>
                </a:lnTo>
                <a:cubicBezTo>
                  <a:pt x="6778210" y="2020356"/>
                  <a:pt x="6729575" y="1999512"/>
                  <a:pt x="6676161" y="1968724"/>
                </a:cubicBezTo>
                <a:cubicBezTo>
                  <a:pt x="6622747" y="1937873"/>
                  <a:pt x="6580424" y="1906193"/>
                  <a:pt x="6580424" y="1906193"/>
                </a:cubicBezTo>
                <a:close/>
                <a:moveTo>
                  <a:pt x="7173716" y="1866989"/>
                </a:moveTo>
                <a:lnTo>
                  <a:pt x="7196344" y="1906189"/>
                </a:lnTo>
                <a:cubicBezTo>
                  <a:pt x="7196344" y="1906189"/>
                  <a:pt x="7154020" y="1937869"/>
                  <a:pt x="7100606" y="1968720"/>
                </a:cubicBezTo>
                <a:cubicBezTo>
                  <a:pt x="7047191" y="1999571"/>
                  <a:pt x="6998558" y="2020352"/>
                  <a:pt x="6998558" y="2020352"/>
                </a:cubicBezTo>
                <a:lnTo>
                  <a:pt x="6975995" y="1981150"/>
                </a:lnTo>
                <a:cubicBezTo>
                  <a:pt x="6975995" y="1981150"/>
                  <a:pt x="7018317" y="1949470"/>
                  <a:pt x="7071731" y="1918618"/>
                </a:cubicBezTo>
                <a:cubicBezTo>
                  <a:pt x="7125146" y="1887768"/>
                  <a:pt x="7173716" y="1866989"/>
                  <a:pt x="7173716" y="1866989"/>
                </a:cubicBezTo>
                <a:close/>
                <a:moveTo>
                  <a:pt x="7394128" y="1866982"/>
                </a:moveTo>
                <a:cubicBezTo>
                  <a:pt x="7394128" y="1866982"/>
                  <a:pt x="7442762" y="1887762"/>
                  <a:pt x="7496176" y="1918612"/>
                </a:cubicBezTo>
                <a:cubicBezTo>
                  <a:pt x="7549590" y="1949464"/>
                  <a:pt x="7591913" y="1981144"/>
                  <a:pt x="7591913" y="1981144"/>
                </a:cubicBezTo>
                <a:lnTo>
                  <a:pt x="7569286" y="2020346"/>
                </a:lnTo>
                <a:cubicBezTo>
                  <a:pt x="7569286" y="2020346"/>
                  <a:pt x="7520716" y="1999502"/>
                  <a:pt x="7467302" y="1968714"/>
                </a:cubicBezTo>
                <a:cubicBezTo>
                  <a:pt x="7413887" y="1937863"/>
                  <a:pt x="7371564" y="1906183"/>
                  <a:pt x="7371564" y="1906183"/>
                </a:cubicBezTo>
                <a:close/>
                <a:moveTo>
                  <a:pt x="7964857" y="1866979"/>
                </a:moveTo>
                <a:lnTo>
                  <a:pt x="7987485" y="1906179"/>
                </a:lnTo>
                <a:cubicBezTo>
                  <a:pt x="7987485" y="1906179"/>
                  <a:pt x="7945161" y="1937859"/>
                  <a:pt x="7891747" y="1968709"/>
                </a:cubicBezTo>
                <a:cubicBezTo>
                  <a:pt x="7838333" y="1999561"/>
                  <a:pt x="7789699" y="2020341"/>
                  <a:pt x="7789699" y="2020341"/>
                </a:cubicBezTo>
                <a:lnTo>
                  <a:pt x="7767072" y="1981139"/>
                </a:lnTo>
                <a:cubicBezTo>
                  <a:pt x="7767072" y="1981139"/>
                  <a:pt x="7809395" y="1949460"/>
                  <a:pt x="7862873" y="1918608"/>
                </a:cubicBezTo>
                <a:cubicBezTo>
                  <a:pt x="7916223" y="1887758"/>
                  <a:pt x="7964857" y="1866979"/>
                  <a:pt x="7964857" y="1866979"/>
                </a:cubicBezTo>
                <a:close/>
                <a:moveTo>
                  <a:pt x="8185270" y="1866973"/>
                </a:moveTo>
                <a:cubicBezTo>
                  <a:pt x="8185270" y="1866973"/>
                  <a:pt x="8233904" y="1887752"/>
                  <a:pt x="8287318" y="1918602"/>
                </a:cubicBezTo>
                <a:cubicBezTo>
                  <a:pt x="8340732" y="1949454"/>
                  <a:pt x="8383056" y="1981133"/>
                  <a:pt x="8383056" y="1981133"/>
                </a:cubicBezTo>
                <a:lnTo>
                  <a:pt x="8360428" y="2020335"/>
                </a:lnTo>
                <a:cubicBezTo>
                  <a:pt x="8360428" y="2020335"/>
                  <a:pt x="8311794" y="1999492"/>
                  <a:pt x="8258443" y="1968703"/>
                </a:cubicBezTo>
                <a:cubicBezTo>
                  <a:pt x="8204965" y="1937853"/>
                  <a:pt x="8162642" y="1906173"/>
                  <a:pt x="8162642" y="1906173"/>
                </a:cubicBezTo>
                <a:close/>
                <a:moveTo>
                  <a:pt x="8755998" y="1866969"/>
                </a:moveTo>
                <a:lnTo>
                  <a:pt x="8778626" y="1906169"/>
                </a:lnTo>
                <a:cubicBezTo>
                  <a:pt x="8778626" y="1906169"/>
                  <a:pt x="8736302" y="1937849"/>
                  <a:pt x="8682888" y="1968699"/>
                </a:cubicBezTo>
                <a:cubicBezTo>
                  <a:pt x="8629474" y="1999550"/>
                  <a:pt x="8580840" y="2020331"/>
                  <a:pt x="8580840" y="2020331"/>
                </a:cubicBezTo>
                <a:lnTo>
                  <a:pt x="8558213" y="1981129"/>
                </a:lnTo>
                <a:cubicBezTo>
                  <a:pt x="8558213" y="1981129"/>
                  <a:pt x="8600536" y="1949450"/>
                  <a:pt x="8653951" y="1918598"/>
                </a:cubicBezTo>
                <a:cubicBezTo>
                  <a:pt x="8707364" y="1887748"/>
                  <a:pt x="8755998" y="1866969"/>
                  <a:pt x="8755998" y="1866969"/>
                </a:cubicBezTo>
                <a:close/>
                <a:moveTo>
                  <a:pt x="8976412" y="1866963"/>
                </a:moveTo>
                <a:cubicBezTo>
                  <a:pt x="8976412" y="1866963"/>
                  <a:pt x="9025046" y="1887742"/>
                  <a:pt x="9078460" y="1918592"/>
                </a:cubicBezTo>
                <a:cubicBezTo>
                  <a:pt x="9131874" y="1949444"/>
                  <a:pt x="9174198" y="1981123"/>
                  <a:pt x="9174198" y="1981123"/>
                </a:cubicBezTo>
                <a:lnTo>
                  <a:pt x="9151570" y="2020325"/>
                </a:lnTo>
                <a:cubicBezTo>
                  <a:pt x="9151570" y="2020325"/>
                  <a:pt x="9102936" y="1999481"/>
                  <a:pt x="9049585" y="1968693"/>
                </a:cubicBezTo>
                <a:cubicBezTo>
                  <a:pt x="8996107" y="1937843"/>
                  <a:pt x="8953784" y="1906163"/>
                  <a:pt x="8953784" y="1906163"/>
                </a:cubicBezTo>
                <a:close/>
                <a:moveTo>
                  <a:pt x="9547140" y="1866959"/>
                </a:moveTo>
                <a:lnTo>
                  <a:pt x="9569704" y="1906159"/>
                </a:lnTo>
                <a:cubicBezTo>
                  <a:pt x="9569704" y="1906159"/>
                  <a:pt x="9527381" y="1937839"/>
                  <a:pt x="9474030" y="1968689"/>
                </a:cubicBezTo>
                <a:cubicBezTo>
                  <a:pt x="9420552" y="1999540"/>
                  <a:pt x="9371982" y="2020320"/>
                  <a:pt x="9371982" y="2020320"/>
                </a:cubicBezTo>
                <a:lnTo>
                  <a:pt x="9349355" y="1981119"/>
                </a:lnTo>
                <a:cubicBezTo>
                  <a:pt x="9349355" y="1981119"/>
                  <a:pt x="9391678" y="1949440"/>
                  <a:pt x="9445093" y="1918588"/>
                </a:cubicBezTo>
                <a:cubicBezTo>
                  <a:pt x="9498507" y="1887738"/>
                  <a:pt x="9547140" y="1866959"/>
                  <a:pt x="9547140" y="1866959"/>
                </a:cubicBezTo>
                <a:close/>
                <a:moveTo>
                  <a:pt x="9767553" y="1866953"/>
                </a:moveTo>
                <a:cubicBezTo>
                  <a:pt x="9767553" y="1866953"/>
                  <a:pt x="9816123" y="1887733"/>
                  <a:pt x="9869601" y="1918582"/>
                </a:cubicBezTo>
                <a:cubicBezTo>
                  <a:pt x="9922951" y="1949434"/>
                  <a:pt x="9965275" y="1981113"/>
                  <a:pt x="9965275" y="1981113"/>
                </a:cubicBezTo>
                <a:lnTo>
                  <a:pt x="9942711" y="2020314"/>
                </a:lnTo>
                <a:cubicBezTo>
                  <a:pt x="9942711" y="2020314"/>
                  <a:pt x="9894077" y="1999471"/>
                  <a:pt x="9840663" y="1968683"/>
                </a:cubicBezTo>
                <a:cubicBezTo>
                  <a:pt x="9787248" y="1937833"/>
                  <a:pt x="9744925" y="1906153"/>
                  <a:pt x="9744925" y="1906153"/>
                </a:cubicBezTo>
                <a:close/>
                <a:moveTo>
                  <a:pt x="10338218" y="1866949"/>
                </a:moveTo>
                <a:lnTo>
                  <a:pt x="10360845" y="1906149"/>
                </a:lnTo>
                <a:cubicBezTo>
                  <a:pt x="10360845" y="1906149"/>
                  <a:pt x="10318522" y="1937829"/>
                  <a:pt x="10265107" y="1968679"/>
                </a:cubicBezTo>
                <a:cubicBezTo>
                  <a:pt x="10211693" y="1999529"/>
                  <a:pt x="10163123" y="2020310"/>
                  <a:pt x="10163123" y="2020310"/>
                </a:cubicBezTo>
                <a:lnTo>
                  <a:pt x="10140496" y="1981108"/>
                </a:lnTo>
                <a:cubicBezTo>
                  <a:pt x="10140496" y="1981108"/>
                  <a:pt x="10182819" y="1949430"/>
                  <a:pt x="10236234" y="1918578"/>
                </a:cubicBezTo>
                <a:cubicBezTo>
                  <a:pt x="10289648" y="1887728"/>
                  <a:pt x="10338218" y="1866949"/>
                  <a:pt x="10338218" y="1866949"/>
                </a:cubicBezTo>
                <a:close/>
                <a:moveTo>
                  <a:pt x="10558630" y="1866943"/>
                </a:moveTo>
                <a:cubicBezTo>
                  <a:pt x="10558630" y="1866943"/>
                  <a:pt x="10607264" y="1887723"/>
                  <a:pt x="10660678" y="1918572"/>
                </a:cubicBezTo>
                <a:cubicBezTo>
                  <a:pt x="10714092" y="1949424"/>
                  <a:pt x="10756416" y="1981102"/>
                  <a:pt x="10756416" y="1981102"/>
                </a:cubicBezTo>
                <a:lnTo>
                  <a:pt x="10733788" y="2020304"/>
                </a:lnTo>
                <a:cubicBezTo>
                  <a:pt x="10733788" y="2020304"/>
                  <a:pt x="10685218" y="1999461"/>
                  <a:pt x="10631804" y="1968673"/>
                </a:cubicBezTo>
                <a:cubicBezTo>
                  <a:pt x="10578389" y="1937823"/>
                  <a:pt x="10536066" y="1906143"/>
                  <a:pt x="10536066" y="1906143"/>
                </a:cubicBezTo>
                <a:close/>
                <a:moveTo>
                  <a:pt x="11129360" y="1866939"/>
                </a:moveTo>
                <a:lnTo>
                  <a:pt x="11151987" y="1906139"/>
                </a:lnTo>
                <a:cubicBezTo>
                  <a:pt x="11151987" y="1906139"/>
                  <a:pt x="11109664" y="1937819"/>
                  <a:pt x="11056249" y="1968669"/>
                </a:cubicBezTo>
                <a:cubicBezTo>
                  <a:pt x="11002835" y="1999519"/>
                  <a:pt x="10954201" y="2020299"/>
                  <a:pt x="10954201" y="2020299"/>
                </a:cubicBezTo>
                <a:lnTo>
                  <a:pt x="10931638" y="1981098"/>
                </a:lnTo>
                <a:cubicBezTo>
                  <a:pt x="10931638" y="1981098"/>
                  <a:pt x="10973961" y="1949420"/>
                  <a:pt x="11027376" y="1918568"/>
                </a:cubicBezTo>
                <a:cubicBezTo>
                  <a:pt x="11080790" y="1887718"/>
                  <a:pt x="11129360" y="1866939"/>
                  <a:pt x="11129360" y="1866939"/>
                </a:cubicBezTo>
                <a:close/>
                <a:moveTo>
                  <a:pt x="11349772" y="1866933"/>
                </a:moveTo>
                <a:cubicBezTo>
                  <a:pt x="11349772" y="1866933"/>
                  <a:pt x="11398406" y="1887713"/>
                  <a:pt x="11451820" y="1918562"/>
                </a:cubicBezTo>
                <a:cubicBezTo>
                  <a:pt x="11505234" y="1949414"/>
                  <a:pt x="11547558" y="1981092"/>
                  <a:pt x="11547558" y="1981092"/>
                </a:cubicBezTo>
                <a:lnTo>
                  <a:pt x="11524930" y="2020293"/>
                </a:lnTo>
                <a:cubicBezTo>
                  <a:pt x="11524930" y="2020293"/>
                  <a:pt x="11476360" y="1999450"/>
                  <a:pt x="11422946" y="1968663"/>
                </a:cubicBezTo>
                <a:cubicBezTo>
                  <a:pt x="11369531" y="1937813"/>
                  <a:pt x="11327208" y="1906133"/>
                  <a:pt x="11327208" y="1906133"/>
                </a:cubicBezTo>
                <a:close/>
                <a:moveTo>
                  <a:pt x="11920501" y="1866929"/>
                </a:moveTo>
                <a:lnTo>
                  <a:pt x="11943128" y="1906129"/>
                </a:lnTo>
                <a:cubicBezTo>
                  <a:pt x="11943128" y="1906129"/>
                  <a:pt x="11900804" y="1937808"/>
                  <a:pt x="11847390" y="1968659"/>
                </a:cubicBezTo>
                <a:cubicBezTo>
                  <a:pt x="11793976" y="1999509"/>
                  <a:pt x="11745343" y="2020289"/>
                  <a:pt x="11745343" y="2020289"/>
                </a:cubicBezTo>
                <a:lnTo>
                  <a:pt x="11722715" y="1981088"/>
                </a:lnTo>
                <a:cubicBezTo>
                  <a:pt x="11722715" y="1981088"/>
                  <a:pt x="11765038" y="1949409"/>
                  <a:pt x="11818516" y="1918558"/>
                </a:cubicBezTo>
                <a:cubicBezTo>
                  <a:pt x="11871867" y="1887708"/>
                  <a:pt x="11920501" y="1866929"/>
                  <a:pt x="11920501" y="1866929"/>
                </a:cubicBezTo>
                <a:close/>
                <a:moveTo>
                  <a:pt x="12140914" y="1866924"/>
                </a:moveTo>
                <a:cubicBezTo>
                  <a:pt x="12140914" y="1866924"/>
                  <a:pt x="12153072" y="1872119"/>
                  <a:pt x="12171908" y="1881170"/>
                </a:cubicBezTo>
                <a:lnTo>
                  <a:pt x="12203753" y="1897924"/>
                </a:lnTo>
                <a:lnTo>
                  <a:pt x="12203753" y="1962139"/>
                </a:lnTo>
                <a:lnTo>
                  <a:pt x="12146132" y="1925820"/>
                </a:lnTo>
                <a:cubicBezTo>
                  <a:pt x="12128867" y="1914044"/>
                  <a:pt x="12118286" y="1906124"/>
                  <a:pt x="12118286" y="1906124"/>
                </a:cubicBezTo>
                <a:close/>
                <a:moveTo>
                  <a:pt x="536848" y="1715382"/>
                </a:moveTo>
                <a:lnTo>
                  <a:pt x="582102" y="1715382"/>
                </a:lnTo>
                <a:cubicBezTo>
                  <a:pt x="582102" y="1715382"/>
                  <a:pt x="588413" y="1767889"/>
                  <a:pt x="588413" y="1829589"/>
                </a:cubicBezTo>
                <a:cubicBezTo>
                  <a:pt x="588413" y="1891294"/>
                  <a:pt x="582102" y="1943756"/>
                  <a:pt x="582102" y="1943756"/>
                </a:cubicBezTo>
                <a:lnTo>
                  <a:pt x="536848" y="1943756"/>
                </a:lnTo>
                <a:cubicBezTo>
                  <a:pt x="536848" y="1943756"/>
                  <a:pt x="530602" y="1891231"/>
                  <a:pt x="530602" y="1829589"/>
                </a:cubicBezTo>
                <a:cubicBezTo>
                  <a:pt x="530602" y="1767954"/>
                  <a:pt x="536848" y="1715382"/>
                  <a:pt x="536848" y="1715382"/>
                </a:cubicBezTo>
                <a:close/>
                <a:moveTo>
                  <a:pt x="1327990" y="1715372"/>
                </a:moveTo>
                <a:lnTo>
                  <a:pt x="1373245" y="1715372"/>
                </a:lnTo>
                <a:cubicBezTo>
                  <a:pt x="1373245" y="1715372"/>
                  <a:pt x="1379556" y="1767880"/>
                  <a:pt x="1379556" y="1829578"/>
                </a:cubicBezTo>
                <a:cubicBezTo>
                  <a:pt x="1379556" y="1891284"/>
                  <a:pt x="1373245" y="1943745"/>
                  <a:pt x="1373245" y="1943745"/>
                </a:cubicBezTo>
                <a:lnTo>
                  <a:pt x="1327990" y="1943745"/>
                </a:lnTo>
                <a:cubicBezTo>
                  <a:pt x="1327990" y="1943745"/>
                  <a:pt x="1321744" y="1891221"/>
                  <a:pt x="1321744" y="1829578"/>
                </a:cubicBezTo>
                <a:cubicBezTo>
                  <a:pt x="1321744" y="1767944"/>
                  <a:pt x="1327990" y="1715372"/>
                  <a:pt x="1327990" y="1715372"/>
                </a:cubicBezTo>
                <a:close/>
                <a:moveTo>
                  <a:pt x="2119119" y="1715361"/>
                </a:moveTo>
                <a:lnTo>
                  <a:pt x="2164366" y="1715361"/>
                </a:lnTo>
                <a:cubicBezTo>
                  <a:pt x="2164366" y="1715361"/>
                  <a:pt x="2170679" y="1767870"/>
                  <a:pt x="2170679" y="1829569"/>
                </a:cubicBezTo>
                <a:cubicBezTo>
                  <a:pt x="2170679" y="1891274"/>
                  <a:pt x="2164366" y="1943735"/>
                  <a:pt x="2164366" y="1943735"/>
                </a:cubicBezTo>
                <a:lnTo>
                  <a:pt x="2119119" y="1943735"/>
                </a:lnTo>
                <a:cubicBezTo>
                  <a:pt x="2119119" y="1943735"/>
                  <a:pt x="2112868" y="1891211"/>
                  <a:pt x="2112868" y="1829569"/>
                </a:cubicBezTo>
                <a:cubicBezTo>
                  <a:pt x="2112868" y="1767934"/>
                  <a:pt x="2119119" y="1715361"/>
                  <a:pt x="2119119" y="1715361"/>
                </a:cubicBezTo>
                <a:close/>
                <a:moveTo>
                  <a:pt x="2910259" y="1715350"/>
                </a:moveTo>
                <a:lnTo>
                  <a:pt x="2955512" y="1715350"/>
                </a:lnTo>
                <a:cubicBezTo>
                  <a:pt x="2955512" y="1715350"/>
                  <a:pt x="2961822" y="1767860"/>
                  <a:pt x="2961822" y="1829559"/>
                </a:cubicBezTo>
                <a:cubicBezTo>
                  <a:pt x="2961822" y="1891265"/>
                  <a:pt x="2955512" y="1943725"/>
                  <a:pt x="2955512" y="1943725"/>
                </a:cubicBezTo>
                <a:lnTo>
                  <a:pt x="2910259" y="1943725"/>
                </a:lnTo>
                <a:cubicBezTo>
                  <a:pt x="2910259" y="1943725"/>
                  <a:pt x="2903952" y="1891200"/>
                  <a:pt x="2903952" y="1829559"/>
                </a:cubicBezTo>
                <a:cubicBezTo>
                  <a:pt x="2903952" y="1767925"/>
                  <a:pt x="2910259" y="1715350"/>
                  <a:pt x="2910259" y="1715350"/>
                </a:cubicBezTo>
                <a:close/>
                <a:moveTo>
                  <a:pt x="3701387" y="1715340"/>
                </a:moveTo>
                <a:lnTo>
                  <a:pt x="3746642" y="1715340"/>
                </a:lnTo>
                <a:cubicBezTo>
                  <a:pt x="3746642" y="1715340"/>
                  <a:pt x="3752953" y="1767850"/>
                  <a:pt x="3752953" y="1829550"/>
                </a:cubicBezTo>
                <a:cubicBezTo>
                  <a:pt x="3752953" y="1891254"/>
                  <a:pt x="3746642" y="1943715"/>
                  <a:pt x="3746642" y="1943715"/>
                </a:cubicBezTo>
                <a:lnTo>
                  <a:pt x="3701387" y="1943715"/>
                </a:lnTo>
                <a:cubicBezTo>
                  <a:pt x="3701387" y="1943715"/>
                  <a:pt x="3695075" y="1891191"/>
                  <a:pt x="3695075" y="1829550"/>
                </a:cubicBezTo>
                <a:cubicBezTo>
                  <a:pt x="3695075" y="1767914"/>
                  <a:pt x="3701387" y="1715340"/>
                  <a:pt x="3701387" y="1715340"/>
                </a:cubicBezTo>
                <a:close/>
                <a:moveTo>
                  <a:pt x="4492377" y="1715329"/>
                </a:moveTo>
                <a:lnTo>
                  <a:pt x="4537632" y="1715329"/>
                </a:lnTo>
                <a:cubicBezTo>
                  <a:pt x="4537632" y="1715329"/>
                  <a:pt x="4543944" y="1767841"/>
                  <a:pt x="4543944" y="1829540"/>
                </a:cubicBezTo>
                <a:cubicBezTo>
                  <a:pt x="4543944" y="1891245"/>
                  <a:pt x="4537632" y="1943705"/>
                  <a:pt x="4537632" y="1943705"/>
                </a:cubicBezTo>
                <a:lnTo>
                  <a:pt x="4492377" y="1943705"/>
                </a:lnTo>
                <a:cubicBezTo>
                  <a:pt x="4492377" y="1943705"/>
                  <a:pt x="4486128" y="1891181"/>
                  <a:pt x="4486128" y="1829540"/>
                </a:cubicBezTo>
                <a:cubicBezTo>
                  <a:pt x="4486128" y="1767906"/>
                  <a:pt x="4492377" y="1715329"/>
                  <a:pt x="4492377" y="1715329"/>
                </a:cubicBezTo>
                <a:close/>
                <a:moveTo>
                  <a:pt x="5283517" y="1715316"/>
                </a:moveTo>
                <a:lnTo>
                  <a:pt x="5328774" y="1715316"/>
                </a:lnTo>
                <a:cubicBezTo>
                  <a:pt x="5328774" y="1715316"/>
                  <a:pt x="5335084" y="1767829"/>
                  <a:pt x="5335084" y="1829529"/>
                </a:cubicBezTo>
                <a:cubicBezTo>
                  <a:pt x="5335084" y="1891232"/>
                  <a:pt x="5328774" y="1943692"/>
                  <a:pt x="5328774" y="1943692"/>
                </a:cubicBezTo>
                <a:lnTo>
                  <a:pt x="5283517" y="1943692"/>
                </a:lnTo>
                <a:cubicBezTo>
                  <a:pt x="5283517" y="1943692"/>
                  <a:pt x="5277271" y="1891168"/>
                  <a:pt x="5277271" y="1829529"/>
                </a:cubicBezTo>
                <a:cubicBezTo>
                  <a:pt x="5277271" y="1767893"/>
                  <a:pt x="5283517" y="1715316"/>
                  <a:pt x="5283517" y="1715316"/>
                </a:cubicBezTo>
                <a:close/>
                <a:moveTo>
                  <a:pt x="6074648" y="1715308"/>
                </a:moveTo>
                <a:lnTo>
                  <a:pt x="6119901" y="1715308"/>
                </a:lnTo>
                <a:cubicBezTo>
                  <a:pt x="6119901" y="1715308"/>
                  <a:pt x="6126212" y="1767821"/>
                  <a:pt x="6126212" y="1829521"/>
                </a:cubicBezTo>
                <a:cubicBezTo>
                  <a:pt x="6126212" y="1891225"/>
                  <a:pt x="6119901" y="1943685"/>
                  <a:pt x="6119901" y="1943685"/>
                </a:cubicBezTo>
                <a:lnTo>
                  <a:pt x="6074648" y="1943685"/>
                </a:lnTo>
                <a:cubicBezTo>
                  <a:pt x="6074648" y="1943685"/>
                  <a:pt x="6068400" y="1891162"/>
                  <a:pt x="6068400" y="1829521"/>
                </a:cubicBezTo>
                <a:cubicBezTo>
                  <a:pt x="6068400" y="1767886"/>
                  <a:pt x="6074648" y="1715308"/>
                  <a:pt x="6074648" y="1715308"/>
                </a:cubicBezTo>
                <a:close/>
                <a:moveTo>
                  <a:pt x="6865787" y="1715297"/>
                </a:moveTo>
                <a:lnTo>
                  <a:pt x="6910979" y="1715297"/>
                </a:lnTo>
                <a:cubicBezTo>
                  <a:pt x="6910979" y="1715297"/>
                  <a:pt x="6917290" y="1767812"/>
                  <a:pt x="6917290" y="1829511"/>
                </a:cubicBezTo>
                <a:cubicBezTo>
                  <a:pt x="6917290" y="1891215"/>
                  <a:pt x="6910979" y="1943675"/>
                  <a:pt x="6910979" y="1943675"/>
                </a:cubicBezTo>
                <a:lnTo>
                  <a:pt x="6865787" y="1943675"/>
                </a:lnTo>
                <a:cubicBezTo>
                  <a:pt x="6865787" y="1943675"/>
                  <a:pt x="6859477" y="1891152"/>
                  <a:pt x="6859477" y="1829511"/>
                </a:cubicBezTo>
                <a:cubicBezTo>
                  <a:pt x="6859477" y="1767876"/>
                  <a:pt x="6865787" y="1715297"/>
                  <a:pt x="6865787" y="1715297"/>
                </a:cubicBezTo>
                <a:close/>
                <a:moveTo>
                  <a:pt x="7656865" y="1715287"/>
                </a:moveTo>
                <a:lnTo>
                  <a:pt x="7702121" y="1715287"/>
                </a:lnTo>
                <a:cubicBezTo>
                  <a:pt x="7702121" y="1715287"/>
                  <a:pt x="7708431" y="1767802"/>
                  <a:pt x="7708431" y="1829502"/>
                </a:cubicBezTo>
                <a:cubicBezTo>
                  <a:pt x="7708431" y="1891205"/>
                  <a:pt x="7702121" y="1943665"/>
                  <a:pt x="7702121" y="1943665"/>
                </a:cubicBezTo>
                <a:lnTo>
                  <a:pt x="7656865" y="1943665"/>
                </a:lnTo>
                <a:cubicBezTo>
                  <a:pt x="7656865" y="1943665"/>
                  <a:pt x="7650619" y="1891141"/>
                  <a:pt x="7650619" y="1829502"/>
                </a:cubicBezTo>
                <a:cubicBezTo>
                  <a:pt x="7650619" y="1767867"/>
                  <a:pt x="7656865" y="1715287"/>
                  <a:pt x="7656865" y="1715287"/>
                </a:cubicBezTo>
                <a:close/>
                <a:moveTo>
                  <a:pt x="8448006" y="1715276"/>
                </a:moveTo>
                <a:lnTo>
                  <a:pt x="8493262" y="1715276"/>
                </a:lnTo>
                <a:cubicBezTo>
                  <a:pt x="8493262" y="1715276"/>
                  <a:pt x="8499508" y="1767793"/>
                  <a:pt x="8499508" y="1829492"/>
                </a:cubicBezTo>
                <a:cubicBezTo>
                  <a:pt x="8499508" y="1891195"/>
                  <a:pt x="8493262" y="1943654"/>
                  <a:pt x="8493262" y="1943654"/>
                </a:cubicBezTo>
                <a:lnTo>
                  <a:pt x="8448006" y="1943654"/>
                </a:lnTo>
                <a:cubicBezTo>
                  <a:pt x="8448006" y="1943654"/>
                  <a:pt x="8441760" y="1891131"/>
                  <a:pt x="8441760" y="1829492"/>
                </a:cubicBezTo>
                <a:cubicBezTo>
                  <a:pt x="8441760" y="1767857"/>
                  <a:pt x="8448006" y="1715276"/>
                  <a:pt x="8448006" y="1715276"/>
                </a:cubicBezTo>
                <a:close/>
                <a:moveTo>
                  <a:pt x="9239147" y="1715265"/>
                </a:moveTo>
                <a:lnTo>
                  <a:pt x="9284403" y="1715265"/>
                </a:lnTo>
                <a:cubicBezTo>
                  <a:pt x="9284403" y="1715265"/>
                  <a:pt x="9290649" y="1767783"/>
                  <a:pt x="9290649" y="1829483"/>
                </a:cubicBezTo>
                <a:cubicBezTo>
                  <a:pt x="9290649" y="1891185"/>
                  <a:pt x="9284403" y="1943644"/>
                  <a:pt x="9284403" y="1943644"/>
                </a:cubicBezTo>
                <a:lnTo>
                  <a:pt x="9239147" y="1943644"/>
                </a:lnTo>
                <a:cubicBezTo>
                  <a:pt x="9239147" y="1943644"/>
                  <a:pt x="9232901" y="1891121"/>
                  <a:pt x="9232901" y="1829483"/>
                </a:cubicBezTo>
                <a:cubicBezTo>
                  <a:pt x="9232901" y="1767847"/>
                  <a:pt x="9239147" y="1715265"/>
                  <a:pt x="9239147" y="1715265"/>
                </a:cubicBezTo>
                <a:close/>
                <a:moveTo>
                  <a:pt x="10030289" y="1715255"/>
                </a:moveTo>
                <a:lnTo>
                  <a:pt x="10075481" y="1715255"/>
                </a:lnTo>
                <a:cubicBezTo>
                  <a:pt x="10075481" y="1715255"/>
                  <a:pt x="10081791" y="1767774"/>
                  <a:pt x="10081791" y="1829473"/>
                </a:cubicBezTo>
                <a:cubicBezTo>
                  <a:pt x="10081791" y="1891175"/>
                  <a:pt x="10075481" y="1943634"/>
                  <a:pt x="10075481" y="1943634"/>
                </a:cubicBezTo>
                <a:lnTo>
                  <a:pt x="10030289" y="1943634"/>
                </a:lnTo>
                <a:cubicBezTo>
                  <a:pt x="10030289" y="1943634"/>
                  <a:pt x="10023979" y="1891111"/>
                  <a:pt x="10023979" y="1829473"/>
                </a:cubicBezTo>
                <a:cubicBezTo>
                  <a:pt x="10023979" y="1767838"/>
                  <a:pt x="10030289" y="1715255"/>
                  <a:pt x="10030289" y="1715255"/>
                </a:cubicBezTo>
                <a:close/>
                <a:moveTo>
                  <a:pt x="10821367" y="1715244"/>
                </a:moveTo>
                <a:lnTo>
                  <a:pt x="10866623" y="1715244"/>
                </a:lnTo>
                <a:cubicBezTo>
                  <a:pt x="10866623" y="1715244"/>
                  <a:pt x="10872933" y="1767764"/>
                  <a:pt x="10872933" y="1829464"/>
                </a:cubicBezTo>
                <a:cubicBezTo>
                  <a:pt x="10872933" y="1891166"/>
                  <a:pt x="10866623" y="1943624"/>
                  <a:pt x="10866623" y="1943624"/>
                </a:cubicBezTo>
                <a:lnTo>
                  <a:pt x="10821367" y="1943624"/>
                </a:lnTo>
                <a:cubicBezTo>
                  <a:pt x="10821367" y="1943624"/>
                  <a:pt x="10815121" y="1891102"/>
                  <a:pt x="10815121" y="1829464"/>
                </a:cubicBezTo>
                <a:cubicBezTo>
                  <a:pt x="10815121" y="1767828"/>
                  <a:pt x="10821367" y="1715244"/>
                  <a:pt x="10821367" y="1715244"/>
                </a:cubicBezTo>
                <a:close/>
                <a:moveTo>
                  <a:pt x="11612508" y="1715233"/>
                </a:moveTo>
                <a:lnTo>
                  <a:pt x="11657764" y="1715233"/>
                </a:lnTo>
                <a:cubicBezTo>
                  <a:pt x="11657764" y="1715233"/>
                  <a:pt x="11664075" y="1767754"/>
                  <a:pt x="11664075" y="1829454"/>
                </a:cubicBezTo>
                <a:cubicBezTo>
                  <a:pt x="11664075" y="1891156"/>
                  <a:pt x="11657764" y="1943614"/>
                  <a:pt x="11657764" y="1943614"/>
                </a:cubicBezTo>
                <a:lnTo>
                  <a:pt x="11612508" y="1943614"/>
                </a:lnTo>
                <a:cubicBezTo>
                  <a:pt x="11612508" y="1943614"/>
                  <a:pt x="11606262" y="1891092"/>
                  <a:pt x="11606262" y="1829454"/>
                </a:cubicBezTo>
                <a:cubicBezTo>
                  <a:pt x="11606262" y="1767818"/>
                  <a:pt x="11612508" y="1715233"/>
                  <a:pt x="11612508" y="1715233"/>
                </a:cubicBezTo>
                <a:close/>
                <a:moveTo>
                  <a:pt x="0" y="1702534"/>
                </a:moveTo>
                <a:lnTo>
                  <a:pt x="48559" y="1733157"/>
                </a:lnTo>
                <a:cubicBezTo>
                  <a:pt x="65816" y="1744928"/>
                  <a:pt x="76396" y="1752844"/>
                  <a:pt x="76396" y="1752844"/>
                </a:cubicBezTo>
                <a:lnTo>
                  <a:pt x="53769" y="1792060"/>
                </a:lnTo>
                <a:cubicBezTo>
                  <a:pt x="53769" y="1792060"/>
                  <a:pt x="41611" y="1786847"/>
                  <a:pt x="22784" y="1777786"/>
                </a:cubicBezTo>
                <a:lnTo>
                  <a:pt x="0" y="1765796"/>
                </a:lnTo>
                <a:close/>
                <a:moveTo>
                  <a:pt x="12203753" y="1696687"/>
                </a:moveTo>
                <a:lnTo>
                  <a:pt x="12203753" y="1760902"/>
                </a:lnTo>
                <a:lnTo>
                  <a:pt x="12171908" y="1777657"/>
                </a:lnTo>
                <a:cubicBezTo>
                  <a:pt x="12153072" y="1786708"/>
                  <a:pt x="12140914" y="1791903"/>
                  <a:pt x="12140914" y="1791903"/>
                </a:cubicBezTo>
                <a:lnTo>
                  <a:pt x="12118286" y="1752702"/>
                </a:lnTo>
                <a:cubicBezTo>
                  <a:pt x="12118286" y="1752702"/>
                  <a:pt x="12128867" y="1744783"/>
                  <a:pt x="12146132" y="1733007"/>
                </a:cubicBezTo>
                <a:close/>
                <a:moveTo>
                  <a:pt x="669795" y="1638712"/>
                </a:moveTo>
                <a:lnTo>
                  <a:pt x="678178" y="1642415"/>
                </a:lnTo>
                <a:cubicBezTo>
                  <a:pt x="694360" y="1649706"/>
                  <a:pt x="731732" y="1667180"/>
                  <a:pt x="771792" y="1690329"/>
                </a:cubicBezTo>
                <a:cubicBezTo>
                  <a:pt x="825204" y="1721174"/>
                  <a:pt x="867526" y="1752837"/>
                  <a:pt x="867526" y="1752837"/>
                </a:cubicBezTo>
                <a:lnTo>
                  <a:pt x="844900" y="1792051"/>
                </a:lnTo>
                <a:cubicBezTo>
                  <a:pt x="844900" y="1792051"/>
                  <a:pt x="796268" y="1771201"/>
                  <a:pt x="742918" y="1740414"/>
                </a:cubicBezTo>
                <a:cubicBezTo>
                  <a:pt x="689504" y="1709579"/>
                  <a:pt x="647181" y="1677892"/>
                  <a:pt x="647181" y="1677892"/>
                </a:cubicBezTo>
                <a:close/>
                <a:moveTo>
                  <a:pt x="1460873" y="1638701"/>
                </a:moveTo>
                <a:lnTo>
                  <a:pt x="1469257" y="1642407"/>
                </a:lnTo>
                <a:cubicBezTo>
                  <a:pt x="1485439" y="1649696"/>
                  <a:pt x="1522810" y="1667168"/>
                  <a:pt x="1562870" y="1690318"/>
                </a:cubicBezTo>
                <a:cubicBezTo>
                  <a:pt x="1616284" y="1721162"/>
                  <a:pt x="1658607" y="1752828"/>
                  <a:pt x="1658607" y="1752828"/>
                </a:cubicBezTo>
                <a:lnTo>
                  <a:pt x="1635980" y="1792041"/>
                </a:lnTo>
                <a:cubicBezTo>
                  <a:pt x="1635980" y="1792041"/>
                  <a:pt x="1587348" y="1771191"/>
                  <a:pt x="1533999" y="1740404"/>
                </a:cubicBezTo>
                <a:cubicBezTo>
                  <a:pt x="1480583" y="1709568"/>
                  <a:pt x="1438259" y="1677883"/>
                  <a:pt x="1438259" y="1677883"/>
                </a:cubicBezTo>
                <a:close/>
                <a:moveTo>
                  <a:pt x="449268" y="1638694"/>
                </a:moveTo>
                <a:lnTo>
                  <a:pt x="471896" y="1677898"/>
                </a:lnTo>
                <a:cubicBezTo>
                  <a:pt x="471896" y="1677898"/>
                  <a:pt x="429574" y="1709583"/>
                  <a:pt x="376162" y="1740419"/>
                </a:cubicBezTo>
                <a:cubicBezTo>
                  <a:pt x="322748" y="1771268"/>
                  <a:pt x="274116" y="1792057"/>
                  <a:pt x="274116" y="1792057"/>
                </a:cubicBezTo>
                <a:lnTo>
                  <a:pt x="251487" y="1752842"/>
                </a:lnTo>
                <a:lnTo>
                  <a:pt x="251551" y="1752842"/>
                </a:lnTo>
                <a:cubicBezTo>
                  <a:pt x="251551" y="1752842"/>
                  <a:pt x="293874" y="1721178"/>
                  <a:pt x="347288" y="1690333"/>
                </a:cubicBezTo>
                <a:cubicBezTo>
                  <a:pt x="400701" y="1659475"/>
                  <a:pt x="449268" y="1638694"/>
                  <a:pt x="449268" y="1638694"/>
                </a:cubicBezTo>
                <a:close/>
                <a:moveTo>
                  <a:pt x="2252000" y="1638692"/>
                </a:moveTo>
                <a:lnTo>
                  <a:pt x="2260383" y="1642395"/>
                </a:lnTo>
                <a:cubicBezTo>
                  <a:pt x="2276564" y="1649686"/>
                  <a:pt x="2313933" y="1667160"/>
                  <a:pt x="2353993" y="1690308"/>
                </a:cubicBezTo>
                <a:cubicBezTo>
                  <a:pt x="2407411" y="1721152"/>
                  <a:pt x="2449735" y="1752818"/>
                  <a:pt x="2449735" y="1752818"/>
                </a:cubicBezTo>
                <a:lnTo>
                  <a:pt x="2427108" y="1792031"/>
                </a:lnTo>
                <a:cubicBezTo>
                  <a:pt x="2427108" y="1792031"/>
                  <a:pt x="2378472" y="1771181"/>
                  <a:pt x="2325122" y="1740394"/>
                </a:cubicBezTo>
                <a:cubicBezTo>
                  <a:pt x="2271708" y="1709558"/>
                  <a:pt x="2229387" y="1677872"/>
                  <a:pt x="2229387" y="1677872"/>
                </a:cubicBezTo>
                <a:close/>
                <a:moveTo>
                  <a:pt x="669744" y="1638688"/>
                </a:moveTo>
                <a:lnTo>
                  <a:pt x="669808" y="1638688"/>
                </a:lnTo>
                <a:lnTo>
                  <a:pt x="669795" y="1638712"/>
                </a:lnTo>
                <a:close/>
                <a:moveTo>
                  <a:pt x="1240411" y="1638683"/>
                </a:moveTo>
                <a:lnTo>
                  <a:pt x="1263039" y="1677888"/>
                </a:lnTo>
                <a:cubicBezTo>
                  <a:pt x="1263039" y="1677888"/>
                  <a:pt x="1220715" y="1709572"/>
                  <a:pt x="1167301" y="1740409"/>
                </a:cubicBezTo>
                <a:cubicBezTo>
                  <a:pt x="1113887" y="1771259"/>
                  <a:pt x="1065253" y="1792047"/>
                  <a:pt x="1065253" y="1792047"/>
                </a:cubicBezTo>
                <a:lnTo>
                  <a:pt x="1042617" y="1752832"/>
                </a:lnTo>
                <a:lnTo>
                  <a:pt x="1042681" y="1752832"/>
                </a:lnTo>
                <a:cubicBezTo>
                  <a:pt x="1042681" y="1752832"/>
                  <a:pt x="1085014" y="1721168"/>
                  <a:pt x="1138424" y="1690323"/>
                </a:cubicBezTo>
                <a:cubicBezTo>
                  <a:pt x="1191840" y="1659465"/>
                  <a:pt x="1240411" y="1638683"/>
                  <a:pt x="1240411" y="1638683"/>
                </a:cubicBezTo>
                <a:close/>
                <a:moveTo>
                  <a:pt x="3043144" y="1638682"/>
                </a:moveTo>
                <a:lnTo>
                  <a:pt x="3051523" y="1642386"/>
                </a:lnTo>
                <a:cubicBezTo>
                  <a:pt x="3067710" y="1649676"/>
                  <a:pt x="3105083" y="1667150"/>
                  <a:pt x="3145144" y="1690296"/>
                </a:cubicBezTo>
                <a:cubicBezTo>
                  <a:pt x="3198544" y="1721142"/>
                  <a:pt x="3240871" y="1752809"/>
                  <a:pt x="3240871" y="1752809"/>
                </a:cubicBezTo>
                <a:lnTo>
                  <a:pt x="3218243" y="1792021"/>
                </a:lnTo>
                <a:cubicBezTo>
                  <a:pt x="3218243" y="1792021"/>
                  <a:pt x="3169618" y="1771171"/>
                  <a:pt x="3116268" y="1740385"/>
                </a:cubicBezTo>
                <a:cubicBezTo>
                  <a:pt x="3062852" y="1709547"/>
                  <a:pt x="3020525" y="1677862"/>
                  <a:pt x="3020525" y="1677862"/>
                </a:cubicBezTo>
                <a:close/>
                <a:moveTo>
                  <a:pt x="1460821" y="1638678"/>
                </a:moveTo>
                <a:lnTo>
                  <a:pt x="1460890" y="1638678"/>
                </a:lnTo>
                <a:lnTo>
                  <a:pt x="1460873" y="1638701"/>
                </a:lnTo>
                <a:close/>
                <a:moveTo>
                  <a:pt x="2031482" y="1638673"/>
                </a:moveTo>
                <a:lnTo>
                  <a:pt x="2054113" y="1677878"/>
                </a:lnTo>
                <a:cubicBezTo>
                  <a:pt x="2054113" y="1677878"/>
                  <a:pt x="2011788" y="1709562"/>
                  <a:pt x="1958376" y="1740400"/>
                </a:cubicBezTo>
                <a:cubicBezTo>
                  <a:pt x="1904962" y="1771249"/>
                  <a:pt x="1856328" y="1792037"/>
                  <a:pt x="1856328" y="1792037"/>
                </a:cubicBezTo>
                <a:lnTo>
                  <a:pt x="1833699" y="1752822"/>
                </a:lnTo>
                <a:lnTo>
                  <a:pt x="1833765" y="1752822"/>
                </a:lnTo>
                <a:cubicBezTo>
                  <a:pt x="1833765" y="1752822"/>
                  <a:pt x="1876088" y="1721158"/>
                  <a:pt x="1929500" y="1690312"/>
                </a:cubicBezTo>
                <a:cubicBezTo>
                  <a:pt x="1982915" y="1659454"/>
                  <a:pt x="2031482" y="1638673"/>
                  <a:pt x="2031482" y="1638673"/>
                </a:cubicBezTo>
                <a:close/>
                <a:moveTo>
                  <a:pt x="3834266" y="1638671"/>
                </a:moveTo>
                <a:lnTo>
                  <a:pt x="3842651" y="1642377"/>
                </a:lnTo>
                <a:cubicBezTo>
                  <a:pt x="3858829" y="1649667"/>
                  <a:pt x="3896202" y="1667140"/>
                  <a:pt x="3936263" y="1690286"/>
                </a:cubicBezTo>
                <a:cubicBezTo>
                  <a:pt x="3989670" y="1721133"/>
                  <a:pt x="4031992" y="1752800"/>
                  <a:pt x="4031992" y="1752800"/>
                </a:cubicBezTo>
                <a:lnTo>
                  <a:pt x="4009366" y="1792010"/>
                </a:lnTo>
                <a:cubicBezTo>
                  <a:pt x="4009366" y="1792010"/>
                  <a:pt x="3960740" y="1771162"/>
                  <a:pt x="3907391" y="1740375"/>
                </a:cubicBezTo>
                <a:cubicBezTo>
                  <a:pt x="3853972" y="1709536"/>
                  <a:pt x="3811651" y="1677853"/>
                  <a:pt x="3811651" y="1677853"/>
                </a:cubicBezTo>
                <a:close/>
                <a:moveTo>
                  <a:pt x="2251951" y="1638670"/>
                </a:moveTo>
                <a:lnTo>
                  <a:pt x="2252012" y="1638670"/>
                </a:lnTo>
                <a:lnTo>
                  <a:pt x="2252000" y="1638692"/>
                </a:lnTo>
                <a:close/>
                <a:moveTo>
                  <a:pt x="2822615" y="1638664"/>
                </a:moveTo>
                <a:lnTo>
                  <a:pt x="2845242" y="1677867"/>
                </a:lnTo>
                <a:cubicBezTo>
                  <a:pt x="2845242" y="1677867"/>
                  <a:pt x="2802921" y="1709552"/>
                  <a:pt x="2749503" y="1740390"/>
                </a:cubicBezTo>
                <a:cubicBezTo>
                  <a:pt x="2696091" y="1771239"/>
                  <a:pt x="2647458" y="1792026"/>
                  <a:pt x="2647458" y="1792026"/>
                </a:cubicBezTo>
                <a:lnTo>
                  <a:pt x="2624830" y="1752813"/>
                </a:lnTo>
                <a:lnTo>
                  <a:pt x="2624892" y="1752813"/>
                </a:lnTo>
                <a:cubicBezTo>
                  <a:pt x="2624892" y="1752813"/>
                  <a:pt x="2667217" y="1721149"/>
                  <a:pt x="2720633" y="1690301"/>
                </a:cubicBezTo>
                <a:cubicBezTo>
                  <a:pt x="2774046" y="1659444"/>
                  <a:pt x="2822615" y="1638664"/>
                  <a:pt x="2822615" y="1638664"/>
                </a:cubicBezTo>
                <a:close/>
                <a:moveTo>
                  <a:pt x="4625259" y="1638662"/>
                </a:moveTo>
                <a:lnTo>
                  <a:pt x="4633642" y="1642367"/>
                </a:lnTo>
                <a:cubicBezTo>
                  <a:pt x="4649825" y="1649657"/>
                  <a:pt x="4687193" y="1667130"/>
                  <a:pt x="4727254" y="1690275"/>
                </a:cubicBezTo>
                <a:cubicBezTo>
                  <a:pt x="4780668" y="1721121"/>
                  <a:pt x="4822988" y="1752790"/>
                  <a:pt x="4822988" y="1752790"/>
                </a:cubicBezTo>
                <a:lnTo>
                  <a:pt x="4800366" y="1792000"/>
                </a:lnTo>
                <a:cubicBezTo>
                  <a:pt x="4800366" y="1792000"/>
                  <a:pt x="4751732" y="1771152"/>
                  <a:pt x="4698380" y="1740365"/>
                </a:cubicBezTo>
                <a:cubicBezTo>
                  <a:pt x="4644967" y="1709525"/>
                  <a:pt x="4602649" y="1677841"/>
                  <a:pt x="4602649" y="1677841"/>
                </a:cubicBezTo>
                <a:close/>
                <a:moveTo>
                  <a:pt x="3043094" y="1638659"/>
                </a:moveTo>
                <a:lnTo>
                  <a:pt x="3043156" y="1638659"/>
                </a:lnTo>
                <a:lnTo>
                  <a:pt x="3043144" y="1638682"/>
                </a:lnTo>
                <a:close/>
                <a:moveTo>
                  <a:pt x="3613742" y="1638654"/>
                </a:moveTo>
                <a:lnTo>
                  <a:pt x="3636372" y="1677856"/>
                </a:lnTo>
                <a:cubicBezTo>
                  <a:pt x="3636372" y="1677856"/>
                  <a:pt x="3594049" y="1709541"/>
                  <a:pt x="3540639" y="1740380"/>
                </a:cubicBezTo>
                <a:cubicBezTo>
                  <a:pt x="3487224" y="1771230"/>
                  <a:pt x="3438588" y="1792016"/>
                  <a:pt x="3438588" y="1792016"/>
                </a:cubicBezTo>
                <a:lnTo>
                  <a:pt x="3415959" y="1752804"/>
                </a:lnTo>
                <a:lnTo>
                  <a:pt x="3416027" y="1752804"/>
                </a:lnTo>
                <a:cubicBezTo>
                  <a:pt x="3416027" y="1752804"/>
                  <a:pt x="3458348" y="1721137"/>
                  <a:pt x="3511767" y="1690291"/>
                </a:cubicBezTo>
                <a:cubicBezTo>
                  <a:pt x="3565177" y="1659434"/>
                  <a:pt x="3613742" y="1638654"/>
                  <a:pt x="3613742" y="1638654"/>
                </a:cubicBezTo>
                <a:close/>
                <a:moveTo>
                  <a:pt x="5416402" y="1638652"/>
                </a:moveTo>
                <a:lnTo>
                  <a:pt x="5424781" y="1642357"/>
                </a:lnTo>
                <a:cubicBezTo>
                  <a:pt x="5440965" y="1649646"/>
                  <a:pt x="5478335" y="1667120"/>
                  <a:pt x="5518395" y="1690264"/>
                </a:cubicBezTo>
                <a:cubicBezTo>
                  <a:pt x="5571809" y="1721111"/>
                  <a:pt x="5614131" y="1752781"/>
                  <a:pt x="5614131" y="1752781"/>
                </a:cubicBezTo>
                <a:lnTo>
                  <a:pt x="5591504" y="1791990"/>
                </a:lnTo>
                <a:cubicBezTo>
                  <a:pt x="5591504" y="1791990"/>
                  <a:pt x="5542870" y="1771142"/>
                  <a:pt x="5489521" y="1740355"/>
                </a:cubicBezTo>
                <a:cubicBezTo>
                  <a:pt x="5436110" y="1709515"/>
                  <a:pt x="5393787" y="1677831"/>
                  <a:pt x="5393787" y="1677831"/>
                </a:cubicBezTo>
                <a:close/>
                <a:moveTo>
                  <a:pt x="3834218" y="1638648"/>
                </a:moveTo>
                <a:lnTo>
                  <a:pt x="3834279" y="1638648"/>
                </a:lnTo>
                <a:lnTo>
                  <a:pt x="3834266" y="1638671"/>
                </a:lnTo>
                <a:close/>
                <a:moveTo>
                  <a:pt x="4404860" y="1638644"/>
                </a:moveTo>
                <a:lnTo>
                  <a:pt x="4427491" y="1677847"/>
                </a:lnTo>
                <a:cubicBezTo>
                  <a:pt x="4427491" y="1677847"/>
                  <a:pt x="4385164" y="1709530"/>
                  <a:pt x="4331748" y="1740370"/>
                </a:cubicBezTo>
                <a:cubicBezTo>
                  <a:pt x="4278335" y="1771220"/>
                  <a:pt x="4229702" y="1792006"/>
                  <a:pt x="4229702" y="1792006"/>
                </a:cubicBezTo>
                <a:lnTo>
                  <a:pt x="4207074" y="1752794"/>
                </a:lnTo>
                <a:cubicBezTo>
                  <a:pt x="4207074" y="1752794"/>
                  <a:pt x="4249395" y="1721127"/>
                  <a:pt x="4302809" y="1690280"/>
                </a:cubicBezTo>
                <a:cubicBezTo>
                  <a:pt x="4356222" y="1659424"/>
                  <a:pt x="4404860" y="1638644"/>
                  <a:pt x="4404860" y="1638644"/>
                </a:cubicBezTo>
                <a:close/>
                <a:moveTo>
                  <a:pt x="4625211" y="1638639"/>
                </a:moveTo>
                <a:lnTo>
                  <a:pt x="4625271" y="1638639"/>
                </a:lnTo>
                <a:lnTo>
                  <a:pt x="4625259" y="1638662"/>
                </a:lnTo>
                <a:close/>
                <a:moveTo>
                  <a:pt x="5196000" y="1638634"/>
                </a:moveTo>
                <a:lnTo>
                  <a:pt x="5218629" y="1677836"/>
                </a:lnTo>
                <a:cubicBezTo>
                  <a:pt x="5218629" y="1677836"/>
                  <a:pt x="5176307" y="1709520"/>
                  <a:pt x="5122891" y="1740360"/>
                </a:cubicBezTo>
                <a:cubicBezTo>
                  <a:pt x="5069478" y="1771210"/>
                  <a:pt x="5020848" y="1791996"/>
                  <a:pt x="5020848" y="1791996"/>
                </a:cubicBezTo>
                <a:lnTo>
                  <a:pt x="4998215" y="1752786"/>
                </a:lnTo>
                <a:cubicBezTo>
                  <a:pt x="4998215" y="1752786"/>
                  <a:pt x="5040542" y="1721117"/>
                  <a:pt x="5093953" y="1690270"/>
                </a:cubicBezTo>
                <a:cubicBezTo>
                  <a:pt x="5147369" y="1659413"/>
                  <a:pt x="5196000" y="1638634"/>
                  <a:pt x="5196000" y="1638634"/>
                </a:cubicBezTo>
                <a:close/>
                <a:moveTo>
                  <a:pt x="5416352" y="1638628"/>
                </a:moveTo>
                <a:lnTo>
                  <a:pt x="5416414" y="1638628"/>
                </a:lnTo>
                <a:lnTo>
                  <a:pt x="5416402" y="1638652"/>
                </a:lnTo>
                <a:close/>
                <a:moveTo>
                  <a:pt x="5987067" y="1638624"/>
                </a:moveTo>
                <a:lnTo>
                  <a:pt x="6009695" y="1677826"/>
                </a:lnTo>
                <a:cubicBezTo>
                  <a:pt x="6009695" y="1677826"/>
                  <a:pt x="5967374" y="1709508"/>
                  <a:pt x="5913960" y="1740351"/>
                </a:cubicBezTo>
                <a:cubicBezTo>
                  <a:pt x="5860547" y="1771200"/>
                  <a:pt x="5811914" y="1791985"/>
                  <a:pt x="5811914" y="1791985"/>
                </a:cubicBezTo>
                <a:lnTo>
                  <a:pt x="5789285" y="1752776"/>
                </a:lnTo>
                <a:cubicBezTo>
                  <a:pt x="5789285" y="1752776"/>
                  <a:pt x="5831608" y="1721106"/>
                  <a:pt x="5885024" y="1690259"/>
                </a:cubicBezTo>
                <a:cubicBezTo>
                  <a:pt x="5938437" y="1659403"/>
                  <a:pt x="5987067" y="1638624"/>
                  <a:pt x="5987067" y="1638624"/>
                </a:cubicBezTo>
                <a:close/>
                <a:moveTo>
                  <a:pt x="6207480" y="1638619"/>
                </a:moveTo>
                <a:cubicBezTo>
                  <a:pt x="6207480" y="1638619"/>
                  <a:pt x="6256113" y="1659399"/>
                  <a:pt x="6309528" y="1690253"/>
                </a:cubicBezTo>
                <a:cubicBezTo>
                  <a:pt x="6362878" y="1721101"/>
                  <a:pt x="6405201" y="1752771"/>
                  <a:pt x="6405201" y="1752771"/>
                </a:cubicBezTo>
                <a:lnTo>
                  <a:pt x="6382638" y="1791980"/>
                </a:lnTo>
                <a:cubicBezTo>
                  <a:pt x="6382638" y="1791980"/>
                  <a:pt x="6334004" y="1771133"/>
                  <a:pt x="6280590" y="1740346"/>
                </a:cubicBezTo>
                <a:cubicBezTo>
                  <a:pt x="6227176" y="1709504"/>
                  <a:pt x="6184852" y="1677821"/>
                  <a:pt x="6184852" y="1677821"/>
                </a:cubicBezTo>
                <a:close/>
                <a:moveTo>
                  <a:pt x="6778210" y="1638614"/>
                </a:moveTo>
                <a:lnTo>
                  <a:pt x="6800772" y="1677816"/>
                </a:lnTo>
                <a:cubicBezTo>
                  <a:pt x="6800772" y="1677816"/>
                  <a:pt x="6758449" y="1709497"/>
                  <a:pt x="6705100" y="1740341"/>
                </a:cubicBezTo>
                <a:cubicBezTo>
                  <a:pt x="6651621" y="1771191"/>
                  <a:pt x="6603052" y="1791975"/>
                  <a:pt x="6603052" y="1791975"/>
                </a:cubicBezTo>
                <a:lnTo>
                  <a:pt x="6580424" y="1752767"/>
                </a:lnTo>
                <a:cubicBezTo>
                  <a:pt x="6580424" y="1752767"/>
                  <a:pt x="6622747" y="1721096"/>
                  <a:pt x="6676161" y="1690248"/>
                </a:cubicBezTo>
                <a:cubicBezTo>
                  <a:pt x="6729575" y="1659393"/>
                  <a:pt x="6778210" y="1638614"/>
                  <a:pt x="6778210" y="1638614"/>
                </a:cubicBezTo>
                <a:close/>
                <a:moveTo>
                  <a:pt x="6998558" y="1638609"/>
                </a:moveTo>
                <a:cubicBezTo>
                  <a:pt x="6998558" y="1638609"/>
                  <a:pt x="7047191" y="1659389"/>
                  <a:pt x="7100606" y="1690242"/>
                </a:cubicBezTo>
                <a:cubicBezTo>
                  <a:pt x="7154020" y="1721091"/>
                  <a:pt x="7196344" y="1752762"/>
                  <a:pt x="7196344" y="1752762"/>
                </a:cubicBezTo>
                <a:lnTo>
                  <a:pt x="7173716" y="1791970"/>
                </a:lnTo>
                <a:cubicBezTo>
                  <a:pt x="7173716" y="1791970"/>
                  <a:pt x="7125146" y="1771123"/>
                  <a:pt x="7071731" y="1740336"/>
                </a:cubicBezTo>
                <a:cubicBezTo>
                  <a:pt x="7018317" y="1709493"/>
                  <a:pt x="6975995" y="1677810"/>
                  <a:pt x="6975995" y="1677810"/>
                </a:cubicBezTo>
                <a:close/>
                <a:moveTo>
                  <a:pt x="7569286" y="1638604"/>
                </a:moveTo>
                <a:lnTo>
                  <a:pt x="7591913" y="1677806"/>
                </a:lnTo>
                <a:cubicBezTo>
                  <a:pt x="7591913" y="1677806"/>
                  <a:pt x="7549590" y="1709487"/>
                  <a:pt x="7496176" y="1740331"/>
                </a:cubicBezTo>
                <a:cubicBezTo>
                  <a:pt x="7442762" y="1771181"/>
                  <a:pt x="7394128" y="1791965"/>
                  <a:pt x="7394128" y="1791965"/>
                </a:cubicBezTo>
                <a:lnTo>
                  <a:pt x="7371564" y="1752758"/>
                </a:lnTo>
                <a:cubicBezTo>
                  <a:pt x="7371564" y="1752758"/>
                  <a:pt x="7413887" y="1721086"/>
                  <a:pt x="7467302" y="1690237"/>
                </a:cubicBezTo>
                <a:cubicBezTo>
                  <a:pt x="7520716" y="1659383"/>
                  <a:pt x="7569286" y="1638604"/>
                  <a:pt x="7569286" y="1638604"/>
                </a:cubicBezTo>
                <a:close/>
                <a:moveTo>
                  <a:pt x="7789699" y="1638598"/>
                </a:moveTo>
                <a:cubicBezTo>
                  <a:pt x="7789699" y="1638598"/>
                  <a:pt x="7838333" y="1659378"/>
                  <a:pt x="7891747" y="1690231"/>
                </a:cubicBezTo>
                <a:cubicBezTo>
                  <a:pt x="7945161" y="1721081"/>
                  <a:pt x="7987485" y="1752753"/>
                  <a:pt x="7987485" y="1752753"/>
                </a:cubicBezTo>
                <a:lnTo>
                  <a:pt x="7964857" y="1791959"/>
                </a:lnTo>
                <a:cubicBezTo>
                  <a:pt x="7964857" y="1791959"/>
                  <a:pt x="7916223" y="1771113"/>
                  <a:pt x="7862873" y="1740326"/>
                </a:cubicBezTo>
                <a:cubicBezTo>
                  <a:pt x="7809395" y="1709482"/>
                  <a:pt x="7767072" y="1677800"/>
                  <a:pt x="7767072" y="1677800"/>
                </a:cubicBezTo>
                <a:close/>
                <a:moveTo>
                  <a:pt x="8360428" y="1638594"/>
                </a:moveTo>
                <a:lnTo>
                  <a:pt x="8383056" y="1677795"/>
                </a:lnTo>
                <a:cubicBezTo>
                  <a:pt x="8383056" y="1677795"/>
                  <a:pt x="8340732" y="1709476"/>
                  <a:pt x="8287318" y="1740321"/>
                </a:cubicBezTo>
                <a:cubicBezTo>
                  <a:pt x="8233904" y="1771171"/>
                  <a:pt x="8185270" y="1791955"/>
                  <a:pt x="8185270" y="1791955"/>
                </a:cubicBezTo>
                <a:lnTo>
                  <a:pt x="8162642" y="1752748"/>
                </a:lnTo>
                <a:cubicBezTo>
                  <a:pt x="8162642" y="1752748"/>
                  <a:pt x="8204965" y="1721076"/>
                  <a:pt x="8258443" y="1690227"/>
                </a:cubicBezTo>
                <a:cubicBezTo>
                  <a:pt x="8311794" y="1659373"/>
                  <a:pt x="8360428" y="1638594"/>
                  <a:pt x="8360428" y="1638594"/>
                </a:cubicBezTo>
                <a:close/>
                <a:moveTo>
                  <a:pt x="8580840" y="1638588"/>
                </a:moveTo>
                <a:cubicBezTo>
                  <a:pt x="8580840" y="1638588"/>
                  <a:pt x="8629474" y="1659368"/>
                  <a:pt x="8682888" y="1690221"/>
                </a:cubicBezTo>
                <a:cubicBezTo>
                  <a:pt x="8736302" y="1721070"/>
                  <a:pt x="8778626" y="1752743"/>
                  <a:pt x="8778626" y="1752743"/>
                </a:cubicBezTo>
                <a:lnTo>
                  <a:pt x="8755998" y="1791949"/>
                </a:lnTo>
                <a:cubicBezTo>
                  <a:pt x="8755998" y="1791949"/>
                  <a:pt x="8707364" y="1771104"/>
                  <a:pt x="8654014" y="1740316"/>
                </a:cubicBezTo>
                <a:cubicBezTo>
                  <a:pt x="8600536" y="1709471"/>
                  <a:pt x="8558213" y="1677790"/>
                  <a:pt x="8558213" y="1677790"/>
                </a:cubicBezTo>
                <a:close/>
                <a:moveTo>
                  <a:pt x="9151570" y="1638583"/>
                </a:moveTo>
                <a:lnTo>
                  <a:pt x="9174198" y="1677785"/>
                </a:lnTo>
                <a:cubicBezTo>
                  <a:pt x="9174198" y="1677785"/>
                  <a:pt x="9131874" y="1709465"/>
                  <a:pt x="9078460" y="1740312"/>
                </a:cubicBezTo>
                <a:cubicBezTo>
                  <a:pt x="9025046" y="1771162"/>
                  <a:pt x="8976412" y="1791944"/>
                  <a:pt x="8976412" y="1791944"/>
                </a:cubicBezTo>
                <a:lnTo>
                  <a:pt x="8953784" y="1752739"/>
                </a:lnTo>
                <a:cubicBezTo>
                  <a:pt x="8953784" y="1752739"/>
                  <a:pt x="8996107" y="1721066"/>
                  <a:pt x="9049522" y="1690216"/>
                </a:cubicBezTo>
                <a:cubicBezTo>
                  <a:pt x="9102936" y="1659363"/>
                  <a:pt x="9151570" y="1638583"/>
                  <a:pt x="9151570" y="1638583"/>
                </a:cubicBezTo>
                <a:close/>
                <a:moveTo>
                  <a:pt x="9371982" y="1638579"/>
                </a:moveTo>
                <a:cubicBezTo>
                  <a:pt x="9371982" y="1638579"/>
                  <a:pt x="9420552" y="1659358"/>
                  <a:pt x="9474030" y="1690211"/>
                </a:cubicBezTo>
                <a:cubicBezTo>
                  <a:pt x="9527381" y="1721060"/>
                  <a:pt x="9569704" y="1752734"/>
                  <a:pt x="9569704" y="1752734"/>
                </a:cubicBezTo>
                <a:lnTo>
                  <a:pt x="9547140" y="1791939"/>
                </a:lnTo>
                <a:cubicBezTo>
                  <a:pt x="9547140" y="1791939"/>
                  <a:pt x="9498507" y="1771094"/>
                  <a:pt x="9445093" y="1740307"/>
                </a:cubicBezTo>
                <a:cubicBezTo>
                  <a:pt x="9391678" y="1709461"/>
                  <a:pt x="9349355" y="1677780"/>
                  <a:pt x="9349355" y="1677780"/>
                </a:cubicBezTo>
                <a:close/>
                <a:moveTo>
                  <a:pt x="9942711" y="1638573"/>
                </a:moveTo>
                <a:lnTo>
                  <a:pt x="9965275" y="1677775"/>
                </a:lnTo>
                <a:cubicBezTo>
                  <a:pt x="9965275" y="1677775"/>
                  <a:pt x="9922951" y="1709455"/>
                  <a:pt x="9869601" y="1740302"/>
                </a:cubicBezTo>
                <a:cubicBezTo>
                  <a:pt x="9816123" y="1771152"/>
                  <a:pt x="9767553" y="1791934"/>
                  <a:pt x="9767553" y="1791934"/>
                </a:cubicBezTo>
                <a:lnTo>
                  <a:pt x="9744925" y="1752729"/>
                </a:lnTo>
                <a:cubicBezTo>
                  <a:pt x="9744925" y="1752729"/>
                  <a:pt x="9787248" y="1721055"/>
                  <a:pt x="9840663" y="1690205"/>
                </a:cubicBezTo>
                <a:cubicBezTo>
                  <a:pt x="9894077" y="1659353"/>
                  <a:pt x="9942711" y="1638573"/>
                  <a:pt x="9942711" y="1638573"/>
                </a:cubicBezTo>
                <a:close/>
                <a:moveTo>
                  <a:pt x="10163123" y="1638569"/>
                </a:moveTo>
                <a:cubicBezTo>
                  <a:pt x="10163123" y="1638569"/>
                  <a:pt x="10211693" y="1659348"/>
                  <a:pt x="10265107" y="1690200"/>
                </a:cubicBezTo>
                <a:cubicBezTo>
                  <a:pt x="10318522" y="1721050"/>
                  <a:pt x="10360845" y="1752725"/>
                  <a:pt x="10360845" y="1752725"/>
                </a:cubicBezTo>
                <a:lnTo>
                  <a:pt x="10338218" y="1791928"/>
                </a:lnTo>
                <a:cubicBezTo>
                  <a:pt x="10338218" y="1791928"/>
                  <a:pt x="10289648" y="1771084"/>
                  <a:pt x="10236234" y="1740297"/>
                </a:cubicBezTo>
                <a:cubicBezTo>
                  <a:pt x="10182819" y="1709450"/>
                  <a:pt x="10140496" y="1677769"/>
                  <a:pt x="10140496" y="1677769"/>
                </a:cubicBezTo>
                <a:close/>
                <a:moveTo>
                  <a:pt x="10733788" y="1638564"/>
                </a:moveTo>
                <a:lnTo>
                  <a:pt x="10756416" y="1677764"/>
                </a:lnTo>
                <a:cubicBezTo>
                  <a:pt x="10756416" y="1677764"/>
                  <a:pt x="10714092" y="1709444"/>
                  <a:pt x="10660678" y="1740292"/>
                </a:cubicBezTo>
                <a:cubicBezTo>
                  <a:pt x="10607264" y="1771142"/>
                  <a:pt x="10558630" y="1791924"/>
                  <a:pt x="10558630" y="1791924"/>
                </a:cubicBezTo>
                <a:lnTo>
                  <a:pt x="10536066" y="1752720"/>
                </a:lnTo>
                <a:cubicBezTo>
                  <a:pt x="10536066" y="1752720"/>
                  <a:pt x="10578389" y="1721045"/>
                  <a:pt x="10631804" y="1690194"/>
                </a:cubicBezTo>
                <a:cubicBezTo>
                  <a:pt x="10685218" y="1659343"/>
                  <a:pt x="10733788" y="1638564"/>
                  <a:pt x="10733788" y="1638564"/>
                </a:cubicBezTo>
                <a:close/>
                <a:moveTo>
                  <a:pt x="10954201" y="1638559"/>
                </a:moveTo>
                <a:cubicBezTo>
                  <a:pt x="10954201" y="1638559"/>
                  <a:pt x="11002835" y="1659338"/>
                  <a:pt x="11056249" y="1690189"/>
                </a:cubicBezTo>
                <a:cubicBezTo>
                  <a:pt x="11109664" y="1721039"/>
                  <a:pt x="11151987" y="1752716"/>
                  <a:pt x="11151987" y="1752716"/>
                </a:cubicBezTo>
                <a:lnTo>
                  <a:pt x="11129360" y="1791918"/>
                </a:lnTo>
                <a:cubicBezTo>
                  <a:pt x="11129360" y="1791918"/>
                  <a:pt x="11080790" y="1771074"/>
                  <a:pt x="11027376" y="1740287"/>
                </a:cubicBezTo>
                <a:cubicBezTo>
                  <a:pt x="10973961" y="1709439"/>
                  <a:pt x="10931638" y="1677759"/>
                  <a:pt x="10931638" y="1677759"/>
                </a:cubicBezTo>
                <a:close/>
                <a:moveTo>
                  <a:pt x="11524930" y="1638554"/>
                </a:moveTo>
                <a:lnTo>
                  <a:pt x="11547558" y="1677754"/>
                </a:lnTo>
                <a:cubicBezTo>
                  <a:pt x="11547558" y="1677754"/>
                  <a:pt x="11505234" y="1709434"/>
                  <a:pt x="11451820" y="1740282"/>
                </a:cubicBezTo>
                <a:cubicBezTo>
                  <a:pt x="11398406" y="1771132"/>
                  <a:pt x="11349772" y="1791913"/>
                  <a:pt x="11349772" y="1791913"/>
                </a:cubicBezTo>
                <a:lnTo>
                  <a:pt x="11327208" y="1752711"/>
                </a:lnTo>
                <a:cubicBezTo>
                  <a:pt x="11327208" y="1752711"/>
                  <a:pt x="11369531" y="1721034"/>
                  <a:pt x="11422946" y="1690183"/>
                </a:cubicBezTo>
                <a:cubicBezTo>
                  <a:pt x="11476360" y="1659333"/>
                  <a:pt x="11524930" y="1638554"/>
                  <a:pt x="11524930" y="1638554"/>
                </a:cubicBezTo>
                <a:close/>
                <a:moveTo>
                  <a:pt x="11745343" y="1638549"/>
                </a:moveTo>
                <a:cubicBezTo>
                  <a:pt x="11745343" y="1638549"/>
                  <a:pt x="11793976" y="1659327"/>
                  <a:pt x="11847390" y="1690178"/>
                </a:cubicBezTo>
                <a:cubicBezTo>
                  <a:pt x="11900804" y="1721029"/>
                  <a:pt x="11943128" y="1752706"/>
                  <a:pt x="11943128" y="1752706"/>
                </a:cubicBezTo>
                <a:lnTo>
                  <a:pt x="11920501" y="1791908"/>
                </a:lnTo>
                <a:cubicBezTo>
                  <a:pt x="11920501" y="1791908"/>
                  <a:pt x="11871867" y="1771064"/>
                  <a:pt x="11818516" y="1740277"/>
                </a:cubicBezTo>
                <a:cubicBezTo>
                  <a:pt x="11765038" y="1709428"/>
                  <a:pt x="11722715" y="1677749"/>
                  <a:pt x="11722715" y="1677749"/>
                </a:cubicBezTo>
                <a:close/>
                <a:moveTo>
                  <a:pt x="141282" y="1486995"/>
                </a:moveTo>
                <a:lnTo>
                  <a:pt x="186536" y="1486995"/>
                </a:lnTo>
                <a:cubicBezTo>
                  <a:pt x="186536" y="1486995"/>
                  <a:pt x="192846" y="1539519"/>
                  <a:pt x="192846" y="1601153"/>
                </a:cubicBezTo>
                <a:cubicBezTo>
                  <a:pt x="192846" y="1662793"/>
                  <a:pt x="186536" y="1715321"/>
                  <a:pt x="186536" y="1715321"/>
                </a:cubicBezTo>
                <a:lnTo>
                  <a:pt x="141282" y="1715321"/>
                </a:lnTo>
                <a:cubicBezTo>
                  <a:pt x="141282" y="1715321"/>
                  <a:pt x="135035" y="1662793"/>
                  <a:pt x="135035" y="1601153"/>
                </a:cubicBezTo>
                <a:cubicBezTo>
                  <a:pt x="135035" y="1539519"/>
                  <a:pt x="141282" y="1486995"/>
                  <a:pt x="141282" y="1486995"/>
                </a:cubicBezTo>
                <a:close/>
                <a:moveTo>
                  <a:pt x="932414" y="1486986"/>
                </a:moveTo>
                <a:lnTo>
                  <a:pt x="977669" y="1486986"/>
                </a:lnTo>
                <a:cubicBezTo>
                  <a:pt x="977669" y="1486986"/>
                  <a:pt x="983979" y="1539510"/>
                  <a:pt x="983979" y="1601144"/>
                </a:cubicBezTo>
                <a:cubicBezTo>
                  <a:pt x="983979" y="1662783"/>
                  <a:pt x="977669" y="1715313"/>
                  <a:pt x="977669" y="1715313"/>
                </a:cubicBezTo>
                <a:lnTo>
                  <a:pt x="932414" y="1715313"/>
                </a:lnTo>
                <a:cubicBezTo>
                  <a:pt x="932414" y="1715313"/>
                  <a:pt x="926104" y="1662783"/>
                  <a:pt x="926104" y="1601144"/>
                </a:cubicBezTo>
                <a:cubicBezTo>
                  <a:pt x="926104" y="1539510"/>
                  <a:pt x="932414" y="1486986"/>
                  <a:pt x="932414" y="1486986"/>
                </a:cubicBezTo>
                <a:close/>
                <a:moveTo>
                  <a:pt x="1723556" y="1486977"/>
                </a:moveTo>
                <a:lnTo>
                  <a:pt x="1768814" y="1486977"/>
                </a:lnTo>
                <a:cubicBezTo>
                  <a:pt x="1768814" y="1486977"/>
                  <a:pt x="1775125" y="1539501"/>
                  <a:pt x="1775125" y="1601135"/>
                </a:cubicBezTo>
                <a:cubicBezTo>
                  <a:pt x="1775125" y="1662773"/>
                  <a:pt x="1768814" y="1715303"/>
                  <a:pt x="1768814" y="1715303"/>
                </a:cubicBezTo>
                <a:lnTo>
                  <a:pt x="1723556" y="1715303"/>
                </a:lnTo>
                <a:cubicBezTo>
                  <a:pt x="1723556" y="1715303"/>
                  <a:pt x="1717247" y="1662773"/>
                  <a:pt x="1717247" y="1601135"/>
                </a:cubicBezTo>
                <a:cubicBezTo>
                  <a:pt x="1717247" y="1539501"/>
                  <a:pt x="1723556" y="1486977"/>
                  <a:pt x="1723556" y="1486977"/>
                </a:cubicBezTo>
                <a:close/>
                <a:moveTo>
                  <a:pt x="2514689" y="1486967"/>
                </a:moveTo>
                <a:lnTo>
                  <a:pt x="2559944" y="1486967"/>
                </a:lnTo>
                <a:cubicBezTo>
                  <a:pt x="2559944" y="1486967"/>
                  <a:pt x="2566255" y="1539491"/>
                  <a:pt x="2566255" y="1601125"/>
                </a:cubicBezTo>
                <a:cubicBezTo>
                  <a:pt x="2566255" y="1662763"/>
                  <a:pt x="2559944" y="1715292"/>
                  <a:pt x="2559944" y="1715292"/>
                </a:cubicBezTo>
                <a:lnTo>
                  <a:pt x="2514689" y="1715292"/>
                </a:lnTo>
                <a:cubicBezTo>
                  <a:pt x="2514689" y="1715292"/>
                  <a:pt x="2508444" y="1662763"/>
                  <a:pt x="2508444" y="1601125"/>
                </a:cubicBezTo>
                <a:cubicBezTo>
                  <a:pt x="2508444" y="1539491"/>
                  <a:pt x="2514689" y="1486967"/>
                  <a:pt x="2514689" y="1486967"/>
                </a:cubicBezTo>
                <a:close/>
                <a:moveTo>
                  <a:pt x="3305820" y="1486957"/>
                </a:moveTo>
                <a:lnTo>
                  <a:pt x="3351078" y="1486957"/>
                </a:lnTo>
                <a:cubicBezTo>
                  <a:pt x="3351078" y="1486957"/>
                  <a:pt x="3357385" y="1539481"/>
                  <a:pt x="3357385" y="1601115"/>
                </a:cubicBezTo>
                <a:cubicBezTo>
                  <a:pt x="3357385" y="1662753"/>
                  <a:pt x="3351078" y="1715281"/>
                  <a:pt x="3351078" y="1715281"/>
                </a:cubicBezTo>
                <a:lnTo>
                  <a:pt x="3305820" y="1715281"/>
                </a:lnTo>
                <a:cubicBezTo>
                  <a:pt x="3305820" y="1715281"/>
                  <a:pt x="3299575" y="1662753"/>
                  <a:pt x="3299575" y="1601115"/>
                </a:cubicBezTo>
                <a:cubicBezTo>
                  <a:pt x="3299575" y="1539481"/>
                  <a:pt x="3305820" y="1486957"/>
                  <a:pt x="3305820" y="1486957"/>
                </a:cubicBezTo>
                <a:close/>
                <a:moveTo>
                  <a:pt x="4096880" y="1486947"/>
                </a:moveTo>
                <a:lnTo>
                  <a:pt x="4142136" y="1486947"/>
                </a:lnTo>
                <a:cubicBezTo>
                  <a:pt x="4142136" y="1486947"/>
                  <a:pt x="4148446" y="1539471"/>
                  <a:pt x="4148446" y="1601105"/>
                </a:cubicBezTo>
                <a:cubicBezTo>
                  <a:pt x="4148446" y="1662743"/>
                  <a:pt x="4142136" y="1715271"/>
                  <a:pt x="4142136" y="1715271"/>
                </a:cubicBezTo>
                <a:lnTo>
                  <a:pt x="4096880" y="1715271"/>
                </a:lnTo>
                <a:cubicBezTo>
                  <a:pt x="4096880" y="1715271"/>
                  <a:pt x="4090633" y="1662743"/>
                  <a:pt x="4090633" y="1601105"/>
                </a:cubicBezTo>
                <a:cubicBezTo>
                  <a:pt x="4090633" y="1539471"/>
                  <a:pt x="4096880" y="1486947"/>
                  <a:pt x="4096880" y="1486947"/>
                </a:cubicBezTo>
                <a:close/>
                <a:moveTo>
                  <a:pt x="4887944" y="1486937"/>
                </a:moveTo>
                <a:lnTo>
                  <a:pt x="4933198" y="1486937"/>
                </a:lnTo>
                <a:cubicBezTo>
                  <a:pt x="4933198" y="1486937"/>
                  <a:pt x="4939507" y="1539461"/>
                  <a:pt x="4939507" y="1601096"/>
                </a:cubicBezTo>
                <a:cubicBezTo>
                  <a:pt x="4939507" y="1662733"/>
                  <a:pt x="4933198" y="1715260"/>
                  <a:pt x="4933198" y="1715260"/>
                </a:cubicBezTo>
                <a:lnTo>
                  <a:pt x="4887944" y="1715260"/>
                </a:lnTo>
                <a:cubicBezTo>
                  <a:pt x="4887944" y="1715260"/>
                  <a:pt x="4881696" y="1662733"/>
                  <a:pt x="4881696" y="1601096"/>
                </a:cubicBezTo>
                <a:cubicBezTo>
                  <a:pt x="4881696" y="1539461"/>
                  <a:pt x="4887944" y="1486937"/>
                  <a:pt x="4887944" y="1486937"/>
                </a:cubicBezTo>
                <a:close/>
                <a:moveTo>
                  <a:pt x="5679084" y="1486927"/>
                </a:moveTo>
                <a:lnTo>
                  <a:pt x="5724338" y="1486927"/>
                </a:lnTo>
                <a:cubicBezTo>
                  <a:pt x="5724338" y="1486927"/>
                  <a:pt x="5730645" y="1539450"/>
                  <a:pt x="5730645" y="1601085"/>
                </a:cubicBezTo>
                <a:cubicBezTo>
                  <a:pt x="5730645" y="1662723"/>
                  <a:pt x="5724338" y="1715249"/>
                  <a:pt x="5724338" y="1715249"/>
                </a:cubicBezTo>
                <a:lnTo>
                  <a:pt x="5679084" y="1715249"/>
                </a:lnTo>
                <a:cubicBezTo>
                  <a:pt x="5679084" y="1715249"/>
                  <a:pt x="5672769" y="1662723"/>
                  <a:pt x="5672769" y="1601085"/>
                </a:cubicBezTo>
                <a:cubicBezTo>
                  <a:pt x="5672769" y="1539450"/>
                  <a:pt x="5679084" y="1486927"/>
                  <a:pt x="5679084" y="1486927"/>
                </a:cubicBezTo>
                <a:close/>
                <a:moveTo>
                  <a:pt x="6470217" y="1486917"/>
                </a:moveTo>
                <a:lnTo>
                  <a:pt x="6515408" y="1486917"/>
                </a:lnTo>
                <a:cubicBezTo>
                  <a:pt x="6515408" y="1486917"/>
                  <a:pt x="6521719" y="1539440"/>
                  <a:pt x="6521719" y="1601075"/>
                </a:cubicBezTo>
                <a:cubicBezTo>
                  <a:pt x="6521719" y="1662712"/>
                  <a:pt x="6515408" y="1715239"/>
                  <a:pt x="6515408" y="1715239"/>
                </a:cubicBezTo>
                <a:lnTo>
                  <a:pt x="6470217" y="1715239"/>
                </a:lnTo>
                <a:cubicBezTo>
                  <a:pt x="6470217" y="1715239"/>
                  <a:pt x="6463906" y="1662712"/>
                  <a:pt x="6463906" y="1601075"/>
                </a:cubicBezTo>
                <a:cubicBezTo>
                  <a:pt x="6463906" y="1539440"/>
                  <a:pt x="6470217" y="1486917"/>
                  <a:pt x="6470217" y="1486917"/>
                </a:cubicBezTo>
                <a:close/>
                <a:moveTo>
                  <a:pt x="7261293" y="1486907"/>
                </a:moveTo>
                <a:lnTo>
                  <a:pt x="7306549" y="1486907"/>
                </a:lnTo>
                <a:cubicBezTo>
                  <a:pt x="7306549" y="1486907"/>
                  <a:pt x="7312860" y="1539430"/>
                  <a:pt x="7312860" y="1601065"/>
                </a:cubicBezTo>
                <a:cubicBezTo>
                  <a:pt x="7312860" y="1662702"/>
                  <a:pt x="7306549" y="1715228"/>
                  <a:pt x="7306549" y="1715228"/>
                </a:cubicBezTo>
                <a:lnTo>
                  <a:pt x="7261293" y="1715228"/>
                </a:lnTo>
                <a:cubicBezTo>
                  <a:pt x="7261293" y="1715228"/>
                  <a:pt x="7255047" y="1662702"/>
                  <a:pt x="7255047" y="1601065"/>
                </a:cubicBezTo>
                <a:cubicBezTo>
                  <a:pt x="7255047" y="1539430"/>
                  <a:pt x="7261293" y="1486907"/>
                  <a:pt x="7261293" y="1486907"/>
                </a:cubicBezTo>
                <a:close/>
                <a:moveTo>
                  <a:pt x="8052435" y="1486897"/>
                </a:moveTo>
                <a:lnTo>
                  <a:pt x="8097691" y="1486897"/>
                </a:lnTo>
                <a:cubicBezTo>
                  <a:pt x="8097691" y="1486897"/>
                  <a:pt x="8103938" y="1539419"/>
                  <a:pt x="8103938" y="1601055"/>
                </a:cubicBezTo>
                <a:cubicBezTo>
                  <a:pt x="8103938" y="1662693"/>
                  <a:pt x="8097691" y="1715218"/>
                  <a:pt x="8097691" y="1715218"/>
                </a:cubicBezTo>
                <a:lnTo>
                  <a:pt x="8052435" y="1715218"/>
                </a:lnTo>
                <a:cubicBezTo>
                  <a:pt x="8052435" y="1715218"/>
                  <a:pt x="8046189" y="1662693"/>
                  <a:pt x="8046189" y="1601055"/>
                </a:cubicBezTo>
                <a:cubicBezTo>
                  <a:pt x="8046189" y="1539419"/>
                  <a:pt x="8052435" y="1486897"/>
                  <a:pt x="8052435" y="1486897"/>
                </a:cubicBezTo>
                <a:close/>
                <a:moveTo>
                  <a:pt x="8843577" y="1486887"/>
                </a:moveTo>
                <a:lnTo>
                  <a:pt x="8888832" y="1486887"/>
                </a:lnTo>
                <a:cubicBezTo>
                  <a:pt x="8888832" y="1486887"/>
                  <a:pt x="8895079" y="1539409"/>
                  <a:pt x="8895079" y="1601045"/>
                </a:cubicBezTo>
                <a:cubicBezTo>
                  <a:pt x="8895079" y="1662682"/>
                  <a:pt x="8888832" y="1715207"/>
                  <a:pt x="8888832" y="1715207"/>
                </a:cubicBezTo>
                <a:lnTo>
                  <a:pt x="8843577" y="1715207"/>
                </a:lnTo>
                <a:cubicBezTo>
                  <a:pt x="8843577" y="1715207"/>
                  <a:pt x="8837330" y="1662682"/>
                  <a:pt x="8837330" y="1601045"/>
                </a:cubicBezTo>
                <a:cubicBezTo>
                  <a:pt x="8837330" y="1539409"/>
                  <a:pt x="8843577" y="1486887"/>
                  <a:pt x="8843577" y="1486887"/>
                </a:cubicBezTo>
                <a:close/>
                <a:moveTo>
                  <a:pt x="9634719" y="1486877"/>
                </a:moveTo>
                <a:lnTo>
                  <a:pt x="9679910" y="1486877"/>
                </a:lnTo>
                <a:cubicBezTo>
                  <a:pt x="9679910" y="1486877"/>
                  <a:pt x="9686221" y="1539400"/>
                  <a:pt x="9686221" y="1601035"/>
                </a:cubicBezTo>
                <a:cubicBezTo>
                  <a:pt x="9686221" y="1662672"/>
                  <a:pt x="9679910" y="1715197"/>
                  <a:pt x="9679910" y="1715197"/>
                </a:cubicBezTo>
                <a:lnTo>
                  <a:pt x="9634719" y="1715197"/>
                </a:lnTo>
                <a:cubicBezTo>
                  <a:pt x="9634719" y="1715197"/>
                  <a:pt x="9628408" y="1662672"/>
                  <a:pt x="9628408" y="1601035"/>
                </a:cubicBezTo>
                <a:cubicBezTo>
                  <a:pt x="9628408" y="1539400"/>
                  <a:pt x="9634719" y="1486877"/>
                  <a:pt x="9634719" y="1486877"/>
                </a:cubicBezTo>
                <a:close/>
                <a:moveTo>
                  <a:pt x="10425796" y="1486867"/>
                </a:moveTo>
                <a:lnTo>
                  <a:pt x="10471052" y="1486867"/>
                </a:lnTo>
                <a:cubicBezTo>
                  <a:pt x="10471052" y="1486867"/>
                  <a:pt x="10477362" y="1539389"/>
                  <a:pt x="10477362" y="1601025"/>
                </a:cubicBezTo>
                <a:cubicBezTo>
                  <a:pt x="10477362" y="1662662"/>
                  <a:pt x="10471052" y="1715186"/>
                  <a:pt x="10471052" y="1715186"/>
                </a:cubicBezTo>
                <a:lnTo>
                  <a:pt x="10425796" y="1715186"/>
                </a:lnTo>
                <a:cubicBezTo>
                  <a:pt x="10425796" y="1715186"/>
                  <a:pt x="10419550" y="1662662"/>
                  <a:pt x="10419550" y="1601025"/>
                </a:cubicBezTo>
                <a:cubicBezTo>
                  <a:pt x="10419550" y="1539389"/>
                  <a:pt x="10425796" y="1486867"/>
                  <a:pt x="10425796" y="1486867"/>
                </a:cubicBezTo>
                <a:close/>
                <a:moveTo>
                  <a:pt x="11216938" y="1486857"/>
                </a:moveTo>
                <a:lnTo>
                  <a:pt x="11262194" y="1486857"/>
                </a:lnTo>
                <a:cubicBezTo>
                  <a:pt x="11262194" y="1486857"/>
                  <a:pt x="11268504" y="1539380"/>
                  <a:pt x="11268504" y="1601015"/>
                </a:cubicBezTo>
                <a:cubicBezTo>
                  <a:pt x="11268504" y="1662652"/>
                  <a:pt x="11262194" y="1715175"/>
                  <a:pt x="11262194" y="1715175"/>
                </a:cubicBezTo>
                <a:lnTo>
                  <a:pt x="11216938" y="1715175"/>
                </a:lnTo>
                <a:cubicBezTo>
                  <a:pt x="11216938" y="1715175"/>
                  <a:pt x="11210692" y="1662652"/>
                  <a:pt x="11210692" y="1601015"/>
                </a:cubicBezTo>
                <a:cubicBezTo>
                  <a:pt x="11210692" y="1539380"/>
                  <a:pt x="11216938" y="1486857"/>
                  <a:pt x="11216938" y="1486857"/>
                </a:cubicBezTo>
                <a:close/>
                <a:moveTo>
                  <a:pt x="12008079" y="1486847"/>
                </a:moveTo>
                <a:lnTo>
                  <a:pt x="12053335" y="1486847"/>
                </a:lnTo>
                <a:cubicBezTo>
                  <a:pt x="12053335" y="1486847"/>
                  <a:pt x="12059581" y="1539369"/>
                  <a:pt x="12059581" y="1601006"/>
                </a:cubicBezTo>
                <a:cubicBezTo>
                  <a:pt x="12059581" y="1662642"/>
                  <a:pt x="12053335" y="1715165"/>
                  <a:pt x="12053335" y="1715165"/>
                </a:cubicBezTo>
                <a:lnTo>
                  <a:pt x="12008079" y="1715165"/>
                </a:lnTo>
                <a:cubicBezTo>
                  <a:pt x="12008079" y="1715165"/>
                  <a:pt x="12001833" y="1662642"/>
                  <a:pt x="12001833" y="1601006"/>
                </a:cubicBezTo>
                <a:cubicBezTo>
                  <a:pt x="12001833" y="1539369"/>
                  <a:pt x="12008079" y="1486847"/>
                  <a:pt x="12008079" y="1486847"/>
                </a:cubicBezTo>
                <a:close/>
                <a:moveTo>
                  <a:pt x="274229" y="1410324"/>
                </a:moveTo>
                <a:lnTo>
                  <a:pt x="282613" y="1414037"/>
                </a:lnTo>
                <a:cubicBezTo>
                  <a:pt x="298794" y="1421327"/>
                  <a:pt x="336166" y="1438792"/>
                  <a:pt x="376224" y="1461918"/>
                </a:cubicBezTo>
                <a:cubicBezTo>
                  <a:pt x="429637" y="1492802"/>
                  <a:pt x="471959" y="1524475"/>
                  <a:pt x="471959" y="1524475"/>
                </a:cubicBezTo>
                <a:lnTo>
                  <a:pt x="449332" y="1563672"/>
                </a:lnTo>
                <a:cubicBezTo>
                  <a:pt x="449332" y="1563672"/>
                  <a:pt x="400701" y="1542832"/>
                  <a:pt x="347352" y="1512051"/>
                </a:cubicBezTo>
                <a:cubicBezTo>
                  <a:pt x="293937" y="1481190"/>
                  <a:pt x="251614" y="1449493"/>
                  <a:pt x="251614" y="1449493"/>
                </a:cubicBezTo>
                <a:close/>
                <a:moveTo>
                  <a:pt x="1065369" y="1410319"/>
                </a:moveTo>
                <a:lnTo>
                  <a:pt x="1073750" y="1414027"/>
                </a:lnTo>
                <a:cubicBezTo>
                  <a:pt x="1089933" y="1421317"/>
                  <a:pt x="1127304" y="1438782"/>
                  <a:pt x="1167366" y="1461906"/>
                </a:cubicBezTo>
                <a:cubicBezTo>
                  <a:pt x="1220781" y="1492789"/>
                  <a:pt x="1263103" y="1524465"/>
                  <a:pt x="1263103" y="1524465"/>
                </a:cubicBezTo>
                <a:lnTo>
                  <a:pt x="1240476" y="1563663"/>
                </a:lnTo>
                <a:cubicBezTo>
                  <a:pt x="1240476" y="1563663"/>
                  <a:pt x="1191907" y="1542823"/>
                  <a:pt x="1138491" y="1512040"/>
                </a:cubicBezTo>
                <a:cubicBezTo>
                  <a:pt x="1085076" y="1481182"/>
                  <a:pt x="1042746" y="1449485"/>
                  <a:pt x="1042746" y="1449485"/>
                </a:cubicBezTo>
                <a:close/>
                <a:moveTo>
                  <a:pt x="1856440" y="1410310"/>
                </a:moveTo>
                <a:lnTo>
                  <a:pt x="1864826" y="1414017"/>
                </a:lnTo>
                <a:cubicBezTo>
                  <a:pt x="1881007" y="1421308"/>
                  <a:pt x="1918378" y="1438773"/>
                  <a:pt x="1958439" y="1461898"/>
                </a:cubicBezTo>
                <a:cubicBezTo>
                  <a:pt x="2011851" y="1492781"/>
                  <a:pt x="2054174" y="1524455"/>
                  <a:pt x="2054174" y="1524455"/>
                </a:cubicBezTo>
                <a:lnTo>
                  <a:pt x="2031546" y="1563653"/>
                </a:lnTo>
                <a:cubicBezTo>
                  <a:pt x="2031546" y="1563653"/>
                  <a:pt x="1982915" y="1542813"/>
                  <a:pt x="1929564" y="1512029"/>
                </a:cubicBezTo>
                <a:cubicBezTo>
                  <a:pt x="1876149" y="1481172"/>
                  <a:pt x="1833827" y="1449476"/>
                  <a:pt x="1833827" y="1449476"/>
                </a:cubicBezTo>
                <a:close/>
                <a:moveTo>
                  <a:pt x="274178" y="1410305"/>
                </a:moveTo>
                <a:lnTo>
                  <a:pt x="274242" y="1410305"/>
                </a:lnTo>
                <a:lnTo>
                  <a:pt x="274229" y="1410324"/>
                </a:lnTo>
                <a:close/>
                <a:moveTo>
                  <a:pt x="53706" y="1410305"/>
                </a:moveTo>
                <a:lnTo>
                  <a:pt x="76333" y="1449496"/>
                </a:lnTo>
                <a:cubicBezTo>
                  <a:pt x="76333" y="1449496"/>
                  <a:pt x="65753" y="1457421"/>
                  <a:pt x="48496" y="1469203"/>
                </a:cubicBezTo>
                <a:lnTo>
                  <a:pt x="0" y="1499808"/>
                </a:lnTo>
                <a:lnTo>
                  <a:pt x="0" y="1436518"/>
                </a:lnTo>
                <a:lnTo>
                  <a:pt x="22745" y="1424550"/>
                </a:lnTo>
                <a:cubicBezTo>
                  <a:pt x="41564" y="1415500"/>
                  <a:pt x="53706" y="1410305"/>
                  <a:pt x="53706" y="1410305"/>
                </a:cubicBezTo>
                <a:close/>
                <a:moveTo>
                  <a:pt x="2647573" y="1410300"/>
                </a:moveTo>
                <a:lnTo>
                  <a:pt x="2655955" y="1414008"/>
                </a:lnTo>
                <a:cubicBezTo>
                  <a:pt x="2672137" y="1421299"/>
                  <a:pt x="2709510" y="1438764"/>
                  <a:pt x="2749571" y="1461889"/>
                </a:cubicBezTo>
                <a:cubicBezTo>
                  <a:pt x="2802981" y="1492769"/>
                  <a:pt x="2845305" y="1524445"/>
                  <a:pt x="2845305" y="1524445"/>
                </a:cubicBezTo>
                <a:lnTo>
                  <a:pt x="2822677" y="1563643"/>
                </a:lnTo>
                <a:cubicBezTo>
                  <a:pt x="2822677" y="1563643"/>
                  <a:pt x="2774046" y="1542802"/>
                  <a:pt x="2720696" y="1512019"/>
                </a:cubicBezTo>
                <a:cubicBezTo>
                  <a:pt x="2667283" y="1481162"/>
                  <a:pt x="2624959" y="1449468"/>
                  <a:pt x="2624959" y="1449468"/>
                </a:cubicBezTo>
                <a:close/>
                <a:moveTo>
                  <a:pt x="844835" y="1410300"/>
                </a:moveTo>
                <a:lnTo>
                  <a:pt x="867464" y="1449488"/>
                </a:lnTo>
                <a:cubicBezTo>
                  <a:pt x="867464" y="1449488"/>
                  <a:pt x="825140" y="1481186"/>
                  <a:pt x="771727" y="1512044"/>
                </a:cubicBezTo>
                <a:cubicBezTo>
                  <a:pt x="718314" y="1542889"/>
                  <a:pt x="669681" y="1563668"/>
                  <a:pt x="669681" y="1563668"/>
                </a:cubicBezTo>
                <a:lnTo>
                  <a:pt x="647052" y="1524469"/>
                </a:lnTo>
                <a:lnTo>
                  <a:pt x="647116" y="1524469"/>
                </a:lnTo>
                <a:cubicBezTo>
                  <a:pt x="647116" y="1524469"/>
                  <a:pt x="689440" y="1492792"/>
                  <a:pt x="742854" y="1461912"/>
                </a:cubicBezTo>
                <a:cubicBezTo>
                  <a:pt x="796266" y="1431078"/>
                  <a:pt x="844835" y="1410300"/>
                  <a:pt x="844835" y="1410300"/>
                </a:cubicBezTo>
                <a:close/>
                <a:moveTo>
                  <a:pt x="1065317" y="1410297"/>
                </a:moveTo>
                <a:lnTo>
                  <a:pt x="1065382" y="1410297"/>
                </a:lnTo>
                <a:lnTo>
                  <a:pt x="1065369" y="1410319"/>
                </a:lnTo>
                <a:close/>
                <a:moveTo>
                  <a:pt x="3438701" y="1410291"/>
                </a:moveTo>
                <a:lnTo>
                  <a:pt x="3447084" y="1413998"/>
                </a:lnTo>
                <a:cubicBezTo>
                  <a:pt x="3463267" y="1421289"/>
                  <a:pt x="3500641" y="1438755"/>
                  <a:pt x="3540702" y="1461881"/>
                </a:cubicBezTo>
                <a:cubicBezTo>
                  <a:pt x="3594111" y="1492759"/>
                  <a:pt x="3636436" y="1524435"/>
                  <a:pt x="3636436" y="1524435"/>
                </a:cubicBezTo>
                <a:lnTo>
                  <a:pt x="3613807" y="1563632"/>
                </a:lnTo>
                <a:cubicBezTo>
                  <a:pt x="3613807" y="1563632"/>
                  <a:pt x="3565177" y="1542792"/>
                  <a:pt x="3511829" y="1512009"/>
                </a:cubicBezTo>
                <a:cubicBezTo>
                  <a:pt x="3458412" y="1481152"/>
                  <a:pt x="3416090" y="1449458"/>
                  <a:pt x="3416090" y="1449458"/>
                </a:cubicBezTo>
                <a:close/>
                <a:moveTo>
                  <a:pt x="1856390" y="1410287"/>
                </a:moveTo>
                <a:lnTo>
                  <a:pt x="1856455" y="1410287"/>
                </a:lnTo>
                <a:lnTo>
                  <a:pt x="1856440" y="1410310"/>
                </a:lnTo>
                <a:close/>
                <a:moveTo>
                  <a:pt x="1635915" y="1410287"/>
                </a:moveTo>
                <a:lnTo>
                  <a:pt x="1658544" y="1449480"/>
                </a:lnTo>
                <a:cubicBezTo>
                  <a:pt x="1658544" y="1449480"/>
                  <a:pt x="1616219" y="1481175"/>
                  <a:pt x="1562806" y="1512034"/>
                </a:cubicBezTo>
                <a:cubicBezTo>
                  <a:pt x="1509393" y="1542878"/>
                  <a:pt x="1460759" y="1563657"/>
                  <a:pt x="1460759" y="1563657"/>
                </a:cubicBezTo>
                <a:lnTo>
                  <a:pt x="1438131" y="1524459"/>
                </a:lnTo>
                <a:lnTo>
                  <a:pt x="1438196" y="1524459"/>
                </a:lnTo>
                <a:cubicBezTo>
                  <a:pt x="1438196" y="1524459"/>
                  <a:pt x="1480518" y="1492784"/>
                  <a:pt x="1533932" y="1461903"/>
                </a:cubicBezTo>
                <a:cubicBezTo>
                  <a:pt x="1587347" y="1431068"/>
                  <a:pt x="1635915" y="1410287"/>
                  <a:pt x="1635915" y="1410287"/>
                </a:cubicBezTo>
                <a:close/>
                <a:moveTo>
                  <a:pt x="4229752" y="1410282"/>
                </a:moveTo>
                <a:lnTo>
                  <a:pt x="4238133" y="1413988"/>
                </a:lnTo>
                <a:cubicBezTo>
                  <a:pt x="4254316" y="1421279"/>
                  <a:pt x="4291687" y="1438746"/>
                  <a:pt x="4331748" y="1461873"/>
                </a:cubicBezTo>
                <a:cubicBezTo>
                  <a:pt x="4385164" y="1492748"/>
                  <a:pt x="4427491" y="1524424"/>
                  <a:pt x="4427491" y="1524424"/>
                </a:cubicBezTo>
                <a:lnTo>
                  <a:pt x="4404860" y="1563623"/>
                </a:lnTo>
                <a:cubicBezTo>
                  <a:pt x="4404860" y="1563623"/>
                  <a:pt x="4356228" y="1542781"/>
                  <a:pt x="4302877" y="1511999"/>
                </a:cubicBezTo>
                <a:cubicBezTo>
                  <a:pt x="4249460" y="1481142"/>
                  <a:pt x="4207137" y="1449450"/>
                  <a:pt x="4207137" y="1449450"/>
                </a:cubicBezTo>
                <a:close/>
                <a:moveTo>
                  <a:pt x="2647521" y="1410278"/>
                </a:moveTo>
                <a:lnTo>
                  <a:pt x="2647585" y="1410278"/>
                </a:lnTo>
                <a:lnTo>
                  <a:pt x="2647573" y="1410300"/>
                </a:lnTo>
                <a:close/>
                <a:moveTo>
                  <a:pt x="2427043" y="1410278"/>
                </a:moveTo>
                <a:lnTo>
                  <a:pt x="2449673" y="1449472"/>
                </a:lnTo>
                <a:cubicBezTo>
                  <a:pt x="2449673" y="1449472"/>
                  <a:pt x="2407348" y="1481166"/>
                  <a:pt x="2353932" y="1512023"/>
                </a:cubicBezTo>
                <a:cubicBezTo>
                  <a:pt x="2300519" y="1542868"/>
                  <a:pt x="2251888" y="1563647"/>
                  <a:pt x="2251888" y="1563647"/>
                </a:cubicBezTo>
                <a:lnTo>
                  <a:pt x="2229258" y="1524448"/>
                </a:lnTo>
                <a:lnTo>
                  <a:pt x="2229324" y="1524448"/>
                </a:lnTo>
                <a:cubicBezTo>
                  <a:pt x="2229324" y="1524448"/>
                  <a:pt x="2271643" y="1492771"/>
                  <a:pt x="2325057" y="1461894"/>
                </a:cubicBezTo>
                <a:cubicBezTo>
                  <a:pt x="2378472" y="1431058"/>
                  <a:pt x="2427043" y="1410278"/>
                  <a:pt x="2427043" y="1410278"/>
                </a:cubicBezTo>
                <a:close/>
                <a:moveTo>
                  <a:pt x="5020837" y="1410269"/>
                </a:moveTo>
                <a:lnTo>
                  <a:pt x="5029217" y="1413978"/>
                </a:lnTo>
                <a:cubicBezTo>
                  <a:pt x="5045401" y="1421269"/>
                  <a:pt x="5082770" y="1438737"/>
                  <a:pt x="5122827" y="1461866"/>
                </a:cubicBezTo>
                <a:cubicBezTo>
                  <a:pt x="5176242" y="1492738"/>
                  <a:pt x="5218566" y="1524414"/>
                  <a:pt x="5218566" y="1524414"/>
                </a:cubicBezTo>
                <a:lnTo>
                  <a:pt x="5195941" y="1563613"/>
                </a:lnTo>
                <a:cubicBezTo>
                  <a:pt x="5195941" y="1563613"/>
                  <a:pt x="5147307" y="1542772"/>
                  <a:pt x="5093953" y="1511987"/>
                </a:cubicBezTo>
                <a:cubicBezTo>
                  <a:pt x="5040542" y="1481132"/>
                  <a:pt x="4998215" y="1449442"/>
                  <a:pt x="4998215" y="1449442"/>
                </a:cubicBezTo>
                <a:close/>
                <a:moveTo>
                  <a:pt x="3218179" y="1410269"/>
                </a:moveTo>
                <a:lnTo>
                  <a:pt x="3240807" y="1449463"/>
                </a:lnTo>
                <a:cubicBezTo>
                  <a:pt x="3240807" y="1449463"/>
                  <a:pt x="3198481" y="1481156"/>
                  <a:pt x="3145079" y="1512013"/>
                </a:cubicBezTo>
                <a:cubicBezTo>
                  <a:pt x="3091661" y="1542858"/>
                  <a:pt x="3043026" y="1563637"/>
                  <a:pt x="3043026" y="1563637"/>
                </a:cubicBezTo>
                <a:lnTo>
                  <a:pt x="3020398" y="1524439"/>
                </a:lnTo>
                <a:lnTo>
                  <a:pt x="3020464" y="1524439"/>
                </a:lnTo>
                <a:cubicBezTo>
                  <a:pt x="3020464" y="1524439"/>
                  <a:pt x="3062787" y="1492763"/>
                  <a:pt x="3116202" y="1461886"/>
                </a:cubicBezTo>
                <a:cubicBezTo>
                  <a:pt x="3169618" y="1431049"/>
                  <a:pt x="3218179" y="1410269"/>
                  <a:pt x="3218179" y="1410269"/>
                </a:cubicBezTo>
                <a:close/>
                <a:moveTo>
                  <a:pt x="3438650" y="1410268"/>
                </a:moveTo>
                <a:lnTo>
                  <a:pt x="3438713" y="1410268"/>
                </a:lnTo>
                <a:lnTo>
                  <a:pt x="3438701" y="1410291"/>
                </a:lnTo>
                <a:close/>
                <a:moveTo>
                  <a:pt x="5811965" y="1410263"/>
                </a:moveTo>
                <a:lnTo>
                  <a:pt x="5820348" y="1413969"/>
                </a:lnTo>
                <a:cubicBezTo>
                  <a:pt x="5836528" y="1421260"/>
                  <a:pt x="5873901" y="1438728"/>
                  <a:pt x="5913960" y="1461858"/>
                </a:cubicBezTo>
                <a:cubicBezTo>
                  <a:pt x="5967374" y="1492728"/>
                  <a:pt x="6009695" y="1524403"/>
                  <a:pt x="6009695" y="1524403"/>
                </a:cubicBezTo>
                <a:lnTo>
                  <a:pt x="5987067" y="1563603"/>
                </a:lnTo>
                <a:cubicBezTo>
                  <a:pt x="5987067" y="1563603"/>
                  <a:pt x="5938437" y="1542761"/>
                  <a:pt x="5885086" y="1511977"/>
                </a:cubicBezTo>
                <a:cubicBezTo>
                  <a:pt x="5831672" y="1481122"/>
                  <a:pt x="5789350" y="1449432"/>
                  <a:pt x="5789350" y="1449432"/>
                </a:cubicBezTo>
                <a:close/>
                <a:moveTo>
                  <a:pt x="4009303" y="1410259"/>
                </a:moveTo>
                <a:lnTo>
                  <a:pt x="4031930" y="1449455"/>
                </a:lnTo>
                <a:cubicBezTo>
                  <a:pt x="4031930" y="1449455"/>
                  <a:pt x="3989607" y="1481144"/>
                  <a:pt x="3936200" y="1512002"/>
                </a:cubicBezTo>
                <a:cubicBezTo>
                  <a:pt x="3882785" y="1542848"/>
                  <a:pt x="3834153" y="1563627"/>
                  <a:pt x="3834153" y="1563627"/>
                </a:cubicBezTo>
                <a:lnTo>
                  <a:pt x="3811524" y="1524429"/>
                </a:lnTo>
                <a:lnTo>
                  <a:pt x="3811587" y="1524429"/>
                </a:lnTo>
                <a:cubicBezTo>
                  <a:pt x="3811587" y="1524429"/>
                  <a:pt x="3853909" y="1492751"/>
                  <a:pt x="3907323" y="1461879"/>
                </a:cubicBezTo>
                <a:cubicBezTo>
                  <a:pt x="3960740" y="1431040"/>
                  <a:pt x="4009303" y="1410259"/>
                  <a:pt x="4009303" y="1410259"/>
                </a:cubicBezTo>
                <a:close/>
                <a:moveTo>
                  <a:pt x="4229702" y="1410258"/>
                </a:moveTo>
                <a:lnTo>
                  <a:pt x="4229764" y="1410258"/>
                </a:lnTo>
                <a:lnTo>
                  <a:pt x="4229752" y="1410282"/>
                </a:lnTo>
                <a:close/>
                <a:moveTo>
                  <a:pt x="4800366" y="1410253"/>
                </a:moveTo>
                <a:lnTo>
                  <a:pt x="4822988" y="1449446"/>
                </a:lnTo>
                <a:cubicBezTo>
                  <a:pt x="4822988" y="1449446"/>
                  <a:pt x="4780668" y="1481136"/>
                  <a:pt x="4727254" y="1511992"/>
                </a:cubicBezTo>
                <a:cubicBezTo>
                  <a:pt x="4673843" y="1542839"/>
                  <a:pt x="4625211" y="1563616"/>
                  <a:pt x="4625211" y="1563616"/>
                </a:cubicBezTo>
                <a:lnTo>
                  <a:pt x="4602581" y="1524418"/>
                </a:lnTo>
                <a:lnTo>
                  <a:pt x="4602649" y="1524418"/>
                </a:lnTo>
                <a:cubicBezTo>
                  <a:pt x="4602649" y="1524418"/>
                  <a:pt x="4644967" y="1492741"/>
                  <a:pt x="4698380" y="1461869"/>
                </a:cubicBezTo>
                <a:cubicBezTo>
                  <a:pt x="4751795" y="1431030"/>
                  <a:pt x="4800366" y="1410253"/>
                  <a:pt x="4800366" y="1410253"/>
                </a:cubicBezTo>
                <a:close/>
                <a:moveTo>
                  <a:pt x="5020783" y="1410250"/>
                </a:moveTo>
                <a:lnTo>
                  <a:pt x="5020848" y="1410250"/>
                </a:lnTo>
                <a:lnTo>
                  <a:pt x="5020837" y="1410269"/>
                </a:lnTo>
                <a:close/>
                <a:moveTo>
                  <a:pt x="5591504" y="1410241"/>
                </a:moveTo>
                <a:lnTo>
                  <a:pt x="5614132" y="1449437"/>
                </a:lnTo>
                <a:cubicBezTo>
                  <a:pt x="5614132" y="1449437"/>
                  <a:pt x="5571809" y="1481126"/>
                  <a:pt x="5518397" y="1511982"/>
                </a:cubicBezTo>
                <a:cubicBezTo>
                  <a:pt x="5464984" y="1542828"/>
                  <a:pt x="5416352" y="1563606"/>
                  <a:pt x="5416352" y="1563606"/>
                </a:cubicBezTo>
                <a:lnTo>
                  <a:pt x="5393724" y="1524408"/>
                </a:lnTo>
                <a:cubicBezTo>
                  <a:pt x="5393724" y="1524408"/>
                  <a:pt x="5436047" y="1492729"/>
                  <a:pt x="5489459" y="1461861"/>
                </a:cubicBezTo>
                <a:cubicBezTo>
                  <a:pt x="5542870" y="1431021"/>
                  <a:pt x="5591504" y="1410241"/>
                  <a:pt x="5591504" y="1410241"/>
                </a:cubicBezTo>
                <a:close/>
                <a:moveTo>
                  <a:pt x="5811914" y="1410240"/>
                </a:moveTo>
                <a:lnTo>
                  <a:pt x="5811979" y="1410240"/>
                </a:lnTo>
                <a:lnTo>
                  <a:pt x="5811965" y="1410263"/>
                </a:lnTo>
                <a:close/>
                <a:moveTo>
                  <a:pt x="6382638" y="1410232"/>
                </a:moveTo>
                <a:lnTo>
                  <a:pt x="6405201" y="1449428"/>
                </a:lnTo>
                <a:cubicBezTo>
                  <a:pt x="6405201" y="1449428"/>
                  <a:pt x="6362878" y="1481116"/>
                  <a:pt x="6309528" y="1511971"/>
                </a:cubicBezTo>
                <a:cubicBezTo>
                  <a:pt x="6256113" y="1542818"/>
                  <a:pt x="6207480" y="1563596"/>
                  <a:pt x="6207480" y="1563596"/>
                </a:cubicBezTo>
                <a:lnTo>
                  <a:pt x="6184852" y="1524398"/>
                </a:lnTo>
                <a:cubicBezTo>
                  <a:pt x="6184852" y="1524398"/>
                  <a:pt x="6227176" y="1492720"/>
                  <a:pt x="6280590" y="1461855"/>
                </a:cubicBezTo>
                <a:cubicBezTo>
                  <a:pt x="6334004" y="1431011"/>
                  <a:pt x="6382638" y="1410232"/>
                  <a:pt x="6382638" y="1410232"/>
                </a:cubicBezTo>
                <a:close/>
                <a:moveTo>
                  <a:pt x="6603052" y="1410231"/>
                </a:moveTo>
                <a:cubicBezTo>
                  <a:pt x="6603052" y="1410231"/>
                  <a:pt x="6651621" y="1431008"/>
                  <a:pt x="6705100" y="1461850"/>
                </a:cubicBezTo>
                <a:cubicBezTo>
                  <a:pt x="6758449" y="1492718"/>
                  <a:pt x="6800772" y="1524393"/>
                  <a:pt x="6800772" y="1524393"/>
                </a:cubicBezTo>
                <a:lnTo>
                  <a:pt x="6778210" y="1563592"/>
                </a:lnTo>
                <a:cubicBezTo>
                  <a:pt x="6778210" y="1563592"/>
                  <a:pt x="6729575" y="1542752"/>
                  <a:pt x="6676161" y="1511966"/>
                </a:cubicBezTo>
                <a:cubicBezTo>
                  <a:pt x="6622747" y="1481113"/>
                  <a:pt x="6580424" y="1449424"/>
                  <a:pt x="6580424" y="1449424"/>
                </a:cubicBezTo>
                <a:close/>
                <a:moveTo>
                  <a:pt x="7173716" y="1410223"/>
                </a:moveTo>
                <a:lnTo>
                  <a:pt x="7196344" y="1449419"/>
                </a:lnTo>
                <a:cubicBezTo>
                  <a:pt x="7196344" y="1449419"/>
                  <a:pt x="7154020" y="1481106"/>
                  <a:pt x="7100606" y="1511960"/>
                </a:cubicBezTo>
                <a:cubicBezTo>
                  <a:pt x="7047191" y="1542808"/>
                  <a:pt x="6998558" y="1563586"/>
                  <a:pt x="6998558" y="1563586"/>
                </a:cubicBezTo>
                <a:lnTo>
                  <a:pt x="6975995" y="1524388"/>
                </a:lnTo>
                <a:cubicBezTo>
                  <a:pt x="6975995" y="1524388"/>
                  <a:pt x="7018317" y="1492710"/>
                  <a:pt x="7071731" y="1461846"/>
                </a:cubicBezTo>
                <a:cubicBezTo>
                  <a:pt x="7125146" y="1431002"/>
                  <a:pt x="7173716" y="1410223"/>
                  <a:pt x="7173716" y="1410223"/>
                </a:cubicBezTo>
                <a:close/>
                <a:moveTo>
                  <a:pt x="7394128" y="1410221"/>
                </a:moveTo>
                <a:cubicBezTo>
                  <a:pt x="7394128" y="1410221"/>
                  <a:pt x="7442762" y="1430999"/>
                  <a:pt x="7496176" y="1461841"/>
                </a:cubicBezTo>
                <a:cubicBezTo>
                  <a:pt x="7549590" y="1492708"/>
                  <a:pt x="7591913" y="1524383"/>
                  <a:pt x="7591913" y="1524383"/>
                </a:cubicBezTo>
                <a:lnTo>
                  <a:pt x="7569286" y="1563582"/>
                </a:lnTo>
                <a:cubicBezTo>
                  <a:pt x="7569286" y="1563582"/>
                  <a:pt x="7520716" y="1542742"/>
                  <a:pt x="7467302" y="1511956"/>
                </a:cubicBezTo>
                <a:cubicBezTo>
                  <a:pt x="7413887" y="1481103"/>
                  <a:pt x="7371564" y="1449415"/>
                  <a:pt x="7371564" y="1449415"/>
                </a:cubicBezTo>
                <a:close/>
                <a:moveTo>
                  <a:pt x="7964857" y="1410214"/>
                </a:moveTo>
                <a:lnTo>
                  <a:pt x="7987485" y="1449410"/>
                </a:lnTo>
                <a:cubicBezTo>
                  <a:pt x="7987485" y="1449410"/>
                  <a:pt x="7945161" y="1481096"/>
                  <a:pt x="7891747" y="1511949"/>
                </a:cubicBezTo>
                <a:cubicBezTo>
                  <a:pt x="7838333" y="1542797"/>
                  <a:pt x="7789699" y="1563576"/>
                  <a:pt x="7789699" y="1563576"/>
                </a:cubicBezTo>
                <a:lnTo>
                  <a:pt x="7767072" y="1524377"/>
                </a:lnTo>
                <a:cubicBezTo>
                  <a:pt x="7767072" y="1524377"/>
                  <a:pt x="7809395" y="1492700"/>
                  <a:pt x="7862873" y="1461838"/>
                </a:cubicBezTo>
                <a:cubicBezTo>
                  <a:pt x="7916223" y="1430993"/>
                  <a:pt x="7964857" y="1410214"/>
                  <a:pt x="7964857" y="1410214"/>
                </a:cubicBezTo>
                <a:close/>
                <a:moveTo>
                  <a:pt x="8185270" y="1410212"/>
                </a:moveTo>
                <a:cubicBezTo>
                  <a:pt x="8185270" y="1410212"/>
                  <a:pt x="8233904" y="1430989"/>
                  <a:pt x="8287318" y="1461833"/>
                </a:cubicBezTo>
                <a:cubicBezTo>
                  <a:pt x="8340732" y="1492696"/>
                  <a:pt x="8383056" y="1524373"/>
                  <a:pt x="8383056" y="1524373"/>
                </a:cubicBezTo>
                <a:lnTo>
                  <a:pt x="8360428" y="1563572"/>
                </a:lnTo>
                <a:cubicBezTo>
                  <a:pt x="8360428" y="1563572"/>
                  <a:pt x="8311794" y="1542731"/>
                  <a:pt x="8258443" y="1511946"/>
                </a:cubicBezTo>
                <a:cubicBezTo>
                  <a:pt x="8204965" y="1481093"/>
                  <a:pt x="8162642" y="1449407"/>
                  <a:pt x="8162642" y="1449407"/>
                </a:cubicBezTo>
                <a:close/>
                <a:moveTo>
                  <a:pt x="8755998" y="1410204"/>
                </a:moveTo>
                <a:lnTo>
                  <a:pt x="8778626" y="1449402"/>
                </a:lnTo>
                <a:cubicBezTo>
                  <a:pt x="8778626" y="1449402"/>
                  <a:pt x="8736302" y="1481086"/>
                  <a:pt x="8682888" y="1511939"/>
                </a:cubicBezTo>
                <a:cubicBezTo>
                  <a:pt x="8629474" y="1542787"/>
                  <a:pt x="8580840" y="1563566"/>
                  <a:pt x="8580840" y="1563566"/>
                </a:cubicBezTo>
                <a:lnTo>
                  <a:pt x="8558213" y="1524367"/>
                </a:lnTo>
                <a:cubicBezTo>
                  <a:pt x="8558213" y="1524367"/>
                  <a:pt x="8600536" y="1492690"/>
                  <a:pt x="8653951" y="1461830"/>
                </a:cubicBezTo>
                <a:cubicBezTo>
                  <a:pt x="8707364" y="1430984"/>
                  <a:pt x="8755998" y="1410204"/>
                  <a:pt x="8755998" y="1410204"/>
                </a:cubicBezTo>
                <a:close/>
                <a:moveTo>
                  <a:pt x="8976412" y="1410202"/>
                </a:moveTo>
                <a:cubicBezTo>
                  <a:pt x="8976412" y="1410202"/>
                  <a:pt x="9025046" y="1430980"/>
                  <a:pt x="9078460" y="1461825"/>
                </a:cubicBezTo>
                <a:cubicBezTo>
                  <a:pt x="9131874" y="1492686"/>
                  <a:pt x="9174198" y="1524363"/>
                  <a:pt x="9174198" y="1524363"/>
                </a:cubicBezTo>
                <a:lnTo>
                  <a:pt x="9151570" y="1563562"/>
                </a:lnTo>
                <a:cubicBezTo>
                  <a:pt x="9151570" y="1563562"/>
                  <a:pt x="9102936" y="1542721"/>
                  <a:pt x="9049585" y="1511934"/>
                </a:cubicBezTo>
                <a:cubicBezTo>
                  <a:pt x="8996107" y="1481083"/>
                  <a:pt x="8953784" y="1449399"/>
                  <a:pt x="8953784" y="1449399"/>
                </a:cubicBezTo>
                <a:close/>
                <a:moveTo>
                  <a:pt x="9547140" y="1410195"/>
                </a:moveTo>
                <a:lnTo>
                  <a:pt x="9569704" y="1449394"/>
                </a:lnTo>
                <a:cubicBezTo>
                  <a:pt x="9569704" y="1449394"/>
                  <a:pt x="9527381" y="1481076"/>
                  <a:pt x="9474030" y="1511929"/>
                </a:cubicBezTo>
                <a:cubicBezTo>
                  <a:pt x="9420552" y="1542777"/>
                  <a:pt x="9371982" y="1563556"/>
                  <a:pt x="9371982" y="1563556"/>
                </a:cubicBezTo>
                <a:lnTo>
                  <a:pt x="9349355" y="1524357"/>
                </a:lnTo>
                <a:cubicBezTo>
                  <a:pt x="9349355" y="1524357"/>
                  <a:pt x="9391678" y="1492678"/>
                  <a:pt x="9445093" y="1461821"/>
                </a:cubicBezTo>
                <a:cubicBezTo>
                  <a:pt x="9498507" y="1430974"/>
                  <a:pt x="9547140" y="1410195"/>
                  <a:pt x="9547140" y="1410195"/>
                </a:cubicBezTo>
                <a:close/>
                <a:moveTo>
                  <a:pt x="9767553" y="1410192"/>
                </a:moveTo>
                <a:cubicBezTo>
                  <a:pt x="9767553" y="1410192"/>
                  <a:pt x="9816123" y="1430970"/>
                  <a:pt x="9869601" y="1461816"/>
                </a:cubicBezTo>
                <a:cubicBezTo>
                  <a:pt x="9922951" y="1492676"/>
                  <a:pt x="9965275" y="1524353"/>
                  <a:pt x="9965275" y="1524353"/>
                </a:cubicBezTo>
                <a:lnTo>
                  <a:pt x="9942711" y="1563552"/>
                </a:lnTo>
                <a:cubicBezTo>
                  <a:pt x="9942711" y="1563552"/>
                  <a:pt x="9894077" y="1542710"/>
                  <a:pt x="9840663" y="1511924"/>
                </a:cubicBezTo>
                <a:cubicBezTo>
                  <a:pt x="9787248" y="1481073"/>
                  <a:pt x="9744925" y="1449390"/>
                  <a:pt x="9744925" y="1449390"/>
                </a:cubicBezTo>
                <a:close/>
                <a:moveTo>
                  <a:pt x="10338218" y="1410186"/>
                </a:moveTo>
                <a:lnTo>
                  <a:pt x="10360845" y="1449385"/>
                </a:lnTo>
                <a:cubicBezTo>
                  <a:pt x="10360845" y="1449385"/>
                  <a:pt x="10318522" y="1481066"/>
                  <a:pt x="10265107" y="1511918"/>
                </a:cubicBezTo>
                <a:cubicBezTo>
                  <a:pt x="10211693" y="1542767"/>
                  <a:pt x="10163123" y="1563546"/>
                  <a:pt x="10163123" y="1563546"/>
                </a:cubicBezTo>
                <a:lnTo>
                  <a:pt x="10140496" y="1524347"/>
                </a:lnTo>
                <a:cubicBezTo>
                  <a:pt x="10140496" y="1524347"/>
                  <a:pt x="10182819" y="1492668"/>
                  <a:pt x="10236234" y="1461813"/>
                </a:cubicBezTo>
                <a:cubicBezTo>
                  <a:pt x="10289648" y="1430965"/>
                  <a:pt x="10338218" y="1410186"/>
                  <a:pt x="10338218" y="1410186"/>
                </a:cubicBezTo>
                <a:close/>
                <a:moveTo>
                  <a:pt x="10558630" y="1410183"/>
                </a:moveTo>
                <a:cubicBezTo>
                  <a:pt x="10558630" y="1410183"/>
                  <a:pt x="10607264" y="1430961"/>
                  <a:pt x="10660678" y="1461808"/>
                </a:cubicBezTo>
                <a:cubicBezTo>
                  <a:pt x="10714092" y="1492665"/>
                  <a:pt x="10756416" y="1524342"/>
                  <a:pt x="10756416" y="1524342"/>
                </a:cubicBezTo>
                <a:lnTo>
                  <a:pt x="10733788" y="1563542"/>
                </a:lnTo>
                <a:cubicBezTo>
                  <a:pt x="10733788" y="1563542"/>
                  <a:pt x="10685218" y="1542700"/>
                  <a:pt x="10631804" y="1511914"/>
                </a:cubicBezTo>
                <a:cubicBezTo>
                  <a:pt x="10578389" y="1481063"/>
                  <a:pt x="10536066" y="1449381"/>
                  <a:pt x="10536066" y="1449381"/>
                </a:cubicBezTo>
                <a:close/>
                <a:moveTo>
                  <a:pt x="11129360" y="1410177"/>
                </a:moveTo>
                <a:lnTo>
                  <a:pt x="11151987" y="1449376"/>
                </a:lnTo>
                <a:cubicBezTo>
                  <a:pt x="11151987" y="1449376"/>
                  <a:pt x="11109664" y="1481056"/>
                  <a:pt x="11056249" y="1511908"/>
                </a:cubicBezTo>
                <a:cubicBezTo>
                  <a:pt x="11002835" y="1542757"/>
                  <a:pt x="10954201" y="1563536"/>
                  <a:pt x="10954201" y="1563536"/>
                </a:cubicBezTo>
                <a:lnTo>
                  <a:pt x="10931638" y="1524337"/>
                </a:lnTo>
                <a:cubicBezTo>
                  <a:pt x="10931638" y="1524337"/>
                  <a:pt x="10973961" y="1492658"/>
                  <a:pt x="11027376" y="1461805"/>
                </a:cubicBezTo>
                <a:cubicBezTo>
                  <a:pt x="11080790" y="1430956"/>
                  <a:pt x="11129360" y="1410177"/>
                  <a:pt x="11129360" y="1410177"/>
                </a:cubicBezTo>
                <a:close/>
                <a:moveTo>
                  <a:pt x="11349772" y="1410173"/>
                </a:moveTo>
                <a:cubicBezTo>
                  <a:pt x="11349772" y="1410173"/>
                  <a:pt x="11398406" y="1430952"/>
                  <a:pt x="11451820" y="1461800"/>
                </a:cubicBezTo>
                <a:cubicBezTo>
                  <a:pt x="11505234" y="1492655"/>
                  <a:pt x="11547558" y="1524332"/>
                  <a:pt x="11547558" y="1524332"/>
                </a:cubicBezTo>
                <a:lnTo>
                  <a:pt x="11524930" y="1563532"/>
                </a:lnTo>
                <a:cubicBezTo>
                  <a:pt x="11524930" y="1563532"/>
                  <a:pt x="11476360" y="1542690"/>
                  <a:pt x="11422946" y="1511903"/>
                </a:cubicBezTo>
                <a:cubicBezTo>
                  <a:pt x="11369531" y="1481053"/>
                  <a:pt x="11327208" y="1449372"/>
                  <a:pt x="11327208" y="1449372"/>
                </a:cubicBezTo>
                <a:close/>
                <a:moveTo>
                  <a:pt x="11920501" y="1410168"/>
                </a:moveTo>
                <a:lnTo>
                  <a:pt x="11943128" y="1449367"/>
                </a:lnTo>
                <a:cubicBezTo>
                  <a:pt x="11943128" y="1449367"/>
                  <a:pt x="11900804" y="1481046"/>
                  <a:pt x="11847390" y="1511897"/>
                </a:cubicBezTo>
                <a:cubicBezTo>
                  <a:pt x="11793976" y="1542747"/>
                  <a:pt x="11745343" y="1563526"/>
                  <a:pt x="11745343" y="1563526"/>
                </a:cubicBezTo>
                <a:lnTo>
                  <a:pt x="11722715" y="1524326"/>
                </a:lnTo>
                <a:cubicBezTo>
                  <a:pt x="11722715" y="1524326"/>
                  <a:pt x="11765038" y="1492648"/>
                  <a:pt x="11818516" y="1461796"/>
                </a:cubicBezTo>
                <a:cubicBezTo>
                  <a:pt x="11871867" y="1430946"/>
                  <a:pt x="11920501" y="1410168"/>
                  <a:pt x="11920501" y="1410168"/>
                </a:cubicBezTo>
                <a:close/>
                <a:moveTo>
                  <a:pt x="12140914" y="1410164"/>
                </a:moveTo>
                <a:cubicBezTo>
                  <a:pt x="12140914" y="1410164"/>
                  <a:pt x="12153072" y="1415359"/>
                  <a:pt x="12171908" y="1424410"/>
                </a:cubicBezTo>
                <a:lnTo>
                  <a:pt x="12203753" y="1441164"/>
                </a:lnTo>
                <a:lnTo>
                  <a:pt x="12203753" y="1505379"/>
                </a:lnTo>
                <a:lnTo>
                  <a:pt x="12146132" y="1469060"/>
                </a:lnTo>
                <a:cubicBezTo>
                  <a:pt x="12128867" y="1457284"/>
                  <a:pt x="12118286" y="1449364"/>
                  <a:pt x="12118286" y="1449364"/>
                </a:cubicBezTo>
                <a:close/>
                <a:moveTo>
                  <a:pt x="536848" y="1258606"/>
                </a:moveTo>
                <a:lnTo>
                  <a:pt x="582102" y="1258606"/>
                </a:lnTo>
                <a:cubicBezTo>
                  <a:pt x="582102" y="1258606"/>
                  <a:pt x="588413" y="1311131"/>
                  <a:pt x="588413" y="1372769"/>
                </a:cubicBezTo>
                <a:cubicBezTo>
                  <a:pt x="588413" y="1434393"/>
                  <a:pt x="582102" y="1486927"/>
                  <a:pt x="582102" y="1486927"/>
                </a:cubicBezTo>
                <a:lnTo>
                  <a:pt x="536848" y="1486927"/>
                </a:lnTo>
                <a:cubicBezTo>
                  <a:pt x="536848" y="1486927"/>
                  <a:pt x="530602" y="1434393"/>
                  <a:pt x="530602" y="1372769"/>
                </a:cubicBezTo>
                <a:cubicBezTo>
                  <a:pt x="530602" y="1311131"/>
                  <a:pt x="536848" y="1258606"/>
                  <a:pt x="536848" y="1258606"/>
                </a:cubicBezTo>
                <a:close/>
                <a:moveTo>
                  <a:pt x="1327990" y="1258596"/>
                </a:moveTo>
                <a:lnTo>
                  <a:pt x="1373245" y="1258596"/>
                </a:lnTo>
                <a:cubicBezTo>
                  <a:pt x="1373245" y="1258596"/>
                  <a:pt x="1379556" y="1311122"/>
                  <a:pt x="1379556" y="1372759"/>
                </a:cubicBezTo>
                <a:cubicBezTo>
                  <a:pt x="1379556" y="1434384"/>
                  <a:pt x="1373245" y="1486918"/>
                  <a:pt x="1373245" y="1486918"/>
                </a:cubicBezTo>
                <a:lnTo>
                  <a:pt x="1327990" y="1486918"/>
                </a:lnTo>
                <a:cubicBezTo>
                  <a:pt x="1327990" y="1486918"/>
                  <a:pt x="1321744" y="1434384"/>
                  <a:pt x="1321744" y="1372759"/>
                </a:cubicBezTo>
                <a:cubicBezTo>
                  <a:pt x="1321744" y="1311122"/>
                  <a:pt x="1327990" y="1258596"/>
                  <a:pt x="1327990" y="1258596"/>
                </a:cubicBezTo>
                <a:close/>
                <a:moveTo>
                  <a:pt x="2119119" y="1258586"/>
                </a:moveTo>
                <a:lnTo>
                  <a:pt x="2164366" y="1258586"/>
                </a:lnTo>
                <a:cubicBezTo>
                  <a:pt x="2164366" y="1258586"/>
                  <a:pt x="2170679" y="1311112"/>
                  <a:pt x="2170679" y="1372749"/>
                </a:cubicBezTo>
                <a:cubicBezTo>
                  <a:pt x="2170679" y="1434375"/>
                  <a:pt x="2164366" y="1486909"/>
                  <a:pt x="2164366" y="1486909"/>
                </a:cubicBezTo>
                <a:lnTo>
                  <a:pt x="2119119" y="1486909"/>
                </a:lnTo>
                <a:cubicBezTo>
                  <a:pt x="2119119" y="1486909"/>
                  <a:pt x="2112868" y="1434375"/>
                  <a:pt x="2112868" y="1372749"/>
                </a:cubicBezTo>
                <a:cubicBezTo>
                  <a:pt x="2112868" y="1311112"/>
                  <a:pt x="2119119" y="1258586"/>
                  <a:pt x="2119119" y="1258586"/>
                </a:cubicBezTo>
                <a:close/>
                <a:moveTo>
                  <a:pt x="2910259" y="1258577"/>
                </a:moveTo>
                <a:lnTo>
                  <a:pt x="2955512" y="1258577"/>
                </a:lnTo>
                <a:cubicBezTo>
                  <a:pt x="2955512" y="1258577"/>
                  <a:pt x="2961822" y="1311102"/>
                  <a:pt x="2961822" y="1372739"/>
                </a:cubicBezTo>
                <a:cubicBezTo>
                  <a:pt x="2961822" y="1434366"/>
                  <a:pt x="2955512" y="1486899"/>
                  <a:pt x="2955512" y="1486899"/>
                </a:cubicBezTo>
                <a:lnTo>
                  <a:pt x="2910259" y="1486899"/>
                </a:lnTo>
                <a:cubicBezTo>
                  <a:pt x="2910259" y="1486899"/>
                  <a:pt x="2903952" y="1434366"/>
                  <a:pt x="2903952" y="1372739"/>
                </a:cubicBezTo>
                <a:cubicBezTo>
                  <a:pt x="2903952" y="1311102"/>
                  <a:pt x="2910259" y="1258577"/>
                  <a:pt x="2910259" y="1258577"/>
                </a:cubicBezTo>
                <a:close/>
                <a:moveTo>
                  <a:pt x="3701387" y="1258567"/>
                </a:moveTo>
                <a:lnTo>
                  <a:pt x="3746642" y="1258567"/>
                </a:lnTo>
                <a:cubicBezTo>
                  <a:pt x="3746642" y="1258567"/>
                  <a:pt x="3752953" y="1311093"/>
                  <a:pt x="3752953" y="1372729"/>
                </a:cubicBezTo>
                <a:cubicBezTo>
                  <a:pt x="3752953" y="1434356"/>
                  <a:pt x="3746642" y="1486889"/>
                  <a:pt x="3746642" y="1486889"/>
                </a:cubicBezTo>
                <a:lnTo>
                  <a:pt x="3701387" y="1486889"/>
                </a:lnTo>
                <a:cubicBezTo>
                  <a:pt x="3701387" y="1486889"/>
                  <a:pt x="3695075" y="1434356"/>
                  <a:pt x="3695075" y="1372729"/>
                </a:cubicBezTo>
                <a:cubicBezTo>
                  <a:pt x="3695075" y="1311093"/>
                  <a:pt x="3701387" y="1258567"/>
                  <a:pt x="3701387" y="1258567"/>
                </a:cubicBezTo>
                <a:close/>
                <a:moveTo>
                  <a:pt x="4492377" y="1258557"/>
                </a:moveTo>
                <a:lnTo>
                  <a:pt x="4537632" y="1258557"/>
                </a:lnTo>
                <a:cubicBezTo>
                  <a:pt x="4537632" y="1258557"/>
                  <a:pt x="4543944" y="1311082"/>
                  <a:pt x="4543944" y="1372719"/>
                </a:cubicBezTo>
                <a:cubicBezTo>
                  <a:pt x="4543944" y="1434348"/>
                  <a:pt x="4537632" y="1486879"/>
                  <a:pt x="4537632" y="1486879"/>
                </a:cubicBezTo>
                <a:lnTo>
                  <a:pt x="4492377" y="1486879"/>
                </a:lnTo>
                <a:cubicBezTo>
                  <a:pt x="4492377" y="1486879"/>
                  <a:pt x="4486128" y="1434348"/>
                  <a:pt x="4486128" y="1372719"/>
                </a:cubicBezTo>
                <a:cubicBezTo>
                  <a:pt x="4486128" y="1311082"/>
                  <a:pt x="4492377" y="1258557"/>
                  <a:pt x="4492377" y="1258557"/>
                </a:cubicBezTo>
                <a:close/>
                <a:moveTo>
                  <a:pt x="5283517" y="1258545"/>
                </a:moveTo>
                <a:lnTo>
                  <a:pt x="5328774" y="1258545"/>
                </a:lnTo>
                <a:cubicBezTo>
                  <a:pt x="5328774" y="1258545"/>
                  <a:pt x="5335084" y="1311069"/>
                  <a:pt x="5335084" y="1372708"/>
                </a:cubicBezTo>
                <a:cubicBezTo>
                  <a:pt x="5335084" y="1434336"/>
                  <a:pt x="5328774" y="1486865"/>
                  <a:pt x="5328774" y="1486865"/>
                </a:cubicBezTo>
                <a:lnTo>
                  <a:pt x="5283517" y="1486865"/>
                </a:lnTo>
                <a:cubicBezTo>
                  <a:pt x="5283517" y="1486865"/>
                  <a:pt x="5277271" y="1434336"/>
                  <a:pt x="5277271" y="1372708"/>
                </a:cubicBezTo>
                <a:cubicBezTo>
                  <a:pt x="5277271" y="1311069"/>
                  <a:pt x="5283517" y="1258545"/>
                  <a:pt x="5283517" y="1258545"/>
                </a:cubicBezTo>
                <a:close/>
                <a:moveTo>
                  <a:pt x="6074648" y="1258538"/>
                </a:moveTo>
                <a:lnTo>
                  <a:pt x="6119901" y="1258538"/>
                </a:lnTo>
                <a:cubicBezTo>
                  <a:pt x="6119901" y="1258538"/>
                  <a:pt x="6126212" y="1311062"/>
                  <a:pt x="6126212" y="1372699"/>
                </a:cubicBezTo>
                <a:cubicBezTo>
                  <a:pt x="6126212" y="1434329"/>
                  <a:pt x="6119901" y="1486859"/>
                  <a:pt x="6119901" y="1486859"/>
                </a:cubicBezTo>
                <a:lnTo>
                  <a:pt x="6074648" y="1486859"/>
                </a:lnTo>
                <a:cubicBezTo>
                  <a:pt x="6074648" y="1486859"/>
                  <a:pt x="6068400" y="1434329"/>
                  <a:pt x="6068400" y="1372699"/>
                </a:cubicBezTo>
                <a:cubicBezTo>
                  <a:pt x="6068400" y="1311062"/>
                  <a:pt x="6074648" y="1258538"/>
                  <a:pt x="6074648" y="1258538"/>
                </a:cubicBezTo>
                <a:close/>
                <a:moveTo>
                  <a:pt x="6865787" y="1258528"/>
                </a:moveTo>
                <a:lnTo>
                  <a:pt x="6910979" y="1258528"/>
                </a:lnTo>
                <a:cubicBezTo>
                  <a:pt x="6910979" y="1258528"/>
                  <a:pt x="6917290" y="1311053"/>
                  <a:pt x="6917290" y="1372689"/>
                </a:cubicBezTo>
                <a:cubicBezTo>
                  <a:pt x="6917290" y="1434320"/>
                  <a:pt x="6910979" y="1486849"/>
                  <a:pt x="6910979" y="1486849"/>
                </a:cubicBezTo>
                <a:lnTo>
                  <a:pt x="6865787" y="1486849"/>
                </a:lnTo>
                <a:cubicBezTo>
                  <a:pt x="6865787" y="1486849"/>
                  <a:pt x="6859477" y="1434320"/>
                  <a:pt x="6859477" y="1372689"/>
                </a:cubicBezTo>
                <a:cubicBezTo>
                  <a:pt x="6859477" y="1311053"/>
                  <a:pt x="6865787" y="1258528"/>
                  <a:pt x="6865787" y="1258528"/>
                </a:cubicBezTo>
                <a:close/>
                <a:moveTo>
                  <a:pt x="7656865" y="1258519"/>
                </a:moveTo>
                <a:lnTo>
                  <a:pt x="7702121" y="1258519"/>
                </a:lnTo>
                <a:cubicBezTo>
                  <a:pt x="7702121" y="1258519"/>
                  <a:pt x="7708431" y="1311043"/>
                  <a:pt x="7708431" y="1372679"/>
                </a:cubicBezTo>
                <a:cubicBezTo>
                  <a:pt x="7708431" y="1434311"/>
                  <a:pt x="7702121" y="1486839"/>
                  <a:pt x="7702121" y="1486839"/>
                </a:cubicBezTo>
                <a:lnTo>
                  <a:pt x="7656865" y="1486839"/>
                </a:lnTo>
                <a:cubicBezTo>
                  <a:pt x="7656865" y="1486839"/>
                  <a:pt x="7650619" y="1434311"/>
                  <a:pt x="7650619" y="1372679"/>
                </a:cubicBezTo>
                <a:cubicBezTo>
                  <a:pt x="7650619" y="1311043"/>
                  <a:pt x="7656865" y="1258519"/>
                  <a:pt x="7656865" y="1258519"/>
                </a:cubicBezTo>
                <a:close/>
                <a:moveTo>
                  <a:pt x="8448006" y="1258509"/>
                </a:moveTo>
                <a:lnTo>
                  <a:pt x="8493262" y="1258509"/>
                </a:lnTo>
                <a:cubicBezTo>
                  <a:pt x="8493262" y="1258509"/>
                  <a:pt x="8499508" y="1311033"/>
                  <a:pt x="8499508" y="1372670"/>
                </a:cubicBezTo>
                <a:cubicBezTo>
                  <a:pt x="8499508" y="1434302"/>
                  <a:pt x="8493262" y="1486829"/>
                  <a:pt x="8493262" y="1486829"/>
                </a:cubicBezTo>
                <a:lnTo>
                  <a:pt x="8448006" y="1486829"/>
                </a:lnTo>
                <a:cubicBezTo>
                  <a:pt x="8448006" y="1486829"/>
                  <a:pt x="8441760" y="1434302"/>
                  <a:pt x="8441760" y="1372670"/>
                </a:cubicBezTo>
                <a:cubicBezTo>
                  <a:pt x="8441760" y="1311033"/>
                  <a:pt x="8448006" y="1258509"/>
                  <a:pt x="8448006" y="1258509"/>
                </a:cubicBezTo>
                <a:close/>
                <a:moveTo>
                  <a:pt x="9239147" y="1258500"/>
                </a:moveTo>
                <a:lnTo>
                  <a:pt x="9284403" y="1258500"/>
                </a:lnTo>
                <a:cubicBezTo>
                  <a:pt x="9284403" y="1258500"/>
                  <a:pt x="9290649" y="1311023"/>
                  <a:pt x="9290649" y="1372659"/>
                </a:cubicBezTo>
                <a:cubicBezTo>
                  <a:pt x="9290649" y="1434292"/>
                  <a:pt x="9284403" y="1486819"/>
                  <a:pt x="9284403" y="1486819"/>
                </a:cubicBezTo>
                <a:lnTo>
                  <a:pt x="9239147" y="1486819"/>
                </a:lnTo>
                <a:cubicBezTo>
                  <a:pt x="9239147" y="1486819"/>
                  <a:pt x="9232901" y="1434292"/>
                  <a:pt x="9232901" y="1372659"/>
                </a:cubicBezTo>
                <a:cubicBezTo>
                  <a:pt x="9232901" y="1311023"/>
                  <a:pt x="9239147" y="1258500"/>
                  <a:pt x="9239147" y="1258500"/>
                </a:cubicBezTo>
                <a:close/>
                <a:moveTo>
                  <a:pt x="10030289" y="1258490"/>
                </a:moveTo>
                <a:lnTo>
                  <a:pt x="10075481" y="1258490"/>
                </a:lnTo>
                <a:cubicBezTo>
                  <a:pt x="10075481" y="1258490"/>
                  <a:pt x="10081791" y="1311013"/>
                  <a:pt x="10081791" y="1372649"/>
                </a:cubicBezTo>
                <a:cubicBezTo>
                  <a:pt x="10081791" y="1434283"/>
                  <a:pt x="10075481" y="1486809"/>
                  <a:pt x="10075481" y="1486809"/>
                </a:cubicBezTo>
                <a:lnTo>
                  <a:pt x="10030289" y="1486809"/>
                </a:lnTo>
                <a:cubicBezTo>
                  <a:pt x="10030289" y="1486809"/>
                  <a:pt x="10023979" y="1434283"/>
                  <a:pt x="10023979" y="1372649"/>
                </a:cubicBezTo>
                <a:cubicBezTo>
                  <a:pt x="10023979" y="1311013"/>
                  <a:pt x="10030289" y="1258490"/>
                  <a:pt x="10030289" y="1258490"/>
                </a:cubicBezTo>
                <a:close/>
                <a:moveTo>
                  <a:pt x="10821367" y="1258480"/>
                </a:moveTo>
                <a:lnTo>
                  <a:pt x="10866623" y="1258480"/>
                </a:lnTo>
                <a:cubicBezTo>
                  <a:pt x="10866623" y="1258480"/>
                  <a:pt x="10872933" y="1311003"/>
                  <a:pt x="10872933" y="1372639"/>
                </a:cubicBezTo>
                <a:cubicBezTo>
                  <a:pt x="10872933" y="1434274"/>
                  <a:pt x="10866623" y="1486799"/>
                  <a:pt x="10866623" y="1486799"/>
                </a:cubicBezTo>
                <a:lnTo>
                  <a:pt x="10821367" y="1486799"/>
                </a:lnTo>
                <a:cubicBezTo>
                  <a:pt x="10821367" y="1486799"/>
                  <a:pt x="10815121" y="1434274"/>
                  <a:pt x="10815121" y="1372639"/>
                </a:cubicBezTo>
                <a:cubicBezTo>
                  <a:pt x="10815121" y="1311003"/>
                  <a:pt x="10821367" y="1258480"/>
                  <a:pt x="10821367" y="1258480"/>
                </a:cubicBezTo>
                <a:close/>
                <a:moveTo>
                  <a:pt x="11612508" y="1258471"/>
                </a:moveTo>
                <a:lnTo>
                  <a:pt x="11657764" y="1258471"/>
                </a:lnTo>
                <a:cubicBezTo>
                  <a:pt x="11657764" y="1258471"/>
                  <a:pt x="11664075" y="1310993"/>
                  <a:pt x="11664075" y="1372629"/>
                </a:cubicBezTo>
                <a:cubicBezTo>
                  <a:pt x="11664075" y="1434265"/>
                  <a:pt x="11657764" y="1486789"/>
                  <a:pt x="11657764" y="1486789"/>
                </a:cubicBezTo>
                <a:lnTo>
                  <a:pt x="11612508" y="1486789"/>
                </a:lnTo>
                <a:cubicBezTo>
                  <a:pt x="11612508" y="1486789"/>
                  <a:pt x="11606262" y="1434265"/>
                  <a:pt x="11606262" y="1372629"/>
                </a:cubicBezTo>
                <a:cubicBezTo>
                  <a:pt x="11606262" y="1310993"/>
                  <a:pt x="11612508" y="1258471"/>
                  <a:pt x="11612508" y="1258471"/>
                </a:cubicBezTo>
                <a:close/>
                <a:moveTo>
                  <a:pt x="0" y="1245761"/>
                </a:moveTo>
                <a:lnTo>
                  <a:pt x="48559" y="1276395"/>
                </a:lnTo>
                <a:cubicBezTo>
                  <a:pt x="65816" y="1288171"/>
                  <a:pt x="76396" y="1296091"/>
                  <a:pt x="76396" y="1296091"/>
                </a:cubicBezTo>
                <a:lnTo>
                  <a:pt x="53769" y="1335298"/>
                </a:lnTo>
                <a:cubicBezTo>
                  <a:pt x="53769" y="1335298"/>
                  <a:pt x="41611" y="1330086"/>
                  <a:pt x="22784" y="1321025"/>
                </a:cubicBezTo>
                <a:lnTo>
                  <a:pt x="0" y="1309036"/>
                </a:lnTo>
                <a:close/>
                <a:moveTo>
                  <a:pt x="12203753" y="1239989"/>
                </a:moveTo>
                <a:lnTo>
                  <a:pt x="12203753" y="1304205"/>
                </a:lnTo>
                <a:lnTo>
                  <a:pt x="12171908" y="1320959"/>
                </a:lnTo>
                <a:cubicBezTo>
                  <a:pt x="12153072" y="1330010"/>
                  <a:pt x="12140914" y="1335205"/>
                  <a:pt x="12140914" y="1335205"/>
                </a:cubicBezTo>
                <a:lnTo>
                  <a:pt x="12118286" y="1296004"/>
                </a:lnTo>
                <a:cubicBezTo>
                  <a:pt x="12118286" y="1296004"/>
                  <a:pt x="12128867" y="1288085"/>
                  <a:pt x="12146132" y="1276309"/>
                </a:cubicBezTo>
                <a:close/>
                <a:moveTo>
                  <a:pt x="449268" y="1181998"/>
                </a:moveTo>
                <a:lnTo>
                  <a:pt x="471896" y="1221192"/>
                </a:lnTo>
                <a:cubicBezTo>
                  <a:pt x="471896" y="1221192"/>
                  <a:pt x="429574" y="1252869"/>
                  <a:pt x="376162" y="1283724"/>
                </a:cubicBezTo>
                <a:cubicBezTo>
                  <a:pt x="322748" y="1314573"/>
                  <a:pt x="274116" y="1335357"/>
                  <a:pt x="274116" y="1335357"/>
                </a:cubicBezTo>
                <a:lnTo>
                  <a:pt x="251487" y="1296153"/>
                </a:lnTo>
                <a:lnTo>
                  <a:pt x="251551" y="1296153"/>
                </a:lnTo>
                <a:cubicBezTo>
                  <a:pt x="251551" y="1296153"/>
                  <a:pt x="293874" y="1264471"/>
                  <a:pt x="347288" y="1233620"/>
                </a:cubicBezTo>
                <a:cubicBezTo>
                  <a:pt x="400701" y="1202774"/>
                  <a:pt x="449268" y="1181998"/>
                  <a:pt x="449268" y="1181998"/>
                </a:cubicBezTo>
                <a:close/>
                <a:moveTo>
                  <a:pt x="1240411" y="1181988"/>
                </a:moveTo>
                <a:lnTo>
                  <a:pt x="1263039" y="1221182"/>
                </a:lnTo>
                <a:cubicBezTo>
                  <a:pt x="1263039" y="1221182"/>
                  <a:pt x="1220715" y="1252859"/>
                  <a:pt x="1167301" y="1283715"/>
                </a:cubicBezTo>
                <a:cubicBezTo>
                  <a:pt x="1113887" y="1314563"/>
                  <a:pt x="1065253" y="1335349"/>
                  <a:pt x="1065253" y="1335349"/>
                </a:cubicBezTo>
                <a:lnTo>
                  <a:pt x="1042617" y="1296142"/>
                </a:lnTo>
                <a:lnTo>
                  <a:pt x="1042681" y="1296142"/>
                </a:lnTo>
                <a:cubicBezTo>
                  <a:pt x="1042681" y="1296142"/>
                  <a:pt x="1085014" y="1264461"/>
                  <a:pt x="1138424" y="1233611"/>
                </a:cubicBezTo>
                <a:cubicBezTo>
                  <a:pt x="1191840" y="1202764"/>
                  <a:pt x="1240411" y="1181988"/>
                  <a:pt x="1240411" y="1181988"/>
                </a:cubicBezTo>
                <a:close/>
                <a:moveTo>
                  <a:pt x="2031482" y="1181978"/>
                </a:moveTo>
                <a:lnTo>
                  <a:pt x="2054113" y="1221173"/>
                </a:lnTo>
                <a:cubicBezTo>
                  <a:pt x="2054113" y="1221173"/>
                  <a:pt x="2011788" y="1252849"/>
                  <a:pt x="1958376" y="1283704"/>
                </a:cubicBezTo>
                <a:cubicBezTo>
                  <a:pt x="1904962" y="1314552"/>
                  <a:pt x="1856328" y="1335339"/>
                  <a:pt x="1856328" y="1335339"/>
                </a:cubicBezTo>
                <a:lnTo>
                  <a:pt x="1833699" y="1296133"/>
                </a:lnTo>
                <a:lnTo>
                  <a:pt x="1833765" y="1296133"/>
                </a:lnTo>
                <a:cubicBezTo>
                  <a:pt x="1833765" y="1296133"/>
                  <a:pt x="1876088" y="1264452"/>
                  <a:pt x="1929500" y="1233602"/>
                </a:cubicBezTo>
                <a:cubicBezTo>
                  <a:pt x="1982915" y="1202754"/>
                  <a:pt x="2031482" y="1181978"/>
                  <a:pt x="2031482" y="1181978"/>
                </a:cubicBezTo>
                <a:close/>
                <a:moveTo>
                  <a:pt x="2822615" y="1181968"/>
                </a:moveTo>
                <a:lnTo>
                  <a:pt x="2845242" y="1221163"/>
                </a:lnTo>
                <a:cubicBezTo>
                  <a:pt x="2845242" y="1221163"/>
                  <a:pt x="2802921" y="1252839"/>
                  <a:pt x="2749503" y="1283694"/>
                </a:cubicBezTo>
                <a:cubicBezTo>
                  <a:pt x="2696091" y="1314541"/>
                  <a:pt x="2647458" y="1335329"/>
                  <a:pt x="2647458" y="1335329"/>
                </a:cubicBezTo>
                <a:lnTo>
                  <a:pt x="2624830" y="1296122"/>
                </a:lnTo>
                <a:lnTo>
                  <a:pt x="2624892" y="1296122"/>
                </a:lnTo>
                <a:cubicBezTo>
                  <a:pt x="2624892" y="1296122"/>
                  <a:pt x="2667217" y="1264442"/>
                  <a:pt x="2720633" y="1233592"/>
                </a:cubicBezTo>
                <a:cubicBezTo>
                  <a:pt x="2774046" y="1202744"/>
                  <a:pt x="2822615" y="1181968"/>
                  <a:pt x="2822615" y="1181968"/>
                </a:cubicBezTo>
                <a:close/>
                <a:moveTo>
                  <a:pt x="3613742" y="1181957"/>
                </a:moveTo>
                <a:lnTo>
                  <a:pt x="3636372" y="1221153"/>
                </a:lnTo>
                <a:cubicBezTo>
                  <a:pt x="3636372" y="1221153"/>
                  <a:pt x="3594049" y="1252830"/>
                  <a:pt x="3540639" y="1283684"/>
                </a:cubicBezTo>
                <a:cubicBezTo>
                  <a:pt x="3487224" y="1314533"/>
                  <a:pt x="3438588" y="1335319"/>
                  <a:pt x="3438588" y="1335319"/>
                </a:cubicBezTo>
                <a:lnTo>
                  <a:pt x="3415959" y="1296112"/>
                </a:lnTo>
                <a:lnTo>
                  <a:pt x="3416027" y="1296112"/>
                </a:lnTo>
                <a:cubicBezTo>
                  <a:pt x="3416027" y="1296112"/>
                  <a:pt x="3458348" y="1264432"/>
                  <a:pt x="3511767" y="1233582"/>
                </a:cubicBezTo>
                <a:cubicBezTo>
                  <a:pt x="3565177" y="1202734"/>
                  <a:pt x="3613742" y="1181957"/>
                  <a:pt x="3613742" y="1181957"/>
                </a:cubicBezTo>
                <a:close/>
                <a:moveTo>
                  <a:pt x="669795" y="1181952"/>
                </a:moveTo>
                <a:lnTo>
                  <a:pt x="678178" y="1185657"/>
                </a:lnTo>
                <a:cubicBezTo>
                  <a:pt x="694360" y="1192947"/>
                  <a:pt x="731732" y="1210416"/>
                  <a:pt x="771792" y="1233552"/>
                </a:cubicBezTo>
                <a:cubicBezTo>
                  <a:pt x="825204" y="1264402"/>
                  <a:pt x="867526" y="1296081"/>
                  <a:pt x="867526" y="1296081"/>
                </a:cubicBezTo>
                <a:lnTo>
                  <a:pt x="844900" y="1335290"/>
                </a:lnTo>
                <a:cubicBezTo>
                  <a:pt x="844900" y="1335290"/>
                  <a:pt x="796268" y="1314441"/>
                  <a:pt x="742918" y="1283655"/>
                </a:cubicBezTo>
                <a:cubicBezTo>
                  <a:pt x="689504" y="1252799"/>
                  <a:pt x="647181" y="1221124"/>
                  <a:pt x="647181" y="1221124"/>
                </a:cubicBezTo>
                <a:close/>
                <a:moveTo>
                  <a:pt x="4404860" y="1181947"/>
                </a:moveTo>
                <a:lnTo>
                  <a:pt x="4427491" y="1221144"/>
                </a:lnTo>
                <a:cubicBezTo>
                  <a:pt x="4427491" y="1221144"/>
                  <a:pt x="4385164" y="1252820"/>
                  <a:pt x="4331748" y="1283674"/>
                </a:cubicBezTo>
                <a:cubicBezTo>
                  <a:pt x="4278335" y="1314523"/>
                  <a:pt x="4229702" y="1335308"/>
                  <a:pt x="4229702" y="1335308"/>
                </a:cubicBezTo>
                <a:lnTo>
                  <a:pt x="4207074" y="1296102"/>
                </a:lnTo>
                <a:cubicBezTo>
                  <a:pt x="4207074" y="1296102"/>
                  <a:pt x="4249395" y="1264422"/>
                  <a:pt x="4302809" y="1233573"/>
                </a:cubicBezTo>
                <a:cubicBezTo>
                  <a:pt x="4356222" y="1202724"/>
                  <a:pt x="4404860" y="1181947"/>
                  <a:pt x="4404860" y="1181947"/>
                </a:cubicBezTo>
                <a:close/>
                <a:moveTo>
                  <a:pt x="1460873" y="1181941"/>
                </a:moveTo>
                <a:lnTo>
                  <a:pt x="1469257" y="1185647"/>
                </a:lnTo>
                <a:cubicBezTo>
                  <a:pt x="1485439" y="1192937"/>
                  <a:pt x="1522810" y="1210407"/>
                  <a:pt x="1562870" y="1233542"/>
                </a:cubicBezTo>
                <a:cubicBezTo>
                  <a:pt x="1616284" y="1264393"/>
                  <a:pt x="1658607" y="1296073"/>
                  <a:pt x="1658607" y="1296073"/>
                </a:cubicBezTo>
                <a:lnTo>
                  <a:pt x="1635980" y="1335280"/>
                </a:lnTo>
                <a:cubicBezTo>
                  <a:pt x="1635980" y="1335280"/>
                  <a:pt x="1587348" y="1314431"/>
                  <a:pt x="1533999" y="1283645"/>
                </a:cubicBezTo>
                <a:cubicBezTo>
                  <a:pt x="1480583" y="1252790"/>
                  <a:pt x="1438259" y="1221114"/>
                  <a:pt x="1438259" y="1221114"/>
                </a:cubicBezTo>
                <a:close/>
                <a:moveTo>
                  <a:pt x="5196000" y="1181938"/>
                </a:moveTo>
                <a:lnTo>
                  <a:pt x="5218629" y="1221134"/>
                </a:lnTo>
                <a:cubicBezTo>
                  <a:pt x="5218629" y="1221134"/>
                  <a:pt x="5176307" y="1252812"/>
                  <a:pt x="5122891" y="1283665"/>
                </a:cubicBezTo>
                <a:cubicBezTo>
                  <a:pt x="5069478" y="1314514"/>
                  <a:pt x="5020848" y="1335298"/>
                  <a:pt x="5020848" y="1335298"/>
                </a:cubicBezTo>
                <a:lnTo>
                  <a:pt x="4998215" y="1296093"/>
                </a:lnTo>
                <a:cubicBezTo>
                  <a:pt x="4998215" y="1296093"/>
                  <a:pt x="5040542" y="1264414"/>
                  <a:pt x="5093953" y="1233563"/>
                </a:cubicBezTo>
                <a:cubicBezTo>
                  <a:pt x="5147369" y="1202715"/>
                  <a:pt x="5196000" y="1181938"/>
                  <a:pt x="5196000" y="1181938"/>
                </a:cubicBezTo>
                <a:close/>
                <a:moveTo>
                  <a:pt x="2252000" y="1181931"/>
                </a:moveTo>
                <a:lnTo>
                  <a:pt x="2260383" y="1185637"/>
                </a:lnTo>
                <a:cubicBezTo>
                  <a:pt x="2276564" y="1192926"/>
                  <a:pt x="2313933" y="1210397"/>
                  <a:pt x="2353993" y="1233532"/>
                </a:cubicBezTo>
                <a:cubicBezTo>
                  <a:pt x="2407411" y="1264384"/>
                  <a:pt x="2449735" y="1296064"/>
                  <a:pt x="2449735" y="1296064"/>
                </a:cubicBezTo>
                <a:lnTo>
                  <a:pt x="2427108" y="1335269"/>
                </a:lnTo>
                <a:cubicBezTo>
                  <a:pt x="2427108" y="1335269"/>
                  <a:pt x="2378472" y="1314422"/>
                  <a:pt x="2325122" y="1283635"/>
                </a:cubicBezTo>
                <a:cubicBezTo>
                  <a:pt x="2271708" y="1252780"/>
                  <a:pt x="2229387" y="1221104"/>
                  <a:pt x="2229387" y="1221104"/>
                </a:cubicBezTo>
                <a:close/>
                <a:moveTo>
                  <a:pt x="669744" y="1181929"/>
                </a:moveTo>
                <a:lnTo>
                  <a:pt x="669808" y="1181929"/>
                </a:lnTo>
                <a:lnTo>
                  <a:pt x="669795" y="1181952"/>
                </a:lnTo>
                <a:close/>
                <a:moveTo>
                  <a:pt x="5987067" y="1181927"/>
                </a:moveTo>
                <a:lnTo>
                  <a:pt x="6009695" y="1221124"/>
                </a:lnTo>
                <a:cubicBezTo>
                  <a:pt x="6009695" y="1221124"/>
                  <a:pt x="5967374" y="1252801"/>
                  <a:pt x="5913960" y="1283655"/>
                </a:cubicBezTo>
                <a:cubicBezTo>
                  <a:pt x="5860547" y="1314503"/>
                  <a:pt x="5811914" y="1335288"/>
                  <a:pt x="5811914" y="1335288"/>
                </a:cubicBezTo>
                <a:lnTo>
                  <a:pt x="5789285" y="1296083"/>
                </a:lnTo>
                <a:cubicBezTo>
                  <a:pt x="5789285" y="1296083"/>
                  <a:pt x="5831608" y="1264403"/>
                  <a:pt x="5885024" y="1233553"/>
                </a:cubicBezTo>
                <a:cubicBezTo>
                  <a:pt x="5938437" y="1202704"/>
                  <a:pt x="5987067" y="1181927"/>
                  <a:pt x="5987067" y="1181927"/>
                </a:cubicBezTo>
                <a:close/>
                <a:moveTo>
                  <a:pt x="3043144" y="1181921"/>
                </a:moveTo>
                <a:lnTo>
                  <a:pt x="3051523" y="1185626"/>
                </a:lnTo>
                <a:cubicBezTo>
                  <a:pt x="3067710" y="1192916"/>
                  <a:pt x="3105083" y="1210387"/>
                  <a:pt x="3145144" y="1233523"/>
                </a:cubicBezTo>
                <a:cubicBezTo>
                  <a:pt x="3198544" y="1264374"/>
                  <a:pt x="3240871" y="1296053"/>
                  <a:pt x="3240871" y="1296053"/>
                </a:cubicBezTo>
                <a:lnTo>
                  <a:pt x="3218243" y="1335259"/>
                </a:lnTo>
                <a:cubicBezTo>
                  <a:pt x="3218243" y="1335259"/>
                  <a:pt x="3169618" y="1314412"/>
                  <a:pt x="3116268" y="1283625"/>
                </a:cubicBezTo>
                <a:cubicBezTo>
                  <a:pt x="3062852" y="1252770"/>
                  <a:pt x="3020525" y="1221094"/>
                  <a:pt x="3020525" y="1221094"/>
                </a:cubicBezTo>
                <a:close/>
                <a:moveTo>
                  <a:pt x="1460821" y="1181919"/>
                </a:moveTo>
                <a:lnTo>
                  <a:pt x="1460890" y="1181919"/>
                </a:lnTo>
                <a:lnTo>
                  <a:pt x="1460873" y="1181941"/>
                </a:lnTo>
                <a:close/>
                <a:moveTo>
                  <a:pt x="6778210" y="1181917"/>
                </a:moveTo>
                <a:lnTo>
                  <a:pt x="6800772" y="1221114"/>
                </a:lnTo>
                <a:cubicBezTo>
                  <a:pt x="6800772" y="1221114"/>
                  <a:pt x="6758449" y="1252792"/>
                  <a:pt x="6705100" y="1283645"/>
                </a:cubicBezTo>
                <a:cubicBezTo>
                  <a:pt x="6651621" y="1314493"/>
                  <a:pt x="6603052" y="1335277"/>
                  <a:pt x="6603052" y="1335277"/>
                </a:cubicBezTo>
                <a:lnTo>
                  <a:pt x="6580424" y="1296073"/>
                </a:lnTo>
                <a:cubicBezTo>
                  <a:pt x="6580424" y="1296073"/>
                  <a:pt x="6622747" y="1264394"/>
                  <a:pt x="6676161" y="1233543"/>
                </a:cubicBezTo>
                <a:cubicBezTo>
                  <a:pt x="6729575" y="1202694"/>
                  <a:pt x="6778210" y="1181917"/>
                  <a:pt x="6778210" y="1181917"/>
                </a:cubicBezTo>
                <a:close/>
                <a:moveTo>
                  <a:pt x="3834266" y="1181911"/>
                </a:moveTo>
                <a:lnTo>
                  <a:pt x="3842651" y="1185617"/>
                </a:lnTo>
                <a:cubicBezTo>
                  <a:pt x="3858829" y="1192907"/>
                  <a:pt x="3896202" y="1210377"/>
                  <a:pt x="3936263" y="1233513"/>
                </a:cubicBezTo>
                <a:cubicBezTo>
                  <a:pt x="3989670" y="1264365"/>
                  <a:pt x="4031992" y="1296043"/>
                  <a:pt x="4031992" y="1296043"/>
                </a:cubicBezTo>
                <a:lnTo>
                  <a:pt x="4009366" y="1335249"/>
                </a:lnTo>
                <a:cubicBezTo>
                  <a:pt x="4009366" y="1335249"/>
                  <a:pt x="3960740" y="1314402"/>
                  <a:pt x="3907391" y="1283615"/>
                </a:cubicBezTo>
                <a:cubicBezTo>
                  <a:pt x="3853972" y="1252761"/>
                  <a:pt x="3811651" y="1221085"/>
                  <a:pt x="3811651" y="1221085"/>
                </a:cubicBezTo>
                <a:close/>
                <a:moveTo>
                  <a:pt x="2251951" y="1181909"/>
                </a:moveTo>
                <a:lnTo>
                  <a:pt x="2252012" y="1181909"/>
                </a:lnTo>
                <a:lnTo>
                  <a:pt x="2252000" y="1181931"/>
                </a:lnTo>
                <a:close/>
                <a:moveTo>
                  <a:pt x="7569286" y="1181907"/>
                </a:moveTo>
                <a:lnTo>
                  <a:pt x="7591913" y="1221104"/>
                </a:lnTo>
                <a:cubicBezTo>
                  <a:pt x="7591913" y="1221104"/>
                  <a:pt x="7549590" y="1252782"/>
                  <a:pt x="7496176" y="1283635"/>
                </a:cubicBezTo>
                <a:cubicBezTo>
                  <a:pt x="7442762" y="1314484"/>
                  <a:pt x="7394128" y="1335267"/>
                  <a:pt x="7394128" y="1335267"/>
                </a:cubicBezTo>
                <a:lnTo>
                  <a:pt x="7371564" y="1296064"/>
                </a:lnTo>
                <a:cubicBezTo>
                  <a:pt x="7371564" y="1296064"/>
                  <a:pt x="7413887" y="1264384"/>
                  <a:pt x="7467302" y="1233534"/>
                </a:cubicBezTo>
                <a:cubicBezTo>
                  <a:pt x="7520716" y="1202685"/>
                  <a:pt x="7569286" y="1181907"/>
                  <a:pt x="7569286" y="1181907"/>
                </a:cubicBezTo>
                <a:close/>
                <a:moveTo>
                  <a:pt x="4625259" y="1181901"/>
                </a:moveTo>
                <a:lnTo>
                  <a:pt x="4633642" y="1185607"/>
                </a:lnTo>
                <a:cubicBezTo>
                  <a:pt x="4649825" y="1192896"/>
                  <a:pt x="4687193" y="1210368"/>
                  <a:pt x="4727254" y="1233503"/>
                </a:cubicBezTo>
                <a:cubicBezTo>
                  <a:pt x="4780668" y="1264354"/>
                  <a:pt x="4822988" y="1296032"/>
                  <a:pt x="4822988" y="1296032"/>
                </a:cubicBezTo>
                <a:lnTo>
                  <a:pt x="4800366" y="1335239"/>
                </a:lnTo>
                <a:cubicBezTo>
                  <a:pt x="4800366" y="1335239"/>
                  <a:pt x="4751732" y="1314391"/>
                  <a:pt x="4698380" y="1283605"/>
                </a:cubicBezTo>
                <a:cubicBezTo>
                  <a:pt x="4644967" y="1252752"/>
                  <a:pt x="4602649" y="1221075"/>
                  <a:pt x="4602649" y="1221075"/>
                </a:cubicBezTo>
                <a:close/>
                <a:moveTo>
                  <a:pt x="3043094" y="1181899"/>
                </a:moveTo>
                <a:lnTo>
                  <a:pt x="3043156" y="1181899"/>
                </a:lnTo>
                <a:lnTo>
                  <a:pt x="3043144" y="1181921"/>
                </a:lnTo>
                <a:close/>
                <a:moveTo>
                  <a:pt x="8360428" y="1181897"/>
                </a:moveTo>
                <a:lnTo>
                  <a:pt x="8383056" y="1221095"/>
                </a:lnTo>
                <a:cubicBezTo>
                  <a:pt x="8383056" y="1221095"/>
                  <a:pt x="8340732" y="1252773"/>
                  <a:pt x="8287318" y="1283625"/>
                </a:cubicBezTo>
                <a:cubicBezTo>
                  <a:pt x="8233904" y="1314474"/>
                  <a:pt x="8185270" y="1335257"/>
                  <a:pt x="8185270" y="1335257"/>
                </a:cubicBezTo>
                <a:lnTo>
                  <a:pt x="8162642" y="1296053"/>
                </a:lnTo>
                <a:cubicBezTo>
                  <a:pt x="8162642" y="1296053"/>
                  <a:pt x="8204965" y="1264374"/>
                  <a:pt x="8258443" y="1233524"/>
                </a:cubicBezTo>
                <a:cubicBezTo>
                  <a:pt x="8311794" y="1202675"/>
                  <a:pt x="8360428" y="1181897"/>
                  <a:pt x="8360428" y="1181897"/>
                </a:cubicBezTo>
                <a:close/>
                <a:moveTo>
                  <a:pt x="5416402" y="1181891"/>
                </a:moveTo>
                <a:lnTo>
                  <a:pt x="5424781" y="1185597"/>
                </a:lnTo>
                <a:cubicBezTo>
                  <a:pt x="5440965" y="1192886"/>
                  <a:pt x="5478335" y="1210357"/>
                  <a:pt x="5518395" y="1233494"/>
                </a:cubicBezTo>
                <a:cubicBezTo>
                  <a:pt x="5571809" y="1264344"/>
                  <a:pt x="5614131" y="1296024"/>
                  <a:pt x="5614131" y="1296024"/>
                </a:cubicBezTo>
                <a:lnTo>
                  <a:pt x="5591504" y="1335228"/>
                </a:lnTo>
                <a:cubicBezTo>
                  <a:pt x="5591504" y="1335228"/>
                  <a:pt x="5542870" y="1314381"/>
                  <a:pt x="5489521" y="1283595"/>
                </a:cubicBezTo>
                <a:cubicBezTo>
                  <a:pt x="5436110" y="1252742"/>
                  <a:pt x="5393787" y="1221065"/>
                  <a:pt x="5393787" y="1221065"/>
                </a:cubicBezTo>
                <a:close/>
                <a:moveTo>
                  <a:pt x="3834218" y="1181888"/>
                </a:moveTo>
                <a:lnTo>
                  <a:pt x="3834279" y="1181888"/>
                </a:lnTo>
                <a:lnTo>
                  <a:pt x="3834266" y="1181911"/>
                </a:lnTo>
                <a:close/>
                <a:moveTo>
                  <a:pt x="9151570" y="1181887"/>
                </a:moveTo>
                <a:lnTo>
                  <a:pt x="9174198" y="1221085"/>
                </a:lnTo>
                <a:cubicBezTo>
                  <a:pt x="9174198" y="1221085"/>
                  <a:pt x="9131874" y="1252763"/>
                  <a:pt x="9078460" y="1283615"/>
                </a:cubicBezTo>
                <a:cubicBezTo>
                  <a:pt x="9025046" y="1314464"/>
                  <a:pt x="8976412" y="1335247"/>
                  <a:pt x="8976412" y="1335247"/>
                </a:cubicBezTo>
                <a:lnTo>
                  <a:pt x="8953784" y="1296044"/>
                </a:lnTo>
                <a:cubicBezTo>
                  <a:pt x="8953784" y="1296044"/>
                  <a:pt x="8996107" y="1264365"/>
                  <a:pt x="9049522" y="1233514"/>
                </a:cubicBezTo>
                <a:cubicBezTo>
                  <a:pt x="9102936" y="1202665"/>
                  <a:pt x="9151570" y="1181887"/>
                  <a:pt x="9151570" y="1181887"/>
                </a:cubicBezTo>
                <a:close/>
                <a:moveTo>
                  <a:pt x="4625211" y="1181878"/>
                </a:moveTo>
                <a:lnTo>
                  <a:pt x="4625271" y="1181878"/>
                </a:lnTo>
                <a:lnTo>
                  <a:pt x="4625259" y="1181901"/>
                </a:lnTo>
                <a:close/>
                <a:moveTo>
                  <a:pt x="9942711" y="1181877"/>
                </a:moveTo>
                <a:lnTo>
                  <a:pt x="9965275" y="1221075"/>
                </a:lnTo>
                <a:cubicBezTo>
                  <a:pt x="9965275" y="1221075"/>
                  <a:pt x="9922951" y="1252754"/>
                  <a:pt x="9869601" y="1283605"/>
                </a:cubicBezTo>
                <a:cubicBezTo>
                  <a:pt x="9816123" y="1314454"/>
                  <a:pt x="9767553" y="1335236"/>
                  <a:pt x="9767553" y="1335236"/>
                </a:cubicBezTo>
                <a:lnTo>
                  <a:pt x="9744925" y="1296033"/>
                </a:lnTo>
                <a:cubicBezTo>
                  <a:pt x="9744925" y="1296033"/>
                  <a:pt x="9787248" y="1264355"/>
                  <a:pt x="9840663" y="1233504"/>
                </a:cubicBezTo>
                <a:cubicBezTo>
                  <a:pt x="9894077" y="1202655"/>
                  <a:pt x="9942711" y="1181877"/>
                  <a:pt x="9942711" y="1181877"/>
                </a:cubicBezTo>
                <a:close/>
                <a:moveTo>
                  <a:pt x="5416352" y="1181868"/>
                </a:moveTo>
                <a:lnTo>
                  <a:pt x="5416414" y="1181868"/>
                </a:lnTo>
                <a:lnTo>
                  <a:pt x="5416402" y="1181891"/>
                </a:lnTo>
                <a:close/>
                <a:moveTo>
                  <a:pt x="10733788" y="1181866"/>
                </a:moveTo>
                <a:lnTo>
                  <a:pt x="10756416" y="1221066"/>
                </a:lnTo>
                <a:cubicBezTo>
                  <a:pt x="10756416" y="1221066"/>
                  <a:pt x="10714092" y="1252744"/>
                  <a:pt x="10660678" y="1283595"/>
                </a:cubicBezTo>
                <a:cubicBezTo>
                  <a:pt x="10607264" y="1314444"/>
                  <a:pt x="10558630" y="1335226"/>
                  <a:pt x="10558630" y="1335226"/>
                </a:cubicBezTo>
                <a:lnTo>
                  <a:pt x="10536066" y="1296024"/>
                </a:lnTo>
                <a:cubicBezTo>
                  <a:pt x="10536066" y="1296024"/>
                  <a:pt x="10578389" y="1264345"/>
                  <a:pt x="10631804" y="1233495"/>
                </a:cubicBezTo>
                <a:cubicBezTo>
                  <a:pt x="10685218" y="1202645"/>
                  <a:pt x="10733788" y="1181866"/>
                  <a:pt x="10733788" y="1181866"/>
                </a:cubicBezTo>
                <a:close/>
                <a:moveTo>
                  <a:pt x="6207480" y="1181858"/>
                </a:moveTo>
                <a:cubicBezTo>
                  <a:pt x="6207480" y="1181858"/>
                  <a:pt x="6256113" y="1202635"/>
                  <a:pt x="6309528" y="1233484"/>
                </a:cubicBezTo>
                <a:cubicBezTo>
                  <a:pt x="6362878" y="1264335"/>
                  <a:pt x="6405201" y="1296014"/>
                  <a:pt x="6405201" y="1296014"/>
                </a:cubicBezTo>
                <a:lnTo>
                  <a:pt x="6382638" y="1335218"/>
                </a:lnTo>
                <a:cubicBezTo>
                  <a:pt x="6382638" y="1335218"/>
                  <a:pt x="6334004" y="1314372"/>
                  <a:pt x="6280590" y="1283585"/>
                </a:cubicBezTo>
                <a:cubicBezTo>
                  <a:pt x="6227176" y="1252732"/>
                  <a:pt x="6184852" y="1221056"/>
                  <a:pt x="6184852" y="1221056"/>
                </a:cubicBezTo>
                <a:close/>
                <a:moveTo>
                  <a:pt x="11524930" y="1181856"/>
                </a:moveTo>
                <a:lnTo>
                  <a:pt x="11547558" y="1221056"/>
                </a:lnTo>
                <a:cubicBezTo>
                  <a:pt x="11547558" y="1221056"/>
                  <a:pt x="11505234" y="1252735"/>
                  <a:pt x="11451820" y="1283585"/>
                </a:cubicBezTo>
                <a:cubicBezTo>
                  <a:pt x="11398406" y="1314435"/>
                  <a:pt x="11349772" y="1335216"/>
                  <a:pt x="11349772" y="1335216"/>
                </a:cubicBezTo>
                <a:lnTo>
                  <a:pt x="11327208" y="1296014"/>
                </a:lnTo>
                <a:cubicBezTo>
                  <a:pt x="11327208" y="1296014"/>
                  <a:pt x="11369531" y="1264336"/>
                  <a:pt x="11422946" y="1233485"/>
                </a:cubicBezTo>
                <a:cubicBezTo>
                  <a:pt x="11476360" y="1202635"/>
                  <a:pt x="11524930" y="1181856"/>
                  <a:pt x="11524930" y="1181856"/>
                </a:cubicBezTo>
                <a:close/>
                <a:moveTo>
                  <a:pt x="6998558" y="1181848"/>
                </a:moveTo>
                <a:cubicBezTo>
                  <a:pt x="6998558" y="1181848"/>
                  <a:pt x="7047191" y="1202625"/>
                  <a:pt x="7100606" y="1233475"/>
                </a:cubicBezTo>
                <a:cubicBezTo>
                  <a:pt x="7154020" y="1264325"/>
                  <a:pt x="7196344" y="1296004"/>
                  <a:pt x="7196344" y="1296004"/>
                </a:cubicBezTo>
                <a:lnTo>
                  <a:pt x="7173716" y="1335208"/>
                </a:lnTo>
                <a:cubicBezTo>
                  <a:pt x="7173716" y="1335208"/>
                  <a:pt x="7125146" y="1314362"/>
                  <a:pt x="7071731" y="1283576"/>
                </a:cubicBezTo>
                <a:cubicBezTo>
                  <a:pt x="7018317" y="1252723"/>
                  <a:pt x="6975995" y="1221046"/>
                  <a:pt x="6975995" y="1221046"/>
                </a:cubicBezTo>
                <a:close/>
                <a:moveTo>
                  <a:pt x="7789699" y="1181838"/>
                </a:moveTo>
                <a:cubicBezTo>
                  <a:pt x="7789699" y="1181838"/>
                  <a:pt x="7838333" y="1202616"/>
                  <a:pt x="7891747" y="1233465"/>
                </a:cubicBezTo>
                <a:cubicBezTo>
                  <a:pt x="7945161" y="1264315"/>
                  <a:pt x="7987485" y="1295995"/>
                  <a:pt x="7987485" y="1295995"/>
                </a:cubicBezTo>
                <a:lnTo>
                  <a:pt x="7964857" y="1335198"/>
                </a:lnTo>
                <a:cubicBezTo>
                  <a:pt x="7964857" y="1335198"/>
                  <a:pt x="7916223" y="1314352"/>
                  <a:pt x="7862873" y="1283566"/>
                </a:cubicBezTo>
                <a:cubicBezTo>
                  <a:pt x="7809395" y="1252713"/>
                  <a:pt x="7767072" y="1221036"/>
                  <a:pt x="7767072" y="1221036"/>
                </a:cubicBezTo>
                <a:close/>
                <a:moveTo>
                  <a:pt x="8580840" y="1181828"/>
                </a:moveTo>
                <a:cubicBezTo>
                  <a:pt x="8580840" y="1181828"/>
                  <a:pt x="8629474" y="1202606"/>
                  <a:pt x="8682888" y="1233455"/>
                </a:cubicBezTo>
                <a:cubicBezTo>
                  <a:pt x="8736302" y="1264306"/>
                  <a:pt x="8778626" y="1295984"/>
                  <a:pt x="8778626" y="1295984"/>
                </a:cubicBezTo>
                <a:lnTo>
                  <a:pt x="8755998" y="1335188"/>
                </a:lnTo>
                <a:cubicBezTo>
                  <a:pt x="8755998" y="1335188"/>
                  <a:pt x="8707364" y="1314342"/>
                  <a:pt x="8654014" y="1283555"/>
                </a:cubicBezTo>
                <a:cubicBezTo>
                  <a:pt x="8600536" y="1252704"/>
                  <a:pt x="8558213" y="1221026"/>
                  <a:pt x="8558213" y="1221026"/>
                </a:cubicBezTo>
                <a:close/>
                <a:moveTo>
                  <a:pt x="9371982" y="1181818"/>
                </a:moveTo>
                <a:cubicBezTo>
                  <a:pt x="9371982" y="1181818"/>
                  <a:pt x="9420552" y="1202596"/>
                  <a:pt x="9474030" y="1233445"/>
                </a:cubicBezTo>
                <a:cubicBezTo>
                  <a:pt x="9527381" y="1264296"/>
                  <a:pt x="9569704" y="1295975"/>
                  <a:pt x="9569704" y="1295975"/>
                </a:cubicBezTo>
                <a:lnTo>
                  <a:pt x="9547140" y="1335177"/>
                </a:lnTo>
                <a:cubicBezTo>
                  <a:pt x="9547140" y="1335177"/>
                  <a:pt x="9498507" y="1314333"/>
                  <a:pt x="9445093" y="1283546"/>
                </a:cubicBezTo>
                <a:cubicBezTo>
                  <a:pt x="9391678" y="1252694"/>
                  <a:pt x="9349355" y="1221016"/>
                  <a:pt x="9349355" y="1221016"/>
                </a:cubicBezTo>
                <a:close/>
                <a:moveTo>
                  <a:pt x="10163123" y="1181808"/>
                </a:moveTo>
                <a:cubicBezTo>
                  <a:pt x="10163123" y="1181808"/>
                  <a:pt x="10211693" y="1202586"/>
                  <a:pt x="10265107" y="1233435"/>
                </a:cubicBezTo>
                <a:cubicBezTo>
                  <a:pt x="10318522" y="1264286"/>
                  <a:pt x="10360845" y="1295965"/>
                  <a:pt x="10360845" y="1295965"/>
                </a:cubicBezTo>
                <a:lnTo>
                  <a:pt x="10338218" y="1335167"/>
                </a:lnTo>
                <a:cubicBezTo>
                  <a:pt x="10338218" y="1335167"/>
                  <a:pt x="10289648" y="1314323"/>
                  <a:pt x="10236234" y="1283536"/>
                </a:cubicBezTo>
                <a:cubicBezTo>
                  <a:pt x="10182819" y="1252685"/>
                  <a:pt x="10140496" y="1221006"/>
                  <a:pt x="10140496" y="1221006"/>
                </a:cubicBezTo>
                <a:close/>
                <a:moveTo>
                  <a:pt x="10954201" y="1181797"/>
                </a:moveTo>
                <a:cubicBezTo>
                  <a:pt x="10954201" y="1181797"/>
                  <a:pt x="11002835" y="1202576"/>
                  <a:pt x="11056249" y="1233426"/>
                </a:cubicBezTo>
                <a:cubicBezTo>
                  <a:pt x="11109664" y="1264277"/>
                  <a:pt x="11151987" y="1295955"/>
                  <a:pt x="11151987" y="1295955"/>
                </a:cubicBezTo>
                <a:lnTo>
                  <a:pt x="11129360" y="1335156"/>
                </a:lnTo>
                <a:cubicBezTo>
                  <a:pt x="11129360" y="1335156"/>
                  <a:pt x="11080790" y="1314314"/>
                  <a:pt x="11027376" y="1283526"/>
                </a:cubicBezTo>
                <a:cubicBezTo>
                  <a:pt x="10973961" y="1252676"/>
                  <a:pt x="10931638" y="1220997"/>
                  <a:pt x="10931638" y="1220997"/>
                </a:cubicBezTo>
                <a:close/>
                <a:moveTo>
                  <a:pt x="11745343" y="1181787"/>
                </a:moveTo>
                <a:cubicBezTo>
                  <a:pt x="11745343" y="1181787"/>
                  <a:pt x="11793976" y="1202566"/>
                  <a:pt x="11847390" y="1233416"/>
                </a:cubicBezTo>
                <a:cubicBezTo>
                  <a:pt x="11900804" y="1264267"/>
                  <a:pt x="11943128" y="1295945"/>
                  <a:pt x="11943128" y="1295945"/>
                </a:cubicBezTo>
                <a:lnTo>
                  <a:pt x="11920501" y="1335146"/>
                </a:lnTo>
                <a:cubicBezTo>
                  <a:pt x="11920501" y="1335146"/>
                  <a:pt x="11871867" y="1314303"/>
                  <a:pt x="11818516" y="1283516"/>
                </a:cubicBezTo>
                <a:cubicBezTo>
                  <a:pt x="11765038" y="1252666"/>
                  <a:pt x="11722715" y="1220987"/>
                  <a:pt x="11722715" y="1220987"/>
                </a:cubicBezTo>
                <a:close/>
                <a:moveTo>
                  <a:pt x="141282" y="1030207"/>
                </a:moveTo>
                <a:lnTo>
                  <a:pt x="186536" y="1030207"/>
                </a:lnTo>
                <a:cubicBezTo>
                  <a:pt x="186536" y="1030207"/>
                  <a:pt x="192846" y="1082771"/>
                  <a:pt x="192846" y="1144463"/>
                </a:cubicBezTo>
                <a:cubicBezTo>
                  <a:pt x="192846" y="1206156"/>
                  <a:pt x="186536" y="1258610"/>
                  <a:pt x="186536" y="1258610"/>
                </a:cubicBezTo>
                <a:lnTo>
                  <a:pt x="141282" y="1258610"/>
                </a:lnTo>
                <a:cubicBezTo>
                  <a:pt x="141282" y="1258610"/>
                  <a:pt x="135035" y="1206092"/>
                  <a:pt x="135035" y="1144463"/>
                </a:cubicBezTo>
                <a:cubicBezTo>
                  <a:pt x="135035" y="1082835"/>
                  <a:pt x="141282" y="1030207"/>
                  <a:pt x="141282" y="1030207"/>
                </a:cubicBezTo>
                <a:close/>
                <a:moveTo>
                  <a:pt x="932414" y="1030200"/>
                </a:moveTo>
                <a:lnTo>
                  <a:pt x="977669" y="1030200"/>
                </a:lnTo>
                <a:cubicBezTo>
                  <a:pt x="977669" y="1030200"/>
                  <a:pt x="983979" y="1082762"/>
                  <a:pt x="983979" y="1144454"/>
                </a:cubicBezTo>
                <a:cubicBezTo>
                  <a:pt x="983979" y="1206148"/>
                  <a:pt x="977669" y="1258602"/>
                  <a:pt x="977669" y="1258602"/>
                </a:cubicBezTo>
                <a:lnTo>
                  <a:pt x="932414" y="1258602"/>
                </a:lnTo>
                <a:cubicBezTo>
                  <a:pt x="932414" y="1258602"/>
                  <a:pt x="926104" y="1206084"/>
                  <a:pt x="926104" y="1144454"/>
                </a:cubicBezTo>
                <a:cubicBezTo>
                  <a:pt x="926104" y="1082826"/>
                  <a:pt x="932414" y="1030200"/>
                  <a:pt x="932414" y="1030200"/>
                </a:cubicBezTo>
                <a:close/>
                <a:moveTo>
                  <a:pt x="1723556" y="1030192"/>
                </a:moveTo>
                <a:lnTo>
                  <a:pt x="1768814" y="1030192"/>
                </a:lnTo>
                <a:cubicBezTo>
                  <a:pt x="1768814" y="1030192"/>
                  <a:pt x="1775125" y="1082751"/>
                  <a:pt x="1775125" y="1144443"/>
                </a:cubicBezTo>
                <a:cubicBezTo>
                  <a:pt x="1775125" y="1206138"/>
                  <a:pt x="1768814" y="1258592"/>
                  <a:pt x="1768814" y="1258592"/>
                </a:cubicBezTo>
                <a:lnTo>
                  <a:pt x="1723556" y="1258592"/>
                </a:lnTo>
                <a:cubicBezTo>
                  <a:pt x="1723556" y="1258592"/>
                  <a:pt x="1717247" y="1206074"/>
                  <a:pt x="1717247" y="1144443"/>
                </a:cubicBezTo>
                <a:cubicBezTo>
                  <a:pt x="1717247" y="1082815"/>
                  <a:pt x="1723556" y="1030192"/>
                  <a:pt x="1723556" y="1030192"/>
                </a:cubicBezTo>
                <a:close/>
                <a:moveTo>
                  <a:pt x="2514689" y="1030184"/>
                </a:moveTo>
                <a:lnTo>
                  <a:pt x="2559944" y="1030184"/>
                </a:lnTo>
                <a:cubicBezTo>
                  <a:pt x="2559944" y="1030184"/>
                  <a:pt x="2566255" y="1082741"/>
                  <a:pt x="2566255" y="1144433"/>
                </a:cubicBezTo>
                <a:cubicBezTo>
                  <a:pt x="2566255" y="1206128"/>
                  <a:pt x="2559944" y="1258583"/>
                  <a:pt x="2559944" y="1258583"/>
                </a:cubicBezTo>
                <a:lnTo>
                  <a:pt x="2514689" y="1258583"/>
                </a:lnTo>
                <a:cubicBezTo>
                  <a:pt x="2514689" y="1258583"/>
                  <a:pt x="2508444" y="1206064"/>
                  <a:pt x="2508444" y="1144433"/>
                </a:cubicBezTo>
                <a:cubicBezTo>
                  <a:pt x="2508444" y="1082805"/>
                  <a:pt x="2514689" y="1030184"/>
                  <a:pt x="2514689" y="1030184"/>
                </a:cubicBezTo>
                <a:close/>
                <a:moveTo>
                  <a:pt x="3305820" y="1030175"/>
                </a:moveTo>
                <a:lnTo>
                  <a:pt x="3351078" y="1030175"/>
                </a:lnTo>
                <a:cubicBezTo>
                  <a:pt x="3351078" y="1030175"/>
                  <a:pt x="3357385" y="1082730"/>
                  <a:pt x="3357385" y="1144423"/>
                </a:cubicBezTo>
                <a:cubicBezTo>
                  <a:pt x="3357385" y="1206118"/>
                  <a:pt x="3351078" y="1258573"/>
                  <a:pt x="3351078" y="1258573"/>
                </a:cubicBezTo>
                <a:lnTo>
                  <a:pt x="3305820" y="1258573"/>
                </a:lnTo>
                <a:cubicBezTo>
                  <a:pt x="3305820" y="1258573"/>
                  <a:pt x="3299575" y="1206054"/>
                  <a:pt x="3299575" y="1144423"/>
                </a:cubicBezTo>
                <a:cubicBezTo>
                  <a:pt x="3299575" y="1082794"/>
                  <a:pt x="3305820" y="1030175"/>
                  <a:pt x="3305820" y="1030175"/>
                </a:cubicBezTo>
                <a:close/>
                <a:moveTo>
                  <a:pt x="4096880" y="1030167"/>
                </a:moveTo>
                <a:lnTo>
                  <a:pt x="4142136" y="1030167"/>
                </a:lnTo>
                <a:cubicBezTo>
                  <a:pt x="4142136" y="1030167"/>
                  <a:pt x="4148446" y="1082719"/>
                  <a:pt x="4148446" y="1144413"/>
                </a:cubicBezTo>
                <a:cubicBezTo>
                  <a:pt x="4148446" y="1206108"/>
                  <a:pt x="4142136" y="1258564"/>
                  <a:pt x="4142136" y="1258564"/>
                </a:cubicBezTo>
                <a:lnTo>
                  <a:pt x="4096880" y="1258564"/>
                </a:lnTo>
                <a:cubicBezTo>
                  <a:pt x="4096880" y="1258564"/>
                  <a:pt x="4090633" y="1206044"/>
                  <a:pt x="4090633" y="1144413"/>
                </a:cubicBezTo>
                <a:cubicBezTo>
                  <a:pt x="4090633" y="1082783"/>
                  <a:pt x="4096880" y="1030167"/>
                  <a:pt x="4096880" y="1030167"/>
                </a:cubicBezTo>
                <a:close/>
                <a:moveTo>
                  <a:pt x="4887944" y="1030159"/>
                </a:moveTo>
                <a:lnTo>
                  <a:pt x="4933198" y="1030159"/>
                </a:lnTo>
                <a:cubicBezTo>
                  <a:pt x="4933198" y="1030159"/>
                  <a:pt x="4939507" y="1082708"/>
                  <a:pt x="4939507" y="1144402"/>
                </a:cubicBezTo>
                <a:cubicBezTo>
                  <a:pt x="4939507" y="1206099"/>
                  <a:pt x="4933198" y="1258554"/>
                  <a:pt x="4933198" y="1258554"/>
                </a:cubicBezTo>
                <a:lnTo>
                  <a:pt x="4887944" y="1258554"/>
                </a:lnTo>
                <a:cubicBezTo>
                  <a:pt x="4887944" y="1258554"/>
                  <a:pt x="4881696" y="1206034"/>
                  <a:pt x="4881696" y="1144402"/>
                </a:cubicBezTo>
                <a:cubicBezTo>
                  <a:pt x="4881696" y="1082772"/>
                  <a:pt x="4887944" y="1030159"/>
                  <a:pt x="4887944" y="1030159"/>
                </a:cubicBezTo>
                <a:close/>
                <a:moveTo>
                  <a:pt x="5679084" y="1030151"/>
                </a:moveTo>
                <a:lnTo>
                  <a:pt x="5724338" y="1030151"/>
                </a:lnTo>
                <a:cubicBezTo>
                  <a:pt x="5724338" y="1030151"/>
                  <a:pt x="5730645" y="1082697"/>
                  <a:pt x="5730645" y="1144392"/>
                </a:cubicBezTo>
                <a:cubicBezTo>
                  <a:pt x="5730645" y="1206089"/>
                  <a:pt x="5724338" y="1258545"/>
                  <a:pt x="5724338" y="1258545"/>
                </a:cubicBezTo>
                <a:lnTo>
                  <a:pt x="5679084" y="1258545"/>
                </a:lnTo>
                <a:cubicBezTo>
                  <a:pt x="5679084" y="1258545"/>
                  <a:pt x="5672769" y="1206024"/>
                  <a:pt x="5672769" y="1144392"/>
                </a:cubicBezTo>
                <a:cubicBezTo>
                  <a:pt x="5672769" y="1082761"/>
                  <a:pt x="5679084" y="1030151"/>
                  <a:pt x="5679084" y="1030151"/>
                </a:cubicBezTo>
                <a:close/>
                <a:moveTo>
                  <a:pt x="6470217" y="1030142"/>
                </a:moveTo>
                <a:lnTo>
                  <a:pt x="6515408" y="1030142"/>
                </a:lnTo>
                <a:cubicBezTo>
                  <a:pt x="6515408" y="1030142"/>
                  <a:pt x="6521719" y="1082686"/>
                  <a:pt x="6521719" y="1144381"/>
                </a:cubicBezTo>
                <a:cubicBezTo>
                  <a:pt x="6521719" y="1206079"/>
                  <a:pt x="6515408" y="1258535"/>
                  <a:pt x="6515408" y="1258535"/>
                </a:cubicBezTo>
                <a:lnTo>
                  <a:pt x="6470217" y="1258535"/>
                </a:lnTo>
                <a:cubicBezTo>
                  <a:pt x="6470217" y="1258535"/>
                  <a:pt x="6463906" y="1206015"/>
                  <a:pt x="6463906" y="1144381"/>
                </a:cubicBezTo>
                <a:cubicBezTo>
                  <a:pt x="6463906" y="1082750"/>
                  <a:pt x="6470217" y="1030142"/>
                  <a:pt x="6470217" y="1030142"/>
                </a:cubicBezTo>
                <a:close/>
                <a:moveTo>
                  <a:pt x="7261293" y="1030134"/>
                </a:moveTo>
                <a:lnTo>
                  <a:pt x="7306549" y="1030134"/>
                </a:lnTo>
                <a:cubicBezTo>
                  <a:pt x="7306549" y="1030134"/>
                  <a:pt x="7312860" y="1082675"/>
                  <a:pt x="7312860" y="1144371"/>
                </a:cubicBezTo>
                <a:cubicBezTo>
                  <a:pt x="7312860" y="1206069"/>
                  <a:pt x="7306549" y="1258525"/>
                  <a:pt x="7306549" y="1258525"/>
                </a:cubicBezTo>
                <a:lnTo>
                  <a:pt x="7261293" y="1258525"/>
                </a:lnTo>
                <a:cubicBezTo>
                  <a:pt x="7261293" y="1258525"/>
                  <a:pt x="7255047" y="1206005"/>
                  <a:pt x="7255047" y="1144371"/>
                </a:cubicBezTo>
                <a:cubicBezTo>
                  <a:pt x="7255047" y="1082739"/>
                  <a:pt x="7261293" y="1030134"/>
                  <a:pt x="7261293" y="1030134"/>
                </a:cubicBezTo>
                <a:close/>
                <a:moveTo>
                  <a:pt x="8052435" y="1030126"/>
                </a:moveTo>
                <a:lnTo>
                  <a:pt x="8097691" y="1030126"/>
                </a:lnTo>
                <a:cubicBezTo>
                  <a:pt x="8097691" y="1030126"/>
                  <a:pt x="8103938" y="1082664"/>
                  <a:pt x="8103938" y="1144360"/>
                </a:cubicBezTo>
                <a:cubicBezTo>
                  <a:pt x="8103938" y="1206059"/>
                  <a:pt x="8097691" y="1258515"/>
                  <a:pt x="8097691" y="1258515"/>
                </a:cubicBezTo>
                <a:lnTo>
                  <a:pt x="8052435" y="1258515"/>
                </a:lnTo>
                <a:cubicBezTo>
                  <a:pt x="8052435" y="1258515"/>
                  <a:pt x="8046189" y="1205995"/>
                  <a:pt x="8046189" y="1144360"/>
                </a:cubicBezTo>
                <a:cubicBezTo>
                  <a:pt x="8046189" y="1082728"/>
                  <a:pt x="8052435" y="1030126"/>
                  <a:pt x="8052435" y="1030126"/>
                </a:cubicBezTo>
                <a:close/>
                <a:moveTo>
                  <a:pt x="8843577" y="1030118"/>
                </a:moveTo>
                <a:lnTo>
                  <a:pt x="8888832" y="1030118"/>
                </a:lnTo>
                <a:cubicBezTo>
                  <a:pt x="8888832" y="1030118"/>
                  <a:pt x="8895079" y="1082653"/>
                  <a:pt x="8895079" y="1144350"/>
                </a:cubicBezTo>
                <a:cubicBezTo>
                  <a:pt x="8895079" y="1206049"/>
                  <a:pt x="8888832" y="1258506"/>
                  <a:pt x="8888832" y="1258506"/>
                </a:cubicBezTo>
                <a:lnTo>
                  <a:pt x="8843577" y="1258506"/>
                </a:lnTo>
                <a:cubicBezTo>
                  <a:pt x="8843577" y="1258506"/>
                  <a:pt x="8837330" y="1205985"/>
                  <a:pt x="8837330" y="1144350"/>
                </a:cubicBezTo>
                <a:cubicBezTo>
                  <a:pt x="8837330" y="1082717"/>
                  <a:pt x="8843577" y="1030118"/>
                  <a:pt x="8843577" y="1030118"/>
                </a:cubicBezTo>
                <a:close/>
                <a:moveTo>
                  <a:pt x="9634719" y="1030110"/>
                </a:moveTo>
                <a:lnTo>
                  <a:pt x="9679910" y="1030110"/>
                </a:lnTo>
                <a:cubicBezTo>
                  <a:pt x="9679910" y="1030110"/>
                  <a:pt x="9686221" y="1082642"/>
                  <a:pt x="9686221" y="1144340"/>
                </a:cubicBezTo>
                <a:cubicBezTo>
                  <a:pt x="9686221" y="1206039"/>
                  <a:pt x="9679910" y="1258496"/>
                  <a:pt x="9679910" y="1258496"/>
                </a:cubicBezTo>
                <a:lnTo>
                  <a:pt x="9634719" y="1258496"/>
                </a:lnTo>
                <a:cubicBezTo>
                  <a:pt x="9634719" y="1258496"/>
                  <a:pt x="9628408" y="1205975"/>
                  <a:pt x="9628408" y="1144340"/>
                </a:cubicBezTo>
                <a:cubicBezTo>
                  <a:pt x="9628408" y="1082706"/>
                  <a:pt x="9634719" y="1030110"/>
                  <a:pt x="9634719" y="1030110"/>
                </a:cubicBezTo>
                <a:close/>
                <a:moveTo>
                  <a:pt x="10425796" y="1030101"/>
                </a:moveTo>
                <a:lnTo>
                  <a:pt x="10471052" y="1030101"/>
                </a:lnTo>
                <a:cubicBezTo>
                  <a:pt x="10471052" y="1030101"/>
                  <a:pt x="10477362" y="1082631"/>
                  <a:pt x="10477362" y="1144329"/>
                </a:cubicBezTo>
                <a:cubicBezTo>
                  <a:pt x="10477362" y="1206029"/>
                  <a:pt x="10471052" y="1258486"/>
                  <a:pt x="10471052" y="1258486"/>
                </a:cubicBezTo>
                <a:lnTo>
                  <a:pt x="10425796" y="1258486"/>
                </a:lnTo>
                <a:cubicBezTo>
                  <a:pt x="10425796" y="1258486"/>
                  <a:pt x="10419550" y="1205965"/>
                  <a:pt x="10419550" y="1144329"/>
                </a:cubicBezTo>
                <a:cubicBezTo>
                  <a:pt x="10419550" y="1082695"/>
                  <a:pt x="10425796" y="1030101"/>
                  <a:pt x="10425796" y="1030101"/>
                </a:cubicBezTo>
                <a:close/>
                <a:moveTo>
                  <a:pt x="11216938" y="1030093"/>
                </a:moveTo>
                <a:lnTo>
                  <a:pt x="11262194" y="1030093"/>
                </a:lnTo>
                <a:cubicBezTo>
                  <a:pt x="11262194" y="1030093"/>
                  <a:pt x="11268504" y="1082620"/>
                  <a:pt x="11268504" y="1144319"/>
                </a:cubicBezTo>
                <a:cubicBezTo>
                  <a:pt x="11268504" y="1206019"/>
                  <a:pt x="11262194" y="1258476"/>
                  <a:pt x="11262194" y="1258476"/>
                </a:cubicBezTo>
                <a:lnTo>
                  <a:pt x="11216938" y="1258476"/>
                </a:lnTo>
                <a:cubicBezTo>
                  <a:pt x="11216938" y="1258476"/>
                  <a:pt x="11210692" y="1205955"/>
                  <a:pt x="11210692" y="1144319"/>
                </a:cubicBezTo>
                <a:cubicBezTo>
                  <a:pt x="11210692" y="1082684"/>
                  <a:pt x="11216938" y="1030093"/>
                  <a:pt x="11216938" y="1030093"/>
                </a:cubicBezTo>
                <a:close/>
                <a:moveTo>
                  <a:pt x="12008079" y="1030085"/>
                </a:moveTo>
                <a:lnTo>
                  <a:pt x="12053335" y="1030085"/>
                </a:lnTo>
                <a:cubicBezTo>
                  <a:pt x="12053335" y="1030085"/>
                  <a:pt x="12059581" y="1082609"/>
                  <a:pt x="12059581" y="1144309"/>
                </a:cubicBezTo>
                <a:cubicBezTo>
                  <a:pt x="12059581" y="1206009"/>
                  <a:pt x="12053335" y="1258467"/>
                  <a:pt x="12053335" y="1258467"/>
                </a:cubicBezTo>
                <a:lnTo>
                  <a:pt x="12008079" y="1258467"/>
                </a:lnTo>
                <a:cubicBezTo>
                  <a:pt x="12008079" y="1258467"/>
                  <a:pt x="12001833" y="1205945"/>
                  <a:pt x="12001833" y="1144309"/>
                </a:cubicBezTo>
                <a:cubicBezTo>
                  <a:pt x="12001833" y="1082673"/>
                  <a:pt x="12008079" y="1030085"/>
                  <a:pt x="12008079" y="1030085"/>
                </a:cubicBezTo>
                <a:close/>
                <a:moveTo>
                  <a:pt x="53706" y="953593"/>
                </a:moveTo>
                <a:lnTo>
                  <a:pt x="76333" y="992791"/>
                </a:lnTo>
                <a:cubicBezTo>
                  <a:pt x="76333" y="992791"/>
                  <a:pt x="65753" y="1000711"/>
                  <a:pt x="48496" y="1012493"/>
                </a:cubicBezTo>
                <a:lnTo>
                  <a:pt x="0" y="1043115"/>
                </a:lnTo>
                <a:lnTo>
                  <a:pt x="0" y="979810"/>
                </a:lnTo>
                <a:lnTo>
                  <a:pt x="22745" y="967838"/>
                </a:lnTo>
                <a:cubicBezTo>
                  <a:pt x="41564" y="958788"/>
                  <a:pt x="53706" y="953593"/>
                  <a:pt x="53706" y="953593"/>
                </a:cubicBezTo>
                <a:close/>
                <a:moveTo>
                  <a:pt x="844900" y="953586"/>
                </a:moveTo>
                <a:lnTo>
                  <a:pt x="867526" y="992785"/>
                </a:lnTo>
                <a:cubicBezTo>
                  <a:pt x="867526" y="992785"/>
                  <a:pt x="825204" y="1024464"/>
                  <a:pt x="771791" y="1055358"/>
                </a:cubicBezTo>
                <a:cubicBezTo>
                  <a:pt x="718378" y="1086204"/>
                  <a:pt x="669744" y="1106981"/>
                  <a:pt x="669744" y="1106981"/>
                </a:cubicBezTo>
                <a:lnTo>
                  <a:pt x="647116" y="1067785"/>
                </a:lnTo>
                <a:cubicBezTo>
                  <a:pt x="647116" y="1067785"/>
                  <a:pt x="689440" y="1036064"/>
                  <a:pt x="742854" y="1005214"/>
                </a:cubicBezTo>
                <a:cubicBezTo>
                  <a:pt x="796268" y="974364"/>
                  <a:pt x="844900" y="953586"/>
                  <a:pt x="844900" y="953586"/>
                </a:cubicBezTo>
                <a:close/>
                <a:moveTo>
                  <a:pt x="1635980" y="953578"/>
                </a:moveTo>
                <a:lnTo>
                  <a:pt x="1658607" y="992777"/>
                </a:lnTo>
                <a:cubicBezTo>
                  <a:pt x="1658607" y="992777"/>
                  <a:pt x="1616284" y="1024455"/>
                  <a:pt x="1562870" y="1055347"/>
                </a:cubicBezTo>
                <a:cubicBezTo>
                  <a:pt x="1509456" y="1086193"/>
                  <a:pt x="1460821" y="1106971"/>
                  <a:pt x="1460821" y="1106971"/>
                </a:cubicBezTo>
                <a:lnTo>
                  <a:pt x="1438196" y="1067773"/>
                </a:lnTo>
                <a:cubicBezTo>
                  <a:pt x="1438196" y="1067773"/>
                  <a:pt x="1480518" y="1036056"/>
                  <a:pt x="1533934" y="1005206"/>
                </a:cubicBezTo>
                <a:cubicBezTo>
                  <a:pt x="1587348" y="974356"/>
                  <a:pt x="1635980" y="953578"/>
                  <a:pt x="1635980" y="953578"/>
                </a:cubicBezTo>
                <a:close/>
                <a:moveTo>
                  <a:pt x="2427105" y="953570"/>
                </a:moveTo>
                <a:lnTo>
                  <a:pt x="2449735" y="992768"/>
                </a:lnTo>
                <a:cubicBezTo>
                  <a:pt x="2449735" y="992768"/>
                  <a:pt x="2407411" y="1024447"/>
                  <a:pt x="2353993" y="1055336"/>
                </a:cubicBezTo>
                <a:cubicBezTo>
                  <a:pt x="2300583" y="1086182"/>
                  <a:pt x="2251951" y="1106960"/>
                  <a:pt x="2251951" y="1106960"/>
                </a:cubicBezTo>
                <a:lnTo>
                  <a:pt x="2229324" y="1067762"/>
                </a:lnTo>
                <a:cubicBezTo>
                  <a:pt x="2229324" y="1067762"/>
                  <a:pt x="2271638" y="1036048"/>
                  <a:pt x="2325057" y="1005197"/>
                </a:cubicBezTo>
                <a:cubicBezTo>
                  <a:pt x="2378472" y="974348"/>
                  <a:pt x="2427105" y="953570"/>
                  <a:pt x="2427105" y="953570"/>
                </a:cubicBezTo>
                <a:close/>
                <a:moveTo>
                  <a:pt x="3218243" y="953561"/>
                </a:moveTo>
                <a:lnTo>
                  <a:pt x="3240871" y="992760"/>
                </a:lnTo>
                <a:cubicBezTo>
                  <a:pt x="3240871" y="992760"/>
                  <a:pt x="3198544" y="1024439"/>
                  <a:pt x="3145144" y="1055324"/>
                </a:cubicBezTo>
                <a:cubicBezTo>
                  <a:pt x="3091728" y="1086171"/>
                  <a:pt x="3043094" y="1106949"/>
                  <a:pt x="3043094" y="1106949"/>
                </a:cubicBezTo>
                <a:lnTo>
                  <a:pt x="3020464" y="1067751"/>
                </a:lnTo>
                <a:cubicBezTo>
                  <a:pt x="3020464" y="1067751"/>
                  <a:pt x="3062787" y="1036039"/>
                  <a:pt x="3116202" y="1005189"/>
                </a:cubicBezTo>
                <a:cubicBezTo>
                  <a:pt x="3169618" y="974340"/>
                  <a:pt x="3218243" y="953561"/>
                  <a:pt x="3218243" y="953561"/>
                </a:cubicBezTo>
                <a:close/>
                <a:moveTo>
                  <a:pt x="4009303" y="953553"/>
                </a:moveTo>
                <a:lnTo>
                  <a:pt x="4031930" y="992752"/>
                </a:lnTo>
                <a:cubicBezTo>
                  <a:pt x="4031930" y="992752"/>
                  <a:pt x="3989607" y="1024431"/>
                  <a:pt x="3936200" y="1055313"/>
                </a:cubicBezTo>
                <a:cubicBezTo>
                  <a:pt x="3882785" y="1086160"/>
                  <a:pt x="3834153" y="1106939"/>
                  <a:pt x="3834153" y="1106939"/>
                </a:cubicBezTo>
                <a:lnTo>
                  <a:pt x="3811524" y="1067740"/>
                </a:lnTo>
                <a:lnTo>
                  <a:pt x="3811587" y="1067740"/>
                </a:lnTo>
                <a:cubicBezTo>
                  <a:pt x="3811587" y="1067740"/>
                  <a:pt x="3853909" y="1036031"/>
                  <a:pt x="3907323" y="1005181"/>
                </a:cubicBezTo>
                <a:cubicBezTo>
                  <a:pt x="3960740" y="974331"/>
                  <a:pt x="4009303" y="953553"/>
                  <a:pt x="4009303" y="953553"/>
                </a:cubicBezTo>
                <a:close/>
                <a:moveTo>
                  <a:pt x="274229" y="953549"/>
                </a:moveTo>
                <a:lnTo>
                  <a:pt x="282613" y="957255"/>
                </a:lnTo>
                <a:cubicBezTo>
                  <a:pt x="298794" y="964545"/>
                  <a:pt x="336166" y="982017"/>
                  <a:pt x="376224" y="1005154"/>
                </a:cubicBezTo>
                <a:cubicBezTo>
                  <a:pt x="429637" y="1036004"/>
                  <a:pt x="471959" y="1067726"/>
                  <a:pt x="471959" y="1067726"/>
                </a:cubicBezTo>
                <a:lnTo>
                  <a:pt x="449332" y="1106923"/>
                </a:lnTo>
                <a:cubicBezTo>
                  <a:pt x="449332" y="1106923"/>
                  <a:pt x="400701" y="1086082"/>
                  <a:pt x="347352" y="1055299"/>
                </a:cubicBezTo>
                <a:cubicBezTo>
                  <a:pt x="293937" y="1024404"/>
                  <a:pt x="251614" y="992725"/>
                  <a:pt x="251614" y="992725"/>
                </a:cubicBezTo>
                <a:close/>
                <a:moveTo>
                  <a:pt x="4800366" y="953545"/>
                </a:moveTo>
                <a:lnTo>
                  <a:pt x="4822988" y="992744"/>
                </a:lnTo>
                <a:cubicBezTo>
                  <a:pt x="4822988" y="992744"/>
                  <a:pt x="4780668" y="1024423"/>
                  <a:pt x="4727254" y="1055302"/>
                </a:cubicBezTo>
                <a:cubicBezTo>
                  <a:pt x="4673843" y="1086149"/>
                  <a:pt x="4625211" y="1106928"/>
                  <a:pt x="4625211" y="1106928"/>
                </a:cubicBezTo>
                <a:lnTo>
                  <a:pt x="4602581" y="1067729"/>
                </a:lnTo>
                <a:lnTo>
                  <a:pt x="4602649" y="1067729"/>
                </a:lnTo>
                <a:cubicBezTo>
                  <a:pt x="4602649" y="1067729"/>
                  <a:pt x="4644967" y="1036023"/>
                  <a:pt x="4698380" y="1005173"/>
                </a:cubicBezTo>
                <a:cubicBezTo>
                  <a:pt x="4751795" y="974323"/>
                  <a:pt x="4800366" y="953545"/>
                  <a:pt x="4800366" y="953545"/>
                </a:cubicBezTo>
                <a:close/>
                <a:moveTo>
                  <a:pt x="1065369" y="953541"/>
                </a:moveTo>
                <a:lnTo>
                  <a:pt x="1073750" y="957247"/>
                </a:lnTo>
                <a:cubicBezTo>
                  <a:pt x="1089933" y="964537"/>
                  <a:pt x="1127304" y="982009"/>
                  <a:pt x="1167366" y="1005146"/>
                </a:cubicBezTo>
                <a:cubicBezTo>
                  <a:pt x="1220781" y="1035996"/>
                  <a:pt x="1263103" y="1067715"/>
                  <a:pt x="1263103" y="1067715"/>
                </a:cubicBezTo>
                <a:lnTo>
                  <a:pt x="1240476" y="1106912"/>
                </a:lnTo>
                <a:cubicBezTo>
                  <a:pt x="1240476" y="1106912"/>
                  <a:pt x="1191907" y="1086072"/>
                  <a:pt x="1138491" y="1055289"/>
                </a:cubicBezTo>
                <a:cubicBezTo>
                  <a:pt x="1085076" y="1024396"/>
                  <a:pt x="1042746" y="992717"/>
                  <a:pt x="1042746" y="992717"/>
                </a:cubicBezTo>
                <a:close/>
                <a:moveTo>
                  <a:pt x="5591444" y="953536"/>
                </a:moveTo>
                <a:lnTo>
                  <a:pt x="5614067" y="992735"/>
                </a:lnTo>
                <a:cubicBezTo>
                  <a:pt x="5614067" y="992735"/>
                  <a:pt x="5571746" y="1024414"/>
                  <a:pt x="5518332" y="1055291"/>
                </a:cubicBezTo>
                <a:cubicBezTo>
                  <a:pt x="5464921" y="1086138"/>
                  <a:pt x="5416289" y="1106917"/>
                  <a:pt x="5416289" y="1106917"/>
                </a:cubicBezTo>
                <a:lnTo>
                  <a:pt x="5393662" y="1067718"/>
                </a:lnTo>
                <a:lnTo>
                  <a:pt x="5393724" y="1067718"/>
                </a:lnTo>
                <a:cubicBezTo>
                  <a:pt x="5393724" y="1067718"/>
                  <a:pt x="5436047" y="1036015"/>
                  <a:pt x="5489459" y="1005164"/>
                </a:cubicBezTo>
                <a:cubicBezTo>
                  <a:pt x="5542870" y="974315"/>
                  <a:pt x="5591444" y="953536"/>
                  <a:pt x="5591444" y="953536"/>
                </a:cubicBezTo>
                <a:close/>
                <a:moveTo>
                  <a:pt x="1856440" y="953532"/>
                </a:moveTo>
                <a:lnTo>
                  <a:pt x="1864826" y="957238"/>
                </a:lnTo>
                <a:cubicBezTo>
                  <a:pt x="1881007" y="964529"/>
                  <a:pt x="1918378" y="982000"/>
                  <a:pt x="1958439" y="1005138"/>
                </a:cubicBezTo>
                <a:cubicBezTo>
                  <a:pt x="2011851" y="1035988"/>
                  <a:pt x="2054174" y="1067704"/>
                  <a:pt x="2054174" y="1067704"/>
                </a:cubicBezTo>
                <a:lnTo>
                  <a:pt x="2031546" y="1106901"/>
                </a:lnTo>
                <a:cubicBezTo>
                  <a:pt x="2031546" y="1106901"/>
                  <a:pt x="1982915" y="1086061"/>
                  <a:pt x="1929564" y="1055277"/>
                </a:cubicBezTo>
                <a:cubicBezTo>
                  <a:pt x="1876149" y="1024388"/>
                  <a:pt x="1833827" y="992709"/>
                  <a:pt x="1833827" y="992709"/>
                </a:cubicBezTo>
                <a:close/>
                <a:moveTo>
                  <a:pt x="6382638" y="953528"/>
                </a:moveTo>
                <a:lnTo>
                  <a:pt x="6405201" y="992727"/>
                </a:lnTo>
                <a:cubicBezTo>
                  <a:pt x="6405201" y="992727"/>
                  <a:pt x="6362878" y="1024406"/>
                  <a:pt x="6309528" y="1055280"/>
                </a:cubicBezTo>
                <a:cubicBezTo>
                  <a:pt x="6256113" y="1086127"/>
                  <a:pt x="6207480" y="1106906"/>
                  <a:pt x="6207480" y="1106906"/>
                </a:cubicBezTo>
                <a:lnTo>
                  <a:pt x="6184852" y="1067707"/>
                </a:lnTo>
                <a:cubicBezTo>
                  <a:pt x="6184852" y="1067707"/>
                  <a:pt x="6227176" y="1036007"/>
                  <a:pt x="6280590" y="1005156"/>
                </a:cubicBezTo>
                <a:cubicBezTo>
                  <a:pt x="6334004" y="974307"/>
                  <a:pt x="6382638" y="953528"/>
                  <a:pt x="6382638" y="953528"/>
                </a:cubicBezTo>
                <a:close/>
                <a:moveTo>
                  <a:pt x="274178" y="953527"/>
                </a:moveTo>
                <a:lnTo>
                  <a:pt x="274242" y="953527"/>
                </a:lnTo>
                <a:lnTo>
                  <a:pt x="274229" y="953549"/>
                </a:lnTo>
                <a:close/>
                <a:moveTo>
                  <a:pt x="2647573" y="953524"/>
                </a:moveTo>
                <a:lnTo>
                  <a:pt x="2655955" y="957230"/>
                </a:lnTo>
                <a:cubicBezTo>
                  <a:pt x="2672137" y="964520"/>
                  <a:pt x="2709510" y="981992"/>
                  <a:pt x="2749571" y="1005130"/>
                </a:cubicBezTo>
                <a:cubicBezTo>
                  <a:pt x="2802981" y="1035980"/>
                  <a:pt x="2845305" y="1067693"/>
                  <a:pt x="2845305" y="1067693"/>
                </a:cubicBezTo>
                <a:lnTo>
                  <a:pt x="2822677" y="1106891"/>
                </a:lnTo>
                <a:cubicBezTo>
                  <a:pt x="2822677" y="1106891"/>
                  <a:pt x="2774046" y="1086049"/>
                  <a:pt x="2720696" y="1055266"/>
                </a:cubicBezTo>
                <a:cubicBezTo>
                  <a:pt x="2667283" y="1024380"/>
                  <a:pt x="2624959" y="992701"/>
                  <a:pt x="2624959" y="992701"/>
                </a:cubicBezTo>
                <a:close/>
                <a:moveTo>
                  <a:pt x="7173716" y="953520"/>
                </a:moveTo>
                <a:lnTo>
                  <a:pt x="7196344" y="992719"/>
                </a:lnTo>
                <a:cubicBezTo>
                  <a:pt x="7196344" y="992719"/>
                  <a:pt x="7154020" y="1024398"/>
                  <a:pt x="7100606" y="1055268"/>
                </a:cubicBezTo>
                <a:cubicBezTo>
                  <a:pt x="7047191" y="1086116"/>
                  <a:pt x="6998558" y="1106895"/>
                  <a:pt x="6998558" y="1106895"/>
                </a:cubicBezTo>
                <a:lnTo>
                  <a:pt x="6975995" y="1067696"/>
                </a:lnTo>
                <a:cubicBezTo>
                  <a:pt x="6975995" y="1067696"/>
                  <a:pt x="7018317" y="1035999"/>
                  <a:pt x="7071731" y="1005148"/>
                </a:cubicBezTo>
                <a:cubicBezTo>
                  <a:pt x="7125146" y="974298"/>
                  <a:pt x="7173716" y="953520"/>
                  <a:pt x="7173716" y="953520"/>
                </a:cubicBezTo>
                <a:close/>
                <a:moveTo>
                  <a:pt x="1065317" y="953518"/>
                </a:moveTo>
                <a:lnTo>
                  <a:pt x="1065382" y="953518"/>
                </a:lnTo>
                <a:lnTo>
                  <a:pt x="1065369" y="953541"/>
                </a:lnTo>
                <a:close/>
                <a:moveTo>
                  <a:pt x="3438701" y="953516"/>
                </a:moveTo>
                <a:lnTo>
                  <a:pt x="3447084" y="957222"/>
                </a:lnTo>
                <a:cubicBezTo>
                  <a:pt x="3463267" y="964512"/>
                  <a:pt x="3500641" y="981984"/>
                  <a:pt x="3540702" y="1005121"/>
                </a:cubicBezTo>
                <a:cubicBezTo>
                  <a:pt x="3594111" y="1035971"/>
                  <a:pt x="3636436" y="1067682"/>
                  <a:pt x="3636436" y="1067682"/>
                </a:cubicBezTo>
                <a:lnTo>
                  <a:pt x="3613807" y="1106880"/>
                </a:lnTo>
                <a:cubicBezTo>
                  <a:pt x="3613807" y="1106880"/>
                  <a:pt x="3565177" y="1086039"/>
                  <a:pt x="3511829" y="1055255"/>
                </a:cubicBezTo>
                <a:cubicBezTo>
                  <a:pt x="3458412" y="1024371"/>
                  <a:pt x="3416090" y="992692"/>
                  <a:pt x="3416090" y="992692"/>
                </a:cubicBezTo>
                <a:close/>
                <a:moveTo>
                  <a:pt x="7964857" y="953511"/>
                </a:moveTo>
                <a:lnTo>
                  <a:pt x="7987485" y="992711"/>
                </a:lnTo>
                <a:cubicBezTo>
                  <a:pt x="7987485" y="992711"/>
                  <a:pt x="7945161" y="1024390"/>
                  <a:pt x="7891747" y="1055257"/>
                </a:cubicBezTo>
                <a:cubicBezTo>
                  <a:pt x="7838333" y="1086106"/>
                  <a:pt x="7789699" y="1106884"/>
                  <a:pt x="7789699" y="1106884"/>
                </a:cubicBezTo>
                <a:lnTo>
                  <a:pt x="7767072" y="1067685"/>
                </a:lnTo>
                <a:cubicBezTo>
                  <a:pt x="7767072" y="1067685"/>
                  <a:pt x="7809395" y="1035990"/>
                  <a:pt x="7862809" y="1005140"/>
                </a:cubicBezTo>
                <a:cubicBezTo>
                  <a:pt x="7916223" y="974290"/>
                  <a:pt x="7964857" y="953511"/>
                  <a:pt x="7964857" y="953511"/>
                </a:cubicBezTo>
                <a:close/>
                <a:moveTo>
                  <a:pt x="1856390" y="953510"/>
                </a:moveTo>
                <a:lnTo>
                  <a:pt x="1856455" y="953510"/>
                </a:lnTo>
                <a:lnTo>
                  <a:pt x="1856440" y="953532"/>
                </a:lnTo>
                <a:close/>
                <a:moveTo>
                  <a:pt x="4229752" y="953507"/>
                </a:moveTo>
                <a:lnTo>
                  <a:pt x="4238133" y="957213"/>
                </a:lnTo>
                <a:cubicBezTo>
                  <a:pt x="4254316" y="964504"/>
                  <a:pt x="4291687" y="981976"/>
                  <a:pt x="4331748" y="1005113"/>
                </a:cubicBezTo>
                <a:cubicBezTo>
                  <a:pt x="4385164" y="1035963"/>
                  <a:pt x="4427491" y="1067671"/>
                  <a:pt x="4427491" y="1067671"/>
                </a:cubicBezTo>
                <a:lnTo>
                  <a:pt x="4404860" y="1106869"/>
                </a:lnTo>
                <a:cubicBezTo>
                  <a:pt x="4404860" y="1106869"/>
                  <a:pt x="4356228" y="1086028"/>
                  <a:pt x="4302877" y="1055244"/>
                </a:cubicBezTo>
                <a:cubicBezTo>
                  <a:pt x="4249460" y="1024363"/>
                  <a:pt x="4207137" y="992684"/>
                  <a:pt x="4207137" y="992684"/>
                </a:cubicBezTo>
                <a:close/>
                <a:moveTo>
                  <a:pt x="8755998" y="953503"/>
                </a:moveTo>
                <a:lnTo>
                  <a:pt x="8778626" y="992703"/>
                </a:lnTo>
                <a:cubicBezTo>
                  <a:pt x="8778626" y="992703"/>
                  <a:pt x="8736302" y="1024381"/>
                  <a:pt x="8682888" y="1055246"/>
                </a:cubicBezTo>
                <a:cubicBezTo>
                  <a:pt x="8629474" y="1086095"/>
                  <a:pt x="8580840" y="1106874"/>
                  <a:pt x="8580840" y="1106874"/>
                </a:cubicBezTo>
                <a:lnTo>
                  <a:pt x="8558213" y="1067674"/>
                </a:lnTo>
                <a:cubicBezTo>
                  <a:pt x="8558213" y="1067674"/>
                  <a:pt x="8600536" y="1035982"/>
                  <a:pt x="8653951" y="1005132"/>
                </a:cubicBezTo>
                <a:cubicBezTo>
                  <a:pt x="8707364" y="974282"/>
                  <a:pt x="8755998" y="953503"/>
                  <a:pt x="8755998" y="953503"/>
                </a:cubicBezTo>
                <a:close/>
                <a:moveTo>
                  <a:pt x="2647521" y="953502"/>
                </a:moveTo>
                <a:lnTo>
                  <a:pt x="2647585" y="953502"/>
                </a:lnTo>
                <a:lnTo>
                  <a:pt x="2647573" y="953524"/>
                </a:lnTo>
                <a:close/>
                <a:moveTo>
                  <a:pt x="5020837" y="953500"/>
                </a:moveTo>
                <a:lnTo>
                  <a:pt x="5029217" y="957206"/>
                </a:lnTo>
                <a:cubicBezTo>
                  <a:pt x="5045401" y="964496"/>
                  <a:pt x="5082770" y="981968"/>
                  <a:pt x="5122827" y="1005105"/>
                </a:cubicBezTo>
                <a:cubicBezTo>
                  <a:pt x="5176242" y="1035956"/>
                  <a:pt x="5218566" y="1067660"/>
                  <a:pt x="5218566" y="1067660"/>
                </a:cubicBezTo>
                <a:lnTo>
                  <a:pt x="5195941" y="1106859"/>
                </a:lnTo>
                <a:cubicBezTo>
                  <a:pt x="5195941" y="1106859"/>
                  <a:pt x="5147307" y="1086017"/>
                  <a:pt x="5093953" y="1055233"/>
                </a:cubicBezTo>
                <a:cubicBezTo>
                  <a:pt x="5040542" y="1024355"/>
                  <a:pt x="4998215" y="992676"/>
                  <a:pt x="4998215" y="992676"/>
                </a:cubicBezTo>
                <a:close/>
                <a:moveTo>
                  <a:pt x="9547140" y="953495"/>
                </a:moveTo>
                <a:lnTo>
                  <a:pt x="9569704" y="992694"/>
                </a:lnTo>
                <a:cubicBezTo>
                  <a:pt x="9569704" y="992694"/>
                  <a:pt x="9527381" y="1024373"/>
                  <a:pt x="9474030" y="1055235"/>
                </a:cubicBezTo>
                <a:cubicBezTo>
                  <a:pt x="9420552" y="1086084"/>
                  <a:pt x="9371982" y="1106863"/>
                  <a:pt x="9371982" y="1106863"/>
                </a:cubicBezTo>
                <a:lnTo>
                  <a:pt x="9349355" y="1067663"/>
                </a:lnTo>
                <a:cubicBezTo>
                  <a:pt x="9349355" y="1067663"/>
                  <a:pt x="9391678" y="1035974"/>
                  <a:pt x="9445093" y="1005123"/>
                </a:cubicBezTo>
                <a:cubicBezTo>
                  <a:pt x="9498507" y="974273"/>
                  <a:pt x="9547140" y="953495"/>
                  <a:pt x="9547140" y="953495"/>
                </a:cubicBezTo>
                <a:close/>
                <a:moveTo>
                  <a:pt x="3438650" y="953493"/>
                </a:moveTo>
                <a:lnTo>
                  <a:pt x="3438713" y="953493"/>
                </a:lnTo>
                <a:lnTo>
                  <a:pt x="3438701" y="953516"/>
                </a:lnTo>
                <a:close/>
                <a:moveTo>
                  <a:pt x="5811965" y="953491"/>
                </a:moveTo>
                <a:lnTo>
                  <a:pt x="5820348" y="957197"/>
                </a:lnTo>
                <a:cubicBezTo>
                  <a:pt x="5836528" y="964487"/>
                  <a:pt x="5873901" y="981959"/>
                  <a:pt x="5913960" y="1005097"/>
                </a:cubicBezTo>
                <a:cubicBezTo>
                  <a:pt x="5967374" y="1035947"/>
                  <a:pt x="6009695" y="1067649"/>
                  <a:pt x="6009695" y="1067649"/>
                </a:cubicBezTo>
                <a:lnTo>
                  <a:pt x="5987067" y="1106848"/>
                </a:lnTo>
                <a:cubicBezTo>
                  <a:pt x="5987067" y="1106848"/>
                  <a:pt x="5938437" y="1086006"/>
                  <a:pt x="5885086" y="1055221"/>
                </a:cubicBezTo>
                <a:cubicBezTo>
                  <a:pt x="5831672" y="1024347"/>
                  <a:pt x="5789350" y="992668"/>
                  <a:pt x="5789350" y="992668"/>
                </a:cubicBezTo>
                <a:close/>
                <a:moveTo>
                  <a:pt x="10338218" y="953486"/>
                </a:moveTo>
                <a:lnTo>
                  <a:pt x="10360845" y="992686"/>
                </a:lnTo>
                <a:cubicBezTo>
                  <a:pt x="10360845" y="992686"/>
                  <a:pt x="10318522" y="1024365"/>
                  <a:pt x="10265107" y="1055224"/>
                </a:cubicBezTo>
                <a:cubicBezTo>
                  <a:pt x="10211693" y="1086073"/>
                  <a:pt x="10163059" y="1106852"/>
                  <a:pt x="10163059" y="1106852"/>
                </a:cubicBezTo>
                <a:lnTo>
                  <a:pt x="10140496" y="1067652"/>
                </a:lnTo>
                <a:cubicBezTo>
                  <a:pt x="10140496" y="1067652"/>
                  <a:pt x="10182819" y="1035966"/>
                  <a:pt x="10236234" y="1005115"/>
                </a:cubicBezTo>
                <a:cubicBezTo>
                  <a:pt x="10289648" y="974265"/>
                  <a:pt x="10338218" y="953486"/>
                  <a:pt x="10338218" y="953486"/>
                </a:cubicBezTo>
                <a:close/>
                <a:moveTo>
                  <a:pt x="4229702" y="953485"/>
                </a:moveTo>
                <a:lnTo>
                  <a:pt x="4229764" y="953485"/>
                </a:lnTo>
                <a:lnTo>
                  <a:pt x="4229752" y="953507"/>
                </a:lnTo>
                <a:close/>
                <a:moveTo>
                  <a:pt x="11129360" y="953478"/>
                </a:moveTo>
                <a:lnTo>
                  <a:pt x="11151987" y="992678"/>
                </a:lnTo>
                <a:cubicBezTo>
                  <a:pt x="11151987" y="992678"/>
                  <a:pt x="11109664" y="1024357"/>
                  <a:pt x="11056249" y="1055212"/>
                </a:cubicBezTo>
                <a:cubicBezTo>
                  <a:pt x="11002835" y="1086062"/>
                  <a:pt x="10954201" y="1106841"/>
                  <a:pt x="10954201" y="1106841"/>
                </a:cubicBezTo>
                <a:lnTo>
                  <a:pt x="10931638" y="1067641"/>
                </a:lnTo>
                <a:cubicBezTo>
                  <a:pt x="10931638" y="1067641"/>
                  <a:pt x="10973961" y="1035958"/>
                  <a:pt x="11027376" y="1005107"/>
                </a:cubicBezTo>
                <a:cubicBezTo>
                  <a:pt x="11080790" y="974257"/>
                  <a:pt x="11129360" y="953478"/>
                  <a:pt x="11129360" y="953478"/>
                </a:cubicBezTo>
                <a:close/>
                <a:moveTo>
                  <a:pt x="5020783" y="953477"/>
                </a:moveTo>
                <a:lnTo>
                  <a:pt x="5020848" y="953477"/>
                </a:lnTo>
                <a:lnTo>
                  <a:pt x="5020837" y="953500"/>
                </a:lnTo>
                <a:close/>
                <a:moveTo>
                  <a:pt x="11920501" y="953470"/>
                </a:moveTo>
                <a:lnTo>
                  <a:pt x="11943128" y="992670"/>
                </a:lnTo>
                <a:cubicBezTo>
                  <a:pt x="11943128" y="992670"/>
                  <a:pt x="11900804" y="1024349"/>
                  <a:pt x="11847390" y="1055201"/>
                </a:cubicBezTo>
                <a:cubicBezTo>
                  <a:pt x="11793976" y="1086051"/>
                  <a:pt x="11745343" y="1106831"/>
                  <a:pt x="11745343" y="1106831"/>
                </a:cubicBezTo>
                <a:lnTo>
                  <a:pt x="11722715" y="1067630"/>
                </a:lnTo>
                <a:cubicBezTo>
                  <a:pt x="11722715" y="1067630"/>
                  <a:pt x="11765038" y="1035950"/>
                  <a:pt x="11818516" y="1005099"/>
                </a:cubicBezTo>
                <a:cubicBezTo>
                  <a:pt x="11871867" y="974249"/>
                  <a:pt x="11920501" y="953470"/>
                  <a:pt x="11920501" y="953470"/>
                </a:cubicBezTo>
                <a:close/>
                <a:moveTo>
                  <a:pt x="5811914" y="953469"/>
                </a:moveTo>
                <a:lnTo>
                  <a:pt x="5811979" y="953469"/>
                </a:lnTo>
                <a:lnTo>
                  <a:pt x="5811965" y="953491"/>
                </a:lnTo>
                <a:close/>
                <a:moveTo>
                  <a:pt x="6603052" y="953460"/>
                </a:moveTo>
                <a:cubicBezTo>
                  <a:pt x="6603052" y="953460"/>
                  <a:pt x="6651621" y="974239"/>
                  <a:pt x="6705100" y="1005088"/>
                </a:cubicBezTo>
                <a:cubicBezTo>
                  <a:pt x="6758449" y="1035939"/>
                  <a:pt x="6800772" y="1067638"/>
                  <a:pt x="6800772" y="1067638"/>
                </a:cubicBezTo>
                <a:lnTo>
                  <a:pt x="6778210" y="1106837"/>
                </a:lnTo>
                <a:cubicBezTo>
                  <a:pt x="6778210" y="1106837"/>
                  <a:pt x="6729575" y="1085995"/>
                  <a:pt x="6676161" y="1055210"/>
                </a:cubicBezTo>
                <a:cubicBezTo>
                  <a:pt x="6622747" y="1024338"/>
                  <a:pt x="6580424" y="992659"/>
                  <a:pt x="6580424" y="992659"/>
                </a:cubicBezTo>
                <a:close/>
                <a:moveTo>
                  <a:pt x="7394128" y="953452"/>
                </a:moveTo>
                <a:cubicBezTo>
                  <a:pt x="7394128" y="953452"/>
                  <a:pt x="7442762" y="974230"/>
                  <a:pt x="7496176" y="1005080"/>
                </a:cubicBezTo>
                <a:cubicBezTo>
                  <a:pt x="7549590" y="1035931"/>
                  <a:pt x="7591913" y="1067627"/>
                  <a:pt x="7591913" y="1067627"/>
                </a:cubicBezTo>
                <a:lnTo>
                  <a:pt x="7569286" y="1106826"/>
                </a:lnTo>
                <a:cubicBezTo>
                  <a:pt x="7569286" y="1106826"/>
                  <a:pt x="7520716" y="1085984"/>
                  <a:pt x="7467302" y="1055199"/>
                </a:cubicBezTo>
                <a:cubicBezTo>
                  <a:pt x="7413887" y="1024330"/>
                  <a:pt x="7371564" y="992651"/>
                  <a:pt x="7371564" y="992651"/>
                </a:cubicBezTo>
                <a:close/>
                <a:moveTo>
                  <a:pt x="8185270" y="953444"/>
                </a:moveTo>
                <a:cubicBezTo>
                  <a:pt x="8185270" y="953444"/>
                  <a:pt x="8233904" y="974222"/>
                  <a:pt x="8287318" y="1005072"/>
                </a:cubicBezTo>
                <a:cubicBezTo>
                  <a:pt x="8340732" y="1035923"/>
                  <a:pt x="8383056" y="1067616"/>
                  <a:pt x="8383056" y="1067616"/>
                </a:cubicBezTo>
                <a:lnTo>
                  <a:pt x="8360428" y="1106815"/>
                </a:lnTo>
                <a:cubicBezTo>
                  <a:pt x="8360428" y="1106815"/>
                  <a:pt x="8311794" y="1085973"/>
                  <a:pt x="8258443" y="1055188"/>
                </a:cubicBezTo>
                <a:cubicBezTo>
                  <a:pt x="8204965" y="1024322"/>
                  <a:pt x="8162642" y="992643"/>
                  <a:pt x="8162642" y="992643"/>
                </a:cubicBezTo>
                <a:close/>
                <a:moveTo>
                  <a:pt x="8976412" y="953435"/>
                </a:moveTo>
                <a:cubicBezTo>
                  <a:pt x="8976412" y="953435"/>
                  <a:pt x="9025046" y="974214"/>
                  <a:pt x="9078460" y="1005064"/>
                </a:cubicBezTo>
                <a:cubicBezTo>
                  <a:pt x="9131874" y="1035915"/>
                  <a:pt x="9174198" y="1067605"/>
                  <a:pt x="9174198" y="1067605"/>
                </a:cubicBezTo>
                <a:lnTo>
                  <a:pt x="9151570" y="1106805"/>
                </a:lnTo>
                <a:cubicBezTo>
                  <a:pt x="9151570" y="1106805"/>
                  <a:pt x="9102936" y="1085962"/>
                  <a:pt x="9049585" y="1055177"/>
                </a:cubicBezTo>
                <a:cubicBezTo>
                  <a:pt x="8996107" y="1024314"/>
                  <a:pt x="8953784" y="992635"/>
                  <a:pt x="8953784" y="992635"/>
                </a:cubicBezTo>
                <a:close/>
                <a:moveTo>
                  <a:pt x="9767553" y="953427"/>
                </a:moveTo>
                <a:cubicBezTo>
                  <a:pt x="9767553" y="953427"/>
                  <a:pt x="9816123" y="974206"/>
                  <a:pt x="9869601" y="1005056"/>
                </a:cubicBezTo>
                <a:cubicBezTo>
                  <a:pt x="9922951" y="1035906"/>
                  <a:pt x="9965275" y="1067594"/>
                  <a:pt x="9965275" y="1067594"/>
                </a:cubicBezTo>
                <a:lnTo>
                  <a:pt x="9942711" y="1106794"/>
                </a:lnTo>
                <a:cubicBezTo>
                  <a:pt x="9942711" y="1106794"/>
                  <a:pt x="9894077" y="1085951"/>
                  <a:pt x="9840663" y="1055165"/>
                </a:cubicBezTo>
                <a:cubicBezTo>
                  <a:pt x="9787248" y="1024306"/>
                  <a:pt x="9744925" y="992627"/>
                  <a:pt x="9744925" y="992627"/>
                </a:cubicBezTo>
                <a:close/>
                <a:moveTo>
                  <a:pt x="10558630" y="953419"/>
                </a:moveTo>
                <a:cubicBezTo>
                  <a:pt x="10558630" y="953419"/>
                  <a:pt x="10607264" y="974197"/>
                  <a:pt x="10660678" y="1005047"/>
                </a:cubicBezTo>
                <a:cubicBezTo>
                  <a:pt x="10714092" y="1035898"/>
                  <a:pt x="10756416" y="1067583"/>
                  <a:pt x="10756416" y="1067583"/>
                </a:cubicBezTo>
                <a:lnTo>
                  <a:pt x="10733788" y="1106783"/>
                </a:lnTo>
                <a:cubicBezTo>
                  <a:pt x="10733788" y="1106783"/>
                  <a:pt x="10685218" y="1085940"/>
                  <a:pt x="10631804" y="1055154"/>
                </a:cubicBezTo>
                <a:cubicBezTo>
                  <a:pt x="10578389" y="1024297"/>
                  <a:pt x="10536066" y="992618"/>
                  <a:pt x="10536066" y="992618"/>
                </a:cubicBezTo>
                <a:close/>
                <a:moveTo>
                  <a:pt x="11349772" y="953410"/>
                </a:moveTo>
                <a:cubicBezTo>
                  <a:pt x="11349772" y="953410"/>
                  <a:pt x="11398406" y="974189"/>
                  <a:pt x="11451820" y="1005039"/>
                </a:cubicBezTo>
                <a:cubicBezTo>
                  <a:pt x="11505234" y="1035890"/>
                  <a:pt x="11547558" y="1067571"/>
                  <a:pt x="11547558" y="1067571"/>
                </a:cubicBezTo>
                <a:lnTo>
                  <a:pt x="11524930" y="1106772"/>
                </a:lnTo>
                <a:cubicBezTo>
                  <a:pt x="11524930" y="1106772"/>
                  <a:pt x="11476360" y="1085929"/>
                  <a:pt x="11422946" y="1055143"/>
                </a:cubicBezTo>
                <a:cubicBezTo>
                  <a:pt x="11369531" y="1024289"/>
                  <a:pt x="11327208" y="992610"/>
                  <a:pt x="11327208" y="992610"/>
                </a:cubicBezTo>
                <a:close/>
                <a:moveTo>
                  <a:pt x="12140914" y="953402"/>
                </a:moveTo>
                <a:cubicBezTo>
                  <a:pt x="12140914" y="953402"/>
                  <a:pt x="12153072" y="958597"/>
                  <a:pt x="12171908" y="967648"/>
                </a:cubicBezTo>
                <a:lnTo>
                  <a:pt x="12203753" y="984402"/>
                </a:lnTo>
                <a:lnTo>
                  <a:pt x="12203753" y="1048618"/>
                </a:lnTo>
                <a:lnTo>
                  <a:pt x="12146132" y="1012298"/>
                </a:lnTo>
                <a:cubicBezTo>
                  <a:pt x="12128867" y="1000522"/>
                  <a:pt x="12118286" y="992602"/>
                  <a:pt x="12118286" y="992602"/>
                </a:cubicBezTo>
                <a:close/>
                <a:moveTo>
                  <a:pt x="536848" y="801891"/>
                </a:moveTo>
                <a:lnTo>
                  <a:pt x="582102" y="801891"/>
                </a:lnTo>
                <a:cubicBezTo>
                  <a:pt x="582102" y="801891"/>
                  <a:pt x="588413" y="854413"/>
                  <a:pt x="588413" y="916111"/>
                </a:cubicBezTo>
                <a:cubicBezTo>
                  <a:pt x="588413" y="977810"/>
                  <a:pt x="582102" y="1030268"/>
                  <a:pt x="582102" y="1030268"/>
                </a:cubicBezTo>
                <a:lnTo>
                  <a:pt x="536848" y="1030268"/>
                </a:lnTo>
                <a:cubicBezTo>
                  <a:pt x="536848" y="1030268"/>
                  <a:pt x="530602" y="977747"/>
                  <a:pt x="530602" y="916111"/>
                </a:cubicBezTo>
                <a:cubicBezTo>
                  <a:pt x="530602" y="854476"/>
                  <a:pt x="536848" y="801891"/>
                  <a:pt x="536848" y="801891"/>
                </a:cubicBezTo>
                <a:close/>
                <a:moveTo>
                  <a:pt x="1327990" y="801883"/>
                </a:moveTo>
                <a:lnTo>
                  <a:pt x="1373245" y="801883"/>
                </a:lnTo>
                <a:cubicBezTo>
                  <a:pt x="1373245" y="801883"/>
                  <a:pt x="1379556" y="854404"/>
                  <a:pt x="1379556" y="916103"/>
                </a:cubicBezTo>
                <a:cubicBezTo>
                  <a:pt x="1379556" y="977801"/>
                  <a:pt x="1373245" y="1030260"/>
                  <a:pt x="1373245" y="1030260"/>
                </a:cubicBezTo>
                <a:lnTo>
                  <a:pt x="1327990" y="1030260"/>
                </a:lnTo>
                <a:cubicBezTo>
                  <a:pt x="1327990" y="1030260"/>
                  <a:pt x="1321744" y="977738"/>
                  <a:pt x="1321744" y="916103"/>
                </a:cubicBezTo>
                <a:cubicBezTo>
                  <a:pt x="1321744" y="854468"/>
                  <a:pt x="1327990" y="801883"/>
                  <a:pt x="1327990" y="801883"/>
                </a:cubicBezTo>
                <a:close/>
                <a:moveTo>
                  <a:pt x="2119119" y="801874"/>
                </a:moveTo>
                <a:lnTo>
                  <a:pt x="2164366" y="801874"/>
                </a:lnTo>
                <a:cubicBezTo>
                  <a:pt x="2164366" y="801874"/>
                  <a:pt x="2170679" y="854396"/>
                  <a:pt x="2170679" y="916094"/>
                </a:cubicBezTo>
                <a:cubicBezTo>
                  <a:pt x="2170679" y="977794"/>
                  <a:pt x="2164366" y="1030252"/>
                  <a:pt x="2164366" y="1030252"/>
                </a:cubicBezTo>
                <a:lnTo>
                  <a:pt x="2119119" y="1030252"/>
                </a:lnTo>
                <a:cubicBezTo>
                  <a:pt x="2119119" y="1030252"/>
                  <a:pt x="2112868" y="977730"/>
                  <a:pt x="2112868" y="916094"/>
                </a:cubicBezTo>
                <a:cubicBezTo>
                  <a:pt x="2112868" y="854460"/>
                  <a:pt x="2119119" y="801874"/>
                  <a:pt x="2119119" y="801874"/>
                </a:cubicBezTo>
                <a:close/>
                <a:moveTo>
                  <a:pt x="2910259" y="801866"/>
                </a:moveTo>
                <a:lnTo>
                  <a:pt x="2955512" y="801866"/>
                </a:lnTo>
                <a:cubicBezTo>
                  <a:pt x="2955512" y="801866"/>
                  <a:pt x="2961822" y="854387"/>
                  <a:pt x="2961822" y="916086"/>
                </a:cubicBezTo>
                <a:cubicBezTo>
                  <a:pt x="2961822" y="977785"/>
                  <a:pt x="2955512" y="1030243"/>
                  <a:pt x="2955512" y="1030243"/>
                </a:cubicBezTo>
                <a:lnTo>
                  <a:pt x="2910259" y="1030243"/>
                </a:lnTo>
                <a:cubicBezTo>
                  <a:pt x="2910259" y="1030243"/>
                  <a:pt x="2903952" y="977722"/>
                  <a:pt x="2903952" y="916086"/>
                </a:cubicBezTo>
                <a:cubicBezTo>
                  <a:pt x="2903952" y="854451"/>
                  <a:pt x="2910259" y="801866"/>
                  <a:pt x="2910259" y="801866"/>
                </a:cubicBezTo>
                <a:close/>
                <a:moveTo>
                  <a:pt x="3701387" y="801858"/>
                </a:moveTo>
                <a:lnTo>
                  <a:pt x="3746642" y="801858"/>
                </a:lnTo>
                <a:cubicBezTo>
                  <a:pt x="3746642" y="801858"/>
                  <a:pt x="3752953" y="854379"/>
                  <a:pt x="3752953" y="916078"/>
                </a:cubicBezTo>
                <a:cubicBezTo>
                  <a:pt x="3752953" y="977777"/>
                  <a:pt x="3746642" y="1030235"/>
                  <a:pt x="3746642" y="1030235"/>
                </a:cubicBezTo>
                <a:lnTo>
                  <a:pt x="3701387" y="1030235"/>
                </a:lnTo>
                <a:cubicBezTo>
                  <a:pt x="3701387" y="1030235"/>
                  <a:pt x="3695075" y="977714"/>
                  <a:pt x="3695075" y="916078"/>
                </a:cubicBezTo>
                <a:cubicBezTo>
                  <a:pt x="3695075" y="854443"/>
                  <a:pt x="3701387" y="801858"/>
                  <a:pt x="3701387" y="801858"/>
                </a:cubicBezTo>
                <a:close/>
                <a:moveTo>
                  <a:pt x="4492377" y="801849"/>
                </a:moveTo>
                <a:lnTo>
                  <a:pt x="4537632" y="801849"/>
                </a:lnTo>
                <a:cubicBezTo>
                  <a:pt x="4537632" y="801849"/>
                  <a:pt x="4543944" y="854370"/>
                  <a:pt x="4543944" y="916069"/>
                </a:cubicBezTo>
                <a:cubicBezTo>
                  <a:pt x="4543944" y="977768"/>
                  <a:pt x="4537632" y="1030227"/>
                  <a:pt x="4537632" y="1030227"/>
                </a:cubicBezTo>
                <a:lnTo>
                  <a:pt x="4492377" y="1030227"/>
                </a:lnTo>
                <a:cubicBezTo>
                  <a:pt x="4492377" y="1030227"/>
                  <a:pt x="4486128" y="977706"/>
                  <a:pt x="4486128" y="916069"/>
                </a:cubicBezTo>
                <a:cubicBezTo>
                  <a:pt x="4486128" y="854434"/>
                  <a:pt x="4492377" y="801849"/>
                  <a:pt x="4492377" y="801849"/>
                </a:cubicBezTo>
                <a:close/>
                <a:moveTo>
                  <a:pt x="5283517" y="801838"/>
                </a:moveTo>
                <a:lnTo>
                  <a:pt x="5328774" y="801838"/>
                </a:lnTo>
                <a:cubicBezTo>
                  <a:pt x="5328774" y="801838"/>
                  <a:pt x="5335084" y="854360"/>
                  <a:pt x="5335084" y="916059"/>
                </a:cubicBezTo>
                <a:cubicBezTo>
                  <a:pt x="5335084" y="977758"/>
                  <a:pt x="5328774" y="1030217"/>
                  <a:pt x="5328774" y="1030217"/>
                </a:cubicBezTo>
                <a:lnTo>
                  <a:pt x="5283517" y="1030217"/>
                </a:lnTo>
                <a:cubicBezTo>
                  <a:pt x="5283517" y="1030217"/>
                  <a:pt x="5277271" y="977695"/>
                  <a:pt x="5277271" y="916059"/>
                </a:cubicBezTo>
                <a:cubicBezTo>
                  <a:pt x="5277271" y="854424"/>
                  <a:pt x="5283517" y="801838"/>
                  <a:pt x="5283517" y="801838"/>
                </a:cubicBezTo>
                <a:close/>
                <a:moveTo>
                  <a:pt x="6074648" y="801832"/>
                </a:moveTo>
                <a:lnTo>
                  <a:pt x="6119901" y="801832"/>
                </a:lnTo>
                <a:cubicBezTo>
                  <a:pt x="6119901" y="801832"/>
                  <a:pt x="6126212" y="854354"/>
                  <a:pt x="6126212" y="916053"/>
                </a:cubicBezTo>
                <a:cubicBezTo>
                  <a:pt x="6126212" y="977752"/>
                  <a:pt x="6119901" y="1030210"/>
                  <a:pt x="6119901" y="1030210"/>
                </a:cubicBezTo>
                <a:lnTo>
                  <a:pt x="6074648" y="1030210"/>
                </a:lnTo>
                <a:cubicBezTo>
                  <a:pt x="6074648" y="1030210"/>
                  <a:pt x="6068400" y="977689"/>
                  <a:pt x="6068400" y="916053"/>
                </a:cubicBezTo>
                <a:cubicBezTo>
                  <a:pt x="6068400" y="854418"/>
                  <a:pt x="6074648" y="801832"/>
                  <a:pt x="6074648" y="801832"/>
                </a:cubicBezTo>
                <a:close/>
                <a:moveTo>
                  <a:pt x="6865787" y="801823"/>
                </a:moveTo>
                <a:lnTo>
                  <a:pt x="6910979" y="801823"/>
                </a:lnTo>
                <a:cubicBezTo>
                  <a:pt x="6910979" y="801823"/>
                  <a:pt x="6917290" y="854345"/>
                  <a:pt x="6917290" y="916044"/>
                </a:cubicBezTo>
                <a:cubicBezTo>
                  <a:pt x="6917290" y="977744"/>
                  <a:pt x="6910979" y="1030202"/>
                  <a:pt x="6910979" y="1030202"/>
                </a:cubicBezTo>
                <a:lnTo>
                  <a:pt x="6865787" y="1030202"/>
                </a:lnTo>
                <a:cubicBezTo>
                  <a:pt x="6865787" y="1030202"/>
                  <a:pt x="6859477" y="977681"/>
                  <a:pt x="6859477" y="916044"/>
                </a:cubicBezTo>
                <a:cubicBezTo>
                  <a:pt x="6859477" y="854409"/>
                  <a:pt x="6865787" y="801823"/>
                  <a:pt x="6865787" y="801823"/>
                </a:cubicBezTo>
                <a:close/>
                <a:moveTo>
                  <a:pt x="7656865" y="801815"/>
                </a:moveTo>
                <a:lnTo>
                  <a:pt x="7702121" y="801815"/>
                </a:lnTo>
                <a:cubicBezTo>
                  <a:pt x="7702121" y="801815"/>
                  <a:pt x="7708431" y="854337"/>
                  <a:pt x="7708431" y="916036"/>
                </a:cubicBezTo>
                <a:cubicBezTo>
                  <a:pt x="7708431" y="977736"/>
                  <a:pt x="7702121" y="1030194"/>
                  <a:pt x="7702121" y="1030194"/>
                </a:cubicBezTo>
                <a:lnTo>
                  <a:pt x="7656865" y="1030194"/>
                </a:lnTo>
                <a:cubicBezTo>
                  <a:pt x="7656865" y="1030194"/>
                  <a:pt x="7650619" y="977673"/>
                  <a:pt x="7650619" y="916036"/>
                </a:cubicBezTo>
                <a:cubicBezTo>
                  <a:pt x="7650619" y="854401"/>
                  <a:pt x="7656865" y="801815"/>
                  <a:pt x="7656865" y="801815"/>
                </a:cubicBezTo>
                <a:close/>
                <a:moveTo>
                  <a:pt x="8448006" y="801806"/>
                </a:moveTo>
                <a:lnTo>
                  <a:pt x="8493262" y="801806"/>
                </a:lnTo>
                <a:cubicBezTo>
                  <a:pt x="8493262" y="801806"/>
                  <a:pt x="8499508" y="854328"/>
                  <a:pt x="8499508" y="916028"/>
                </a:cubicBezTo>
                <a:cubicBezTo>
                  <a:pt x="8499508" y="977727"/>
                  <a:pt x="8493262" y="1030186"/>
                  <a:pt x="8493262" y="1030186"/>
                </a:cubicBezTo>
                <a:lnTo>
                  <a:pt x="8448006" y="1030186"/>
                </a:lnTo>
                <a:cubicBezTo>
                  <a:pt x="8448006" y="1030186"/>
                  <a:pt x="8441760" y="977664"/>
                  <a:pt x="8441760" y="916028"/>
                </a:cubicBezTo>
                <a:cubicBezTo>
                  <a:pt x="8441760" y="854392"/>
                  <a:pt x="8448006" y="801806"/>
                  <a:pt x="8448006" y="801806"/>
                </a:cubicBezTo>
                <a:close/>
                <a:moveTo>
                  <a:pt x="9239147" y="801798"/>
                </a:moveTo>
                <a:lnTo>
                  <a:pt x="9284403" y="801798"/>
                </a:lnTo>
                <a:cubicBezTo>
                  <a:pt x="9284403" y="801798"/>
                  <a:pt x="9290649" y="854320"/>
                  <a:pt x="9290649" y="916019"/>
                </a:cubicBezTo>
                <a:cubicBezTo>
                  <a:pt x="9290649" y="977719"/>
                  <a:pt x="9284403" y="1030178"/>
                  <a:pt x="9284403" y="1030178"/>
                </a:cubicBezTo>
                <a:lnTo>
                  <a:pt x="9239147" y="1030178"/>
                </a:lnTo>
                <a:cubicBezTo>
                  <a:pt x="9239147" y="1030178"/>
                  <a:pt x="9232901" y="977656"/>
                  <a:pt x="9232901" y="916019"/>
                </a:cubicBezTo>
                <a:cubicBezTo>
                  <a:pt x="9232901" y="854384"/>
                  <a:pt x="9239147" y="801798"/>
                  <a:pt x="9239147" y="801798"/>
                </a:cubicBezTo>
                <a:close/>
                <a:moveTo>
                  <a:pt x="10030289" y="801790"/>
                </a:moveTo>
                <a:lnTo>
                  <a:pt x="10075481" y="801790"/>
                </a:lnTo>
                <a:cubicBezTo>
                  <a:pt x="10075481" y="801790"/>
                  <a:pt x="10081791" y="854311"/>
                  <a:pt x="10081791" y="916011"/>
                </a:cubicBezTo>
                <a:cubicBezTo>
                  <a:pt x="10081791" y="977711"/>
                  <a:pt x="10075481" y="1030170"/>
                  <a:pt x="10075481" y="1030170"/>
                </a:cubicBezTo>
                <a:lnTo>
                  <a:pt x="10030289" y="1030170"/>
                </a:lnTo>
                <a:cubicBezTo>
                  <a:pt x="10030289" y="1030170"/>
                  <a:pt x="10023979" y="977648"/>
                  <a:pt x="10023979" y="916011"/>
                </a:cubicBezTo>
                <a:cubicBezTo>
                  <a:pt x="10023979" y="854375"/>
                  <a:pt x="10030289" y="801790"/>
                  <a:pt x="10030289" y="801790"/>
                </a:cubicBezTo>
                <a:close/>
                <a:moveTo>
                  <a:pt x="10821367" y="801781"/>
                </a:moveTo>
                <a:lnTo>
                  <a:pt x="10866623" y="801781"/>
                </a:lnTo>
                <a:cubicBezTo>
                  <a:pt x="10866623" y="801781"/>
                  <a:pt x="10872933" y="854303"/>
                  <a:pt x="10872933" y="916003"/>
                </a:cubicBezTo>
                <a:cubicBezTo>
                  <a:pt x="10872933" y="977703"/>
                  <a:pt x="10866623" y="1030161"/>
                  <a:pt x="10866623" y="1030161"/>
                </a:cubicBezTo>
                <a:lnTo>
                  <a:pt x="10821367" y="1030161"/>
                </a:lnTo>
                <a:cubicBezTo>
                  <a:pt x="10821367" y="1030161"/>
                  <a:pt x="10815121" y="977640"/>
                  <a:pt x="10815121" y="916003"/>
                </a:cubicBezTo>
                <a:cubicBezTo>
                  <a:pt x="10815121" y="854367"/>
                  <a:pt x="10821367" y="801781"/>
                  <a:pt x="10821367" y="801781"/>
                </a:cubicBezTo>
                <a:close/>
                <a:moveTo>
                  <a:pt x="11612508" y="801773"/>
                </a:moveTo>
                <a:lnTo>
                  <a:pt x="11657764" y="801773"/>
                </a:lnTo>
                <a:cubicBezTo>
                  <a:pt x="11657764" y="801773"/>
                  <a:pt x="11664075" y="854294"/>
                  <a:pt x="11664075" y="915994"/>
                </a:cubicBezTo>
                <a:cubicBezTo>
                  <a:pt x="11664075" y="977694"/>
                  <a:pt x="11657764" y="1030153"/>
                  <a:pt x="11657764" y="1030153"/>
                </a:cubicBezTo>
                <a:lnTo>
                  <a:pt x="11612508" y="1030153"/>
                </a:lnTo>
                <a:cubicBezTo>
                  <a:pt x="11612508" y="1030153"/>
                  <a:pt x="11606262" y="977631"/>
                  <a:pt x="11606262" y="915994"/>
                </a:cubicBezTo>
                <a:cubicBezTo>
                  <a:pt x="11606262" y="854359"/>
                  <a:pt x="11612508" y="801773"/>
                  <a:pt x="11612508" y="801773"/>
                </a:cubicBezTo>
                <a:close/>
                <a:moveTo>
                  <a:pt x="0" y="788981"/>
                </a:moveTo>
                <a:lnTo>
                  <a:pt x="48559" y="819613"/>
                </a:lnTo>
                <a:cubicBezTo>
                  <a:pt x="65816" y="831389"/>
                  <a:pt x="76396" y="839308"/>
                  <a:pt x="76396" y="839308"/>
                </a:cubicBezTo>
                <a:lnTo>
                  <a:pt x="53769" y="878509"/>
                </a:lnTo>
                <a:cubicBezTo>
                  <a:pt x="53769" y="878509"/>
                  <a:pt x="41611" y="873298"/>
                  <a:pt x="22784" y="864239"/>
                </a:cubicBezTo>
                <a:lnTo>
                  <a:pt x="0" y="852250"/>
                </a:lnTo>
                <a:close/>
                <a:moveTo>
                  <a:pt x="12203753" y="783229"/>
                </a:moveTo>
                <a:lnTo>
                  <a:pt x="12203753" y="847444"/>
                </a:lnTo>
                <a:lnTo>
                  <a:pt x="12171908" y="864199"/>
                </a:lnTo>
                <a:cubicBezTo>
                  <a:pt x="12153072" y="873250"/>
                  <a:pt x="12140914" y="878445"/>
                  <a:pt x="12140914" y="878445"/>
                </a:cubicBezTo>
                <a:lnTo>
                  <a:pt x="12118286" y="839244"/>
                </a:lnTo>
                <a:cubicBezTo>
                  <a:pt x="12118286" y="839244"/>
                  <a:pt x="12128867" y="831325"/>
                  <a:pt x="12146132" y="819549"/>
                </a:cubicBezTo>
                <a:close/>
                <a:moveTo>
                  <a:pt x="449268" y="725215"/>
                </a:moveTo>
                <a:lnTo>
                  <a:pt x="471896" y="764414"/>
                </a:lnTo>
                <a:cubicBezTo>
                  <a:pt x="471896" y="764414"/>
                  <a:pt x="429574" y="796092"/>
                  <a:pt x="376162" y="826941"/>
                </a:cubicBezTo>
                <a:cubicBezTo>
                  <a:pt x="322748" y="857791"/>
                  <a:pt x="274116" y="878571"/>
                  <a:pt x="274116" y="878571"/>
                </a:cubicBezTo>
                <a:lnTo>
                  <a:pt x="251487" y="839370"/>
                </a:lnTo>
                <a:lnTo>
                  <a:pt x="251551" y="839370"/>
                </a:lnTo>
                <a:cubicBezTo>
                  <a:pt x="251551" y="839370"/>
                  <a:pt x="293874" y="807692"/>
                  <a:pt x="347288" y="776843"/>
                </a:cubicBezTo>
                <a:cubicBezTo>
                  <a:pt x="400701" y="745993"/>
                  <a:pt x="449268" y="725215"/>
                  <a:pt x="449268" y="725215"/>
                </a:cubicBezTo>
                <a:close/>
                <a:moveTo>
                  <a:pt x="1240476" y="725206"/>
                </a:moveTo>
                <a:lnTo>
                  <a:pt x="1263103" y="764405"/>
                </a:lnTo>
                <a:cubicBezTo>
                  <a:pt x="1263103" y="764405"/>
                  <a:pt x="1220781" y="796084"/>
                  <a:pt x="1167366" y="826933"/>
                </a:cubicBezTo>
                <a:cubicBezTo>
                  <a:pt x="1113950" y="857783"/>
                  <a:pt x="1065317" y="878563"/>
                  <a:pt x="1065317" y="878563"/>
                </a:cubicBezTo>
                <a:lnTo>
                  <a:pt x="1042681" y="839362"/>
                </a:lnTo>
                <a:cubicBezTo>
                  <a:pt x="1042681" y="839362"/>
                  <a:pt x="1085014" y="807684"/>
                  <a:pt x="1138427" y="776834"/>
                </a:cubicBezTo>
                <a:cubicBezTo>
                  <a:pt x="1191840" y="745985"/>
                  <a:pt x="1240476" y="725206"/>
                  <a:pt x="1240476" y="725206"/>
                </a:cubicBezTo>
                <a:close/>
                <a:moveTo>
                  <a:pt x="2031546" y="725198"/>
                </a:moveTo>
                <a:lnTo>
                  <a:pt x="2054176" y="764397"/>
                </a:lnTo>
                <a:cubicBezTo>
                  <a:pt x="2054176" y="764397"/>
                  <a:pt x="2011851" y="796075"/>
                  <a:pt x="1958440" y="826925"/>
                </a:cubicBezTo>
                <a:cubicBezTo>
                  <a:pt x="1905024" y="857774"/>
                  <a:pt x="1856390" y="878554"/>
                  <a:pt x="1856390" y="878554"/>
                </a:cubicBezTo>
                <a:lnTo>
                  <a:pt x="1833765" y="839354"/>
                </a:lnTo>
                <a:cubicBezTo>
                  <a:pt x="1833765" y="839354"/>
                  <a:pt x="1876088" y="807676"/>
                  <a:pt x="1929500" y="776826"/>
                </a:cubicBezTo>
                <a:cubicBezTo>
                  <a:pt x="1982915" y="745976"/>
                  <a:pt x="2031546" y="725198"/>
                  <a:pt x="2031546" y="725198"/>
                </a:cubicBezTo>
                <a:close/>
                <a:moveTo>
                  <a:pt x="2822677" y="725189"/>
                </a:moveTo>
                <a:lnTo>
                  <a:pt x="2845305" y="764388"/>
                </a:lnTo>
                <a:cubicBezTo>
                  <a:pt x="2845305" y="764388"/>
                  <a:pt x="2802981" y="796067"/>
                  <a:pt x="2749571" y="826916"/>
                </a:cubicBezTo>
                <a:cubicBezTo>
                  <a:pt x="2696153" y="857766"/>
                  <a:pt x="2647521" y="878546"/>
                  <a:pt x="2647521" y="878546"/>
                </a:cubicBezTo>
                <a:lnTo>
                  <a:pt x="2624892" y="839345"/>
                </a:lnTo>
                <a:cubicBezTo>
                  <a:pt x="2624892" y="839345"/>
                  <a:pt x="2667217" y="807667"/>
                  <a:pt x="2720633" y="776817"/>
                </a:cubicBezTo>
                <a:cubicBezTo>
                  <a:pt x="2774046" y="745968"/>
                  <a:pt x="2822677" y="725189"/>
                  <a:pt x="2822677" y="725189"/>
                </a:cubicBezTo>
                <a:close/>
                <a:moveTo>
                  <a:pt x="3613742" y="725180"/>
                </a:moveTo>
                <a:lnTo>
                  <a:pt x="3636372" y="764380"/>
                </a:lnTo>
                <a:cubicBezTo>
                  <a:pt x="3636372" y="764380"/>
                  <a:pt x="3594049" y="796058"/>
                  <a:pt x="3540639" y="826908"/>
                </a:cubicBezTo>
                <a:cubicBezTo>
                  <a:pt x="3487224" y="857758"/>
                  <a:pt x="3438588" y="878537"/>
                  <a:pt x="3438588" y="878537"/>
                </a:cubicBezTo>
                <a:lnTo>
                  <a:pt x="3415959" y="839337"/>
                </a:lnTo>
                <a:lnTo>
                  <a:pt x="3416027" y="839337"/>
                </a:lnTo>
                <a:cubicBezTo>
                  <a:pt x="3416027" y="839337"/>
                  <a:pt x="3458348" y="807659"/>
                  <a:pt x="3511767" y="776809"/>
                </a:cubicBezTo>
                <a:cubicBezTo>
                  <a:pt x="3565177" y="745959"/>
                  <a:pt x="3613742" y="725180"/>
                  <a:pt x="3613742" y="725180"/>
                </a:cubicBezTo>
                <a:close/>
                <a:moveTo>
                  <a:pt x="4404792" y="725172"/>
                </a:moveTo>
                <a:lnTo>
                  <a:pt x="4427424" y="764371"/>
                </a:lnTo>
                <a:cubicBezTo>
                  <a:pt x="4427424" y="764371"/>
                  <a:pt x="4385099" y="796050"/>
                  <a:pt x="4331686" y="826899"/>
                </a:cubicBezTo>
                <a:cubicBezTo>
                  <a:pt x="4278272" y="857749"/>
                  <a:pt x="4229635" y="878529"/>
                  <a:pt x="4229635" y="878529"/>
                </a:cubicBezTo>
                <a:lnTo>
                  <a:pt x="4207009" y="839328"/>
                </a:lnTo>
                <a:lnTo>
                  <a:pt x="4207074" y="839328"/>
                </a:lnTo>
                <a:cubicBezTo>
                  <a:pt x="4207074" y="839328"/>
                  <a:pt x="4249395" y="807651"/>
                  <a:pt x="4302809" y="776800"/>
                </a:cubicBezTo>
                <a:cubicBezTo>
                  <a:pt x="4356222" y="745951"/>
                  <a:pt x="4404792" y="725172"/>
                  <a:pt x="4404792" y="725172"/>
                </a:cubicBezTo>
                <a:close/>
                <a:moveTo>
                  <a:pt x="669795" y="725169"/>
                </a:moveTo>
                <a:lnTo>
                  <a:pt x="678178" y="728884"/>
                </a:lnTo>
                <a:cubicBezTo>
                  <a:pt x="694360" y="736189"/>
                  <a:pt x="731732" y="753685"/>
                  <a:pt x="771792" y="776775"/>
                </a:cubicBezTo>
                <a:cubicBezTo>
                  <a:pt x="825204" y="807624"/>
                  <a:pt x="867526" y="839302"/>
                  <a:pt x="867526" y="839302"/>
                </a:cubicBezTo>
                <a:lnTo>
                  <a:pt x="844900" y="878503"/>
                </a:lnTo>
                <a:cubicBezTo>
                  <a:pt x="844900" y="878503"/>
                  <a:pt x="796268" y="857660"/>
                  <a:pt x="742918" y="826873"/>
                </a:cubicBezTo>
                <a:cubicBezTo>
                  <a:pt x="689504" y="796024"/>
                  <a:pt x="647181" y="764346"/>
                  <a:pt x="647181" y="764346"/>
                </a:cubicBezTo>
                <a:close/>
                <a:moveTo>
                  <a:pt x="5195941" y="725163"/>
                </a:moveTo>
                <a:lnTo>
                  <a:pt x="5218566" y="764363"/>
                </a:lnTo>
                <a:cubicBezTo>
                  <a:pt x="5218566" y="764363"/>
                  <a:pt x="5176242" y="796042"/>
                  <a:pt x="5122827" y="826891"/>
                </a:cubicBezTo>
                <a:cubicBezTo>
                  <a:pt x="5069416" y="857741"/>
                  <a:pt x="5020783" y="878520"/>
                  <a:pt x="5020783" y="878520"/>
                </a:cubicBezTo>
                <a:lnTo>
                  <a:pt x="4998155" y="839320"/>
                </a:lnTo>
                <a:lnTo>
                  <a:pt x="4998215" y="839320"/>
                </a:lnTo>
                <a:cubicBezTo>
                  <a:pt x="4998215" y="839320"/>
                  <a:pt x="5040542" y="807642"/>
                  <a:pt x="5093953" y="776792"/>
                </a:cubicBezTo>
                <a:cubicBezTo>
                  <a:pt x="5147369" y="745942"/>
                  <a:pt x="5195941" y="725163"/>
                  <a:pt x="5195941" y="725163"/>
                </a:cubicBezTo>
                <a:close/>
                <a:moveTo>
                  <a:pt x="1460873" y="725161"/>
                </a:moveTo>
                <a:lnTo>
                  <a:pt x="1469257" y="728875"/>
                </a:lnTo>
                <a:cubicBezTo>
                  <a:pt x="1485439" y="736181"/>
                  <a:pt x="1522810" y="753677"/>
                  <a:pt x="1562870" y="776766"/>
                </a:cubicBezTo>
                <a:cubicBezTo>
                  <a:pt x="1616284" y="807616"/>
                  <a:pt x="1658607" y="839294"/>
                  <a:pt x="1658607" y="839294"/>
                </a:cubicBezTo>
                <a:lnTo>
                  <a:pt x="1635980" y="878494"/>
                </a:lnTo>
                <a:cubicBezTo>
                  <a:pt x="1635980" y="878494"/>
                  <a:pt x="1587348" y="857651"/>
                  <a:pt x="1533999" y="826865"/>
                </a:cubicBezTo>
                <a:cubicBezTo>
                  <a:pt x="1480583" y="796015"/>
                  <a:pt x="1438259" y="764337"/>
                  <a:pt x="1438259" y="764337"/>
                </a:cubicBezTo>
                <a:close/>
                <a:moveTo>
                  <a:pt x="5987007" y="725155"/>
                </a:moveTo>
                <a:lnTo>
                  <a:pt x="6009633" y="764354"/>
                </a:lnTo>
                <a:cubicBezTo>
                  <a:pt x="6009633" y="764354"/>
                  <a:pt x="5967311" y="796033"/>
                  <a:pt x="5913898" y="826882"/>
                </a:cubicBezTo>
                <a:cubicBezTo>
                  <a:pt x="5860482" y="857732"/>
                  <a:pt x="5811850" y="878512"/>
                  <a:pt x="5811850" y="878512"/>
                </a:cubicBezTo>
                <a:lnTo>
                  <a:pt x="5789224" y="839311"/>
                </a:lnTo>
                <a:lnTo>
                  <a:pt x="5789287" y="839311"/>
                </a:lnTo>
                <a:cubicBezTo>
                  <a:pt x="5789287" y="839311"/>
                  <a:pt x="5831610" y="807634"/>
                  <a:pt x="5885024" y="776783"/>
                </a:cubicBezTo>
                <a:cubicBezTo>
                  <a:pt x="5938437" y="745933"/>
                  <a:pt x="5987007" y="725155"/>
                  <a:pt x="5987007" y="725155"/>
                </a:cubicBezTo>
                <a:close/>
                <a:moveTo>
                  <a:pt x="2252000" y="725152"/>
                </a:moveTo>
                <a:lnTo>
                  <a:pt x="2260383" y="728867"/>
                </a:lnTo>
                <a:cubicBezTo>
                  <a:pt x="2276564" y="736172"/>
                  <a:pt x="2313933" y="753668"/>
                  <a:pt x="2353993" y="776758"/>
                </a:cubicBezTo>
                <a:cubicBezTo>
                  <a:pt x="2407411" y="807607"/>
                  <a:pt x="2449735" y="839285"/>
                  <a:pt x="2449735" y="839285"/>
                </a:cubicBezTo>
                <a:lnTo>
                  <a:pt x="2427108" y="878486"/>
                </a:lnTo>
                <a:cubicBezTo>
                  <a:pt x="2427108" y="878486"/>
                  <a:pt x="2378472" y="857643"/>
                  <a:pt x="2325122" y="826856"/>
                </a:cubicBezTo>
                <a:cubicBezTo>
                  <a:pt x="2271708" y="796007"/>
                  <a:pt x="2229387" y="764329"/>
                  <a:pt x="2229387" y="764329"/>
                </a:cubicBezTo>
                <a:close/>
                <a:moveTo>
                  <a:pt x="669744" y="725147"/>
                </a:moveTo>
                <a:lnTo>
                  <a:pt x="669808" y="725147"/>
                </a:lnTo>
                <a:lnTo>
                  <a:pt x="669795" y="725169"/>
                </a:lnTo>
                <a:close/>
                <a:moveTo>
                  <a:pt x="6778210" y="725146"/>
                </a:moveTo>
                <a:lnTo>
                  <a:pt x="6800772" y="764346"/>
                </a:lnTo>
                <a:cubicBezTo>
                  <a:pt x="6800772" y="764346"/>
                  <a:pt x="6758449" y="796024"/>
                  <a:pt x="6705035" y="826874"/>
                </a:cubicBezTo>
                <a:cubicBezTo>
                  <a:pt x="6651621" y="857724"/>
                  <a:pt x="6603052" y="878504"/>
                  <a:pt x="6603052" y="878504"/>
                </a:cubicBezTo>
                <a:lnTo>
                  <a:pt x="6580424" y="839303"/>
                </a:lnTo>
                <a:cubicBezTo>
                  <a:pt x="6580424" y="839303"/>
                  <a:pt x="6622747" y="807625"/>
                  <a:pt x="6676161" y="776775"/>
                </a:cubicBezTo>
                <a:cubicBezTo>
                  <a:pt x="6729575" y="745925"/>
                  <a:pt x="6778210" y="725146"/>
                  <a:pt x="6778210" y="725146"/>
                </a:cubicBezTo>
                <a:close/>
                <a:moveTo>
                  <a:pt x="3043144" y="725143"/>
                </a:moveTo>
                <a:lnTo>
                  <a:pt x="3051523" y="728858"/>
                </a:lnTo>
                <a:cubicBezTo>
                  <a:pt x="3067710" y="736163"/>
                  <a:pt x="3105083" y="753660"/>
                  <a:pt x="3145144" y="776749"/>
                </a:cubicBezTo>
                <a:cubicBezTo>
                  <a:pt x="3198544" y="807599"/>
                  <a:pt x="3240871" y="839277"/>
                  <a:pt x="3240871" y="839277"/>
                </a:cubicBezTo>
                <a:lnTo>
                  <a:pt x="3218243" y="878478"/>
                </a:lnTo>
                <a:cubicBezTo>
                  <a:pt x="3218243" y="878478"/>
                  <a:pt x="3169618" y="857635"/>
                  <a:pt x="3116268" y="826848"/>
                </a:cubicBezTo>
                <a:cubicBezTo>
                  <a:pt x="3062852" y="795998"/>
                  <a:pt x="3020525" y="764320"/>
                  <a:pt x="3020525" y="764320"/>
                </a:cubicBezTo>
                <a:close/>
                <a:moveTo>
                  <a:pt x="1460821" y="725138"/>
                </a:moveTo>
                <a:lnTo>
                  <a:pt x="1460890" y="725138"/>
                </a:lnTo>
                <a:lnTo>
                  <a:pt x="1460873" y="725161"/>
                </a:lnTo>
                <a:close/>
                <a:moveTo>
                  <a:pt x="7569286" y="725137"/>
                </a:moveTo>
                <a:lnTo>
                  <a:pt x="7591913" y="764337"/>
                </a:lnTo>
                <a:cubicBezTo>
                  <a:pt x="7591913" y="764337"/>
                  <a:pt x="7549590" y="796016"/>
                  <a:pt x="7496176" y="826865"/>
                </a:cubicBezTo>
                <a:cubicBezTo>
                  <a:pt x="7442762" y="857715"/>
                  <a:pt x="7394128" y="878495"/>
                  <a:pt x="7394128" y="878495"/>
                </a:cubicBezTo>
                <a:lnTo>
                  <a:pt x="7371564" y="839294"/>
                </a:lnTo>
                <a:cubicBezTo>
                  <a:pt x="7371564" y="839294"/>
                  <a:pt x="7413887" y="807616"/>
                  <a:pt x="7467302" y="776766"/>
                </a:cubicBezTo>
                <a:cubicBezTo>
                  <a:pt x="7520716" y="745916"/>
                  <a:pt x="7569286" y="725137"/>
                  <a:pt x="7569286" y="725137"/>
                </a:cubicBezTo>
                <a:close/>
                <a:moveTo>
                  <a:pt x="3834266" y="725135"/>
                </a:moveTo>
                <a:lnTo>
                  <a:pt x="3842651" y="728850"/>
                </a:lnTo>
                <a:cubicBezTo>
                  <a:pt x="3858829" y="736155"/>
                  <a:pt x="3896202" y="753651"/>
                  <a:pt x="3936263" y="776740"/>
                </a:cubicBezTo>
                <a:cubicBezTo>
                  <a:pt x="3989670" y="807591"/>
                  <a:pt x="4031992" y="839268"/>
                  <a:pt x="4031992" y="839268"/>
                </a:cubicBezTo>
                <a:lnTo>
                  <a:pt x="4009366" y="878469"/>
                </a:lnTo>
                <a:cubicBezTo>
                  <a:pt x="4009366" y="878469"/>
                  <a:pt x="3960740" y="857626"/>
                  <a:pt x="3907391" y="826839"/>
                </a:cubicBezTo>
                <a:cubicBezTo>
                  <a:pt x="3853972" y="795990"/>
                  <a:pt x="3811651" y="764311"/>
                  <a:pt x="3811651" y="764311"/>
                </a:cubicBezTo>
                <a:close/>
                <a:moveTo>
                  <a:pt x="8360428" y="725129"/>
                </a:moveTo>
                <a:lnTo>
                  <a:pt x="8383056" y="764328"/>
                </a:lnTo>
                <a:cubicBezTo>
                  <a:pt x="8383056" y="764328"/>
                  <a:pt x="8340732" y="796007"/>
                  <a:pt x="8287318" y="826857"/>
                </a:cubicBezTo>
                <a:cubicBezTo>
                  <a:pt x="8233904" y="857707"/>
                  <a:pt x="8185270" y="878487"/>
                  <a:pt x="8185270" y="878487"/>
                </a:cubicBezTo>
                <a:lnTo>
                  <a:pt x="8162642" y="839286"/>
                </a:lnTo>
                <a:cubicBezTo>
                  <a:pt x="8162642" y="839286"/>
                  <a:pt x="8204965" y="807608"/>
                  <a:pt x="8258380" y="776757"/>
                </a:cubicBezTo>
                <a:cubicBezTo>
                  <a:pt x="8311794" y="745908"/>
                  <a:pt x="8360428" y="725129"/>
                  <a:pt x="8360428" y="725129"/>
                </a:cubicBezTo>
                <a:close/>
                <a:moveTo>
                  <a:pt x="2251951" y="725129"/>
                </a:moveTo>
                <a:lnTo>
                  <a:pt x="2252012" y="725129"/>
                </a:lnTo>
                <a:lnTo>
                  <a:pt x="2252000" y="725152"/>
                </a:lnTo>
                <a:close/>
                <a:moveTo>
                  <a:pt x="4625259" y="725126"/>
                </a:moveTo>
                <a:lnTo>
                  <a:pt x="4633642" y="728841"/>
                </a:lnTo>
                <a:cubicBezTo>
                  <a:pt x="4649825" y="736146"/>
                  <a:pt x="4687193" y="753642"/>
                  <a:pt x="4727254" y="776732"/>
                </a:cubicBezTo>
                <a:cubicBezTo>
                  <a:pt x="4780668" y="807582"/>
                  <a:pt x="4822988" y="839260"/>
                  <a:pt x="4822988" y="839260"/>
                </a:cubicBezTo>
                <a:lnTo>
                  <a:pt x="4800366" y="878461"/>
                </a:lnTo>
                <a:cubicBezTo>
                  <a:pt x="4800366" y="878461"/>
                  <a:pt x="4751795" y="857618"/>
                  <a:pt x="4698380" y="826831"/>
                </a:cubicBezTo>
                <a:cubicBezTo>
                  <a:pt x="4644967" y="795982"/>
                  <a:pt x="4602649" y="764303"/>
                  <a:pt x="4602649" y="764303"/>
                </a:cubicBezTo>
                <a:close/>
                <a:moveTo>
                  <a:pt x="3043094" y="725121"/>
                </a:moveTo>
                <a:lnTo>
                  <a:pt x="3043156" y="725121"/>
                </a:lnTo>
                <a:lnTo>
                  <a:pt x="3043144" y="725143"/>
                </a:lnTo>
                <a:close/>
                <a:moveTo>
                  <a:pt x="9151570" y="725120"/>
                </a:moveTo>
                <a:lnTo>
                  <a:pt x="9174198" y="764320"/>
                </a:lnTo>
                <a:cubicBezTo>
                  <a:pt x="9174198" y="764320"/>
                  <a:pt x="9131874" y="795999"/>
                  <a:pt x="9078460" y="826848"/>
                </a:cubicBezTo>
                <a:cubicBezTo>
                  <a:pt x="9025046" y="857699"/>
                  <a:pt x="8976412" y="878478"/>
                  <a:pt x="8976412" y="878478"/>
                </a:cubicBezTo>
                <a:lnTo>
                  <a:pt x="8953784" y="839277"/>
                </a:lnTo>
                <a:cubicBezTo>
                  <a:pt x="8953784" y="839277"/>
                  <a:pt x="8996107" y="807599"/>
                  <a:pt x="9049522" y="776749"/>
                </a:cubicBezTo>
                <a:cubicBezTo>
                  <a:pt x="9102936" y="745899"/>
                  <a:pt x="9151570" y="725120"/>
                  <a:pt x="9151570" y="725120"/>
                </a:cubicBezTo>
                <a:close/>
                <a:moveTo>
                  <a:pt x="5416402" y="725117"/>
                </a:moveTo>
                <a:lnTo>
                  <a:pt x="5424781" y="728833"/>
                </a:lnTo>
                <a:cubicBezTo>
                  <a:pt x="5440965" y="736138"/>
                  <a:pt x="5478335" y="753634"/>
                  <a:pt x="5518395" y="776723"/>
                </a:cubicBezTo>
                <a:cubicBezTo>
                  <a:pt x="5571809" y="807574"/>
                  <a:pt x="5614131" y="839251"/>
                  <a:pt x="5614131" y="839251"/>
                </a:cubicBezTo>
                <a:lnTo>
                  <a:pt x="5591504" y="878452"/>
                </a:lnTo>
                <a:cubicBezTo>
                  <a:pt x="5591504" y="878452"/>
                  <a:pt x="5542935" y="857609"/>
                  <a:pt x="5489521" y="826822"/>
                </a:cubicBezTo>
                <a:cubicBezTo>
                  <a:pt x="5436110" y="795973"/>
                  <a:pt x="5393787" y="764294"/>
                  <a:pt x="5393787" y="764294"/>
                </a:cubicBezTo>
                <a:close/>
                <a:moveTo>
                  <a:pt x="9942711" y="725112"/>
                </a:moveTo>
                <a:lnTo>
                  <a:pt x="9965275" y="764311"/>
                </a:lnTo>
                <a:cubicBezTo>
                  <a:pt x="9965275" y="764311"/>
                  <a:pt x="9922951" y="795990"/>
                  <a:pt x="9869601" y="826840"/>
                </a:cubicBezTo>
                <a:cubicBezTo>
                  <a:pt x="9816123" y="857690"/>
                  <a:pt x="9767553" y="878470"/>
                  <a:pt x="9767553" y="878470"/>
                </a:cubicBezTo>
                <a:lnTo>
                  <a:pt x="9744925" y="839269"/>
                </a:lnTo>
                <a:cubicBezTo>
                  <a:pt x="9744925" y="839269"/>
                  <a:pt x="9787248" y="807591"/>
                  <a:pt x="9840663" y="776740"/>
                </a:cubicBezTo>
                <a:cubicBezTo>
                  <a:pt x="9894077" y="745891"/>
                  <a:pt x="9942711" y="725112"/>
                  <a:pt x="9942711" y="725112"/>
                </a:cubicBezTo>
                <a:close/>
                <a:moveTo>
                  <a:pt x="3834218" y="725112"/>
                </a:moveTo>
                <a:lnTo>
                  <a:pt x="3834279" y="725112"/>
                </a:lnTo>
                <a:lnTo>
                  <a:pt x="3834266" y="725135"/>
                </a:lnTo>
                <a:close/>
                <a:moveTo>
                  <a:pt x="4625211" y="725104"/>
                </a:moveTo>
                <a:lnTo>
                  <a:pt x="4625271" y="725104"/>
                </a:lnTo>
                <a:lnTo>
                  <a:pt x="4625259" y="725126"/>
                </a:lnTo>
                <a:close/>
                <a:moveTo>
                  <a:pt x="10733788" y="725103"/>
                </a:moveTo>
                <a:lnTo>
                  <a:pt x="10756416" y="764303"/>
                </a:lnTo>
                <a:cubicBezTo>
                  <a:pt x="10756416" y="764303"/>
                  <a:pt x="10714092" y="795982"/>
                  <a:pt x="10660678" y="826832"/>
                </a:cubicBezTo>
                <a:cubicBezTo>
                  <a:pt x="10607264" y="857682"/>
                  <a:pt x="10558630" y="878462"/>
                  <a:pt x="10558630" y="878462"/>
                </a:cubicBezTo>
                <a:lnTo>
                  <a:pt x="10536066" y="839261"/>
                </a:lnTo>
                <a:cubicBezTo>
                  <a:pt x="10536066" y="839261"/>
                  <a:pt x="10578389" y="807583"/>
                  <a:pt x="10631804" y="776732"/>
                </a:cubicBezTo>
                <a:cubicBezTo>
                  <a:pt x="10685218" y="745882"/>
                  <a:pt x="10733788" y="725103"/>
                  <a:pt x="10733788" y="725103"/>
                </a:cubicBezTo>
                <a:close/>
                <a:moveTo>
                  <a:pt x="5416352" y="725095"/>
                </a:moveTo>
                <a:lnTo>
                  <a:pt x="5416414" y="725095"/>
                </a:lnTo>
                <a:lnTo>
                  <a:pt x="5416402" y="725117"/>
                </a:lnTo>
                <a:close/>
                <a:moveTo>
                  <a:pt x="11524930" y="725094"/>
                </a:moveTo>
                <a:lnTo>
                  <a:pt x="11547558" y="764294"/>
                </a:lnTo>
                <a:cubicBezTo>
                  <a:pt x="11547558" y="764294"/>
                  <a:pt x="11505234" y="795973"/>
                  <a:pt x="11451820" y="826823"/>
                </a:cubicBezTo>
                <a:cubicBezTo>
                  <a:pt x="11398406" y="857673"/>
                  <a:pt x="11349772" y="878453"/>
                  <a:pt x="11349772" y="878453"/>
                </a:cubicBezTo>
                <a:lnTo>
                  <a:pt x="11327208" y="839252"/>
                </a:lnTo>
                <a:cubicBezTo>
                  <a:pt x="11327208" y="839252"/>
                  <a:pt x="11369531" y="807574"/>
                  <a:pt x="11422946" y="776723"/>
                </a:cubicBezTo>
                <a:cubicBezTo>
                  <a:pt x="11476360" y="745873"/>
                  <a:pt x="11524930" y="725094"/>
                  <a:pt x="11524930" y="725094"/>
                </a:cubicBezTo>
                <a:close/>
                <a:moveTo>
                  <a:pt x="6207480" y="725086"/>
                </a:moveTo>
                <a:cubicBezTo>
                  <a:pt x="6207480" y="725086"/>
                  <a:pt x="6256113" y="745929"/>
                  <a:pt x="6309528" y="776715"/>
                </a:cubicBezTo>
                <a:cubicBezTo>
                  <a:pt x="6362942" y="807565"/>
                  <a:pt x="6405201" y="839243"/>
                  <a:pt x="6405201" y="839243"/>
                </a:cubicBezTo>
                <a:lnTo>
                  <a:pt x="6382638" y="878444"/>
                </a:lnTo>
                <a:cubicBezTo>
                  <a:pt x="6382638" y="878444"/>
                  <a:pt x="6334004" y="857601"/>
                  <a:pt x="6280590" y="826814"/>
                </a:cubicBezTo>
                <a:cubicBezTo>
                  <a:pt x="6227176" y="795964"/>
                  <a:pt x="6184852" y="764286"/>
                  <a:pt x="6184852" y="764286"/>
                </a:cubicBezTo>
                <a:close/>
                <a:moveTo>
                  <a:pt x="6998558" y="725078"/>
                </a:moveTo>
                <a:cubicBezTo>
                  <a:pt x="6998558" y="725078"/>
                  <a:pt x="7047191" y="745920"/>
                  <a:pt x="7100606" y="776706"/>
                </a:cubicBezTo>
                <a:cubicBezTo>
                  <a:pt x="7154020" y="807557"/>
                  <a:pt x="7196344" y="839235"/>
                  <a:pt x="7196344" y="839235"/>
                </a:cubicBezTo>
                <a:lnTo>
                  <a:pt x="7173716" y="878436"/>
                </a:lnTo>
                <a:cubicBezTo>
                  <a:pt x="7173716" y="878436"/>
                  <a:pt x="7125146" y="857592"/>
                  <a:pt x="7071731" y="826806"/>
                </a:cubicBezTo>
                <a:cubicBezTo>
                  <a:pt x="7018317" y="795956"/>
                  <a:pt x="6975995" y="764277"/>
                  <a:pt x="6975995" y="764277"/>
                </a:cubicBezTo>
                <a:close/>
                <a:moveTo>
                  <a:pt x="7789699" y="725069"/>
                </a:moveTo>
                <a:cubicBezTo>
                  <a:pt x="7789699" y="725069"/>
                  <a:pt x="7838333" y="745912"/>
                  <a:pt x="7891747" y="776698"/>
                </a:cubicBezTo>
                <a:cubicBezTo>
                  <a:pt x="7945161" y="807548"/>
                  <a:pt x="7987485" y="839226"/>
                  <a:pt x="7987485" y="839226"/>
                </a:cubicBezTo>
                <a:lnTo>
                  <a:pt x="7964857" y="878427"/>
                </a:lnTo>
                <a:cubicBezTo>
                  <a:pt x="7964857" y="878427"/>
                  <a:pt x="7916223" y="857584"/>
                  <a:pt x="7862873" y="826797"/>
                </a:cubicBezTo>
                <a:cubicBezTo>
                  <a:pt x="7809395" y="795947"/>
                  <a:pt x="7767072" y="764269"/>
                  <a:pt x="7767072" y="764269"/>
                </a:cubicBezTo>
                <a:close/>
                <a:moveTo>
                  <a:pt x="8580840" y="725061"/>
                </a:moveTo>
                <a:cubicBezTo>
                  <a:pt x="8580840" y="725061"/>
                  <a:pt x="8629474" y="745903"/>
                  <a:pt x="8682888" y="776689"/>
                </a:cubicBezTo>
                <a:cubicBezTo>
                  <a:pt x="8736302" y="807540"/>
                  <a:pt x="8778626" y="839218"/>
                  <a:pt x="8778626" y="839218"/>
                </a:cubicBezTo>
                <a:lnTo>
                  <a:pt x="8755998" y="878419"/>
                </a:lnTo>
                <a:cubicBezTo>
                  <a:pt x="8755998" y="878419"/>
                  <a:pt x="8707364" y="857576"/>
                  <a:pt x="8654014" y="826789"/>
                </a:cubicBezTo>
                <a:cubicBezTo>
                  <a:pt x="8600536" y="795939"/>
                  <a:pt x="8558213" y="764260"/>
                  <a:pt x="8558213" y="764260"/>
                </a:cubicBezTo>
                <a:close/>
                <a:moveTo>
                  <a:pt x="9371982" y="725052"/>
                </a:moveTo>
                <a:cubicBezTo>
                  <a:pt x="9371982" y="725052"/>
                  <a:pt x="9420552" y="745895"/>
                  <a:pt x="9474030" y="776681"/>
                </a:cubicBezTo>
                <a:cubicBezTo>
                  <a:pt x="9527381" y="807531"/>
                  <a:pt x="9569704" y="839209"/>
                  <a:pt x="9569704" y="839209"/>
                </a:cubicBezTo>
                <a:lnTo>
                  <a:pt x="9547140" y="878410"/>
                </a:lnTo>
                <a:cubicBezTo>
                  <a:pt x="9547140" y="878410"/>
                  <a:pt x="9498507" y="857567"/>
                  <a:pt x="9445093" y="826780"/>
                </a:cubicBezTo>
                <a:cubicBezTo>
                  <a:pt x="9391678" y="795930"/>
                  <a:pt x="9349355" y="764252"/>
                  <a:pt x="9349355" y="764252"/>
                </a:cubicBezTo>
                <a:close/>
                <a:moveTo>
                  <a:pt x="10163059" y="725043"/>
                </a:moveTo>
                <a:cubicBezTo>
                  <a:pt x="10163059" y="725043"/>
                  <a:pt x="10211693" y="745886"/>
                  <a:pt x="10265107" y="776672"/>
                </a:cubicBezTo>
                <a:cubicBezTo>
                  <a:pt x="10318522" y="807523"/>
                  <a:pt x="10360845" y="839201"/>
                  <a:pt x="10360845" y="839201"/>
                </a:cubicBezTo>
                <a:lnTo>
                  <a:pt x="10338218" y="878402"/>
                </a:lnTo>
                <a:cubicBezTo>
                  <a:pt x="10338218" y="878402"/>
                  <a:pt x="10289648" y="857559"/>
                  <a:pt x="10236234" y="826772"/>
                </a:cubicBezTo>
                <a:cubicBezTo>
                  <a:pt x="10182819" y="795922"/>
                  <a:pt x="10140496" y="764243"/>
                  <a:pt x="10140496" y="764243"/>
                </a:cubicBezTo>
                <a:close/>
                <a:moveTo>
                  <a:pt x="10954201" y="725035"/>
                </a:moveTo>
                <a:cubicBezTo>
                  <a:pt x="10954201" y="725035"/>
                  <a:pt x="11002835" y="745878"/>
                  <a:pt x="11056249" y="776664"/>
                </a:cubicBezTo>
                <a:cubicBezTo>
                  <a:pt x="11109664" y="807514"/>
                  <a:pt x="11151987" y="839192"/>
                  <a:pt x="11151987" y="839192"/>
                </a:cubicBezTo>
                <a:lnTo>
                  <a:pt x="11129360" y="878393"/>
                </a:lnTo>
                <a:cubicBezTo>
                  <a:pt x="11129360" y="878393"/>
                  <a:pt x="11080790" y="857550"/>
                  <a:pt x="11027376" y="826763"/>
                </a:cubicBezTo>
                <a:cubicBezTo>
                  <a:pt x="10973961" y="795913"/>
                  <a:pt x="10931638" y="764235"/>
                  <a:pt x="10931638" y="764235"/>
                </a:cubicBezTo>
                <a:close/>
                <a:moveTo>
                  <a:pt x="11745343" y="725026"/>
                </a:moveTo>
                <a:cubicBezTo>
                  <a:pt x="11745343" y="725026"/>
                  <a:pt x="11793976" y="745869"/>
                  <a:pt x="11847390" y="776655"/>
                </a:cubicBezTo>
                <a:cubicBezTo>
                  <a:pt x="11900804" y="807506"/>
                  <a:pt x="11943128" y="839184"/>
                  <a:pt x="11943128" y="839184"/>
                </a:cubicBezTo>
                <a:lnTo>
                  <a:pt x="11920501" y="878385"/>
                </a:lnTo>
                <a:cubicBezTo>
                  <a:pt x="11920501" y="878385"/>
                  <a:pt x="11871867" y="857542"/>
                  <a:pt x="11818516" y="826755"/>
                </a:cubicBezTo>
                <a:cubicBezTo>
                  <a:pt x="11765038" y="795905"/>
                  <a:pt x="11722715" y="764226"/>
                  <a:pt x="11722715" y="764226"/>
                </a:cubicBezTo>
                <a:close/>
                <a:moveTo>
                  <a:pt x="141282" y="573518"/>
                </a:moveTo>
                <a:lnTo>
                  <a:pt x="186536" y="573518"/>
                </a:lnTo>
                <a:cubicBezTo>
                  <a:pt x="186536" y="573518"/>
                  <a:pt x="192846" y="626040"/>
                  <a:pt x="192846" y="687738"/>
                </a:cubicBezTo>
                <a:cubicBezTo>
                  <a:pt x="192846" y="749437"/>
                  <a:pt x="186536" y="801894"/>
                  <a:pt x="186536" y="801894"/>
                </a:cubicBezTo>
                <a:lnTo>
                  <a:pt x="141282" y="801894"/>
                </a:lnTo>
                <a:cubicBezTo>
                  <a:pt x="141282" y="801894"/>
                  <a:pt x="135035" y="749374"/>
                  <a:pt x="135035" y="687738"/>
                </a:cubicBezTo>
                <a:cubicBezTo>
                  <a:pt x="135035" y="626103"/>
                  <a:pt x="141282" y="573518"/>
                  <a:pt x="141282" y="573518"/>
                </a:cubicBezTo>
                <a:close/>
                <a:moveTo>
                  <a:pt x="932414" y="573511"/>
                </a:moveTo>
                <a:lnTo>
                  <a:pt x="977669" y="573511"/>
                </a:lnTo>
                <a:cubicBezTo>
                  <a:pt x="977669" y="573511"/>
                  <a:pt x="983979" y="626032"/>
                  <a:pt x="983979" y="687731"/>
                </a:cubicBezTo>
                <a:cubicBezTo>
                  <a:pt x="983979" y="749431"/>
                  <a:pt x="977669" y="801888"/>
                  <a:pt x="977669" y="801888"/>
                </a:cubicBezTo>
                <a:lnTo>
                  <a:pt x="932414" y="801888"/>
                </a:lnTo>
                <a:cubicBezTo>
                  <a:pt x="932414" y="801888"/>
                  <a:pt x="926104" y="749367"/>
                  <a:pt x="926104" y="687731"/>
                </a:cubicBezTo>
                <a:cubicBezTo>
                  <a:pt x="926104" y="626096"/>
                  <a:pt x="932414" y="573511"/>
                  <a:pt x="932414" y="573511"/>
                </a:cubicBezTo>
                <a:close/>
                <a:moveTo>
                  <a:pt x="1723556" y="573502"/>
                </a:moveTo>
                <a:lnTo>
                  <a:pt x="1768814" y="573502"/>
                </a:lnTo>
                <a:cubicBezTo>
                  <a:pt x="1768814" y="573502"/>
                  <a:pt x="1775125" y="626024"/>
                  <a:pt x="1775125" y="687722"/>
                </a:cubicBezTo>
                <a:cubicBezTo>
                  <a:pt x="1775125" y="749422"/>
                  <a:pt x="1768814" y="801879"/>
                  <a:pt x="1768814" y="801879"/>
                </a:cubicBezTo>
                <a:lnTo>
                  <a:pt x="1723556" y="801879"/>
                </a:lnTo>
                <a:cubicBezTo>
                  <a:pt x="1723556" y="801879"/>
                  <a:pt x="1717247" y="749358"/>
                  <a:pt x="1717247" y="687722"/>
                </a:cubicBezTo>
                <a:cubicBezTo>
                  <a:pt x="1717247" y="626088"/>
                  <a:pt x="1723556" y="573502"/>
                  <a:pt x="1723556" y="573502"/>
                </a:cubicBezTo>
                <a:close/>
                <a:moveTo>
                  <a:pt x="2514689" y="573493"/>
                </a:moveTo>
                <a:lnTo>
                  <a:pt x="2559944" y="573493"/>
                </a:lnTo>
                <a:cubicBezTo>
                  <a:pt x="2559944" y="573493"/>
                  <a:pt x="2566255" y="626015"/>
                  <a:pt x="2566255" y="687714"/>
                </a:cubicBezTo>
                <a:cubicBezTo>
                  <a:pt x="2566255" y="749414"/>
                  <a:pt x="2559944" y="801871"/>
                  <a:pt x="2559944" y="801871"/>
                </a:cubicBezTo>
                <a:lnTo>
                  <a:pt x="2514689" y="801871"/>
                </a:lnTo>
                <a:cubicBezTo>
                  <a:pt x="2514689" y="801871"/>
                  <a:pt x="2508444" y="749349"/>
                  <a:pt x="2508444" y="687714"/>
                </a:cubicBezTo>
                <a:cubicBezTo>
                  <a:pt x="2508444" y="626079"/>
                  <a:pt x="2514689" y="573493"/>
                  <a:pt x="2514689" y="573493"/>
                </a:cubicBezTo>
                <a:close/>
                <a:moveTo>
                  <a:pt x="3305754" y="573484"/>
                </a:moveTo>
                <a:lnTo>
                  <a:pt x="3351014" y="573484"/>
                </a:lnTo>
                <a:cubicBezTo>
                  <a:pt x="3351014" y="573484"/>
                  <a:pt x="3357323" y="626006"/>
                  <a:pt x="3357323" y="687705"/>
                </a:cubicBezTo>
                <a:cubicBezTo>
                  <a:pt x="3357323" y="749405"/>
                  <a:pt x="3351014" y="801862"/>
                  <a:pt x="3351014" y="801862"/>
                </a:cubicBezTo>
                <a:lnTo>
                  <a:pt x="3305754" y="801862"/>
                </a:lnTo>
                <a:cubicBezTo>
                  <a:pt x="3305754" y="801862"/>
                  <a:pt x="3299510" y="749341"/>
                  <a:pt x="3299510" y="687705"/>
                </a:cubicBezTo>
                <a:cubicBezTo>
                  <a:pt x="3299510" y="626070"/>
                  <a:pt x="3305754" y="573484"/>
                  <a:pt x="3305754" y="573484"/>
                </a:cubicBezTo>
                <a:close/>
                <a:moveTo>
                  <a:pt x="4096880" y="573476"/>
                </a:moveTo>
                <a:lnTo>
                  <a:pt x="4142136" y="573476"/>
                </a:lnTo>
                <a:cubicBezTo>
                  <a:pt x="4142136" y="573476"/>
                  <a:pt x="4148446" y="625997"/>
                  <a:pt x="4148446" y="687696"/>
                </a:cubicBezTo>
                <a:cubicBezTo>
                  <a:pt x="4148446" y="749397"/>
                  <a:pt x="4142136" y="801853"/>
                  <a:pt x="4142136" y="801853"/>
                </a:cubicBezTo>
                <a:lnTo>
                  <a:pt x="4096880" y="801853"/>
                </a:lnTo>
                <a:cubicBezTo>
                  <a:pt x="4096880" y="801853"/>
                  <a:pt x="4090633" y="749332"/>
                  <a:pt x="4090633" y="687696"/>
                </a:cubicBezTo>
                <a:cubicBezTo>
                  <a:pt x="4090633" y="626061"/>
                  <a:pt x="4096880" y="573476"/>
                  <a:pt x="4096880" y="573476"/>
                </a:cubicBezTo>
                <a:close/>
                <a:moveTo>
                  <a:pt x="4887944" y="573467"/>
                </a:moveTo>
                <a:lnTo>
                  <a:pt x="4933198" y="573467"/>
                </a:lnTo>
                <a:cubicBezTo>
                  <a:pt x="4933198" y="573467"/>
                  <a:pt x="4939507" y="625989"/>
                  <a:pt x="4939507" y="687688"/>
                </a:cubicBezTo>
                <a:cubicBezTo>
                  <a:pt x="4939507" y="749388"/>
                  <a:pt x="4933198" y="801845"/>
                  <a:pt x="4933198" y="801845"/>
                </a:cubicBezTo>
                <a:lnTo>
                  <a:pt x="4887944" y="801845"/>
                </a:lnTo>
                <a:cubicBezTo>
                  <a:pt x="4887944" y="801845"/>
                  <a:pt x="4881696" y="749324"/>
                  <a:pt x="4881696" y="687688"/>
                </a:cubicBezTo>
                <a:cubicBezTo>
                  <a:pt x="4881696" y="626053"/>
                  <a:pt x="4887944" y="573467"/>
                  <a:pt x="4887944" y="573467"/>
                </a:cubicBezTo>
                <a:close/>
                <a:moveTo>
                  <a:pt x="5679084" y="573458"/>
                </a:moveTo>
                <a:lnTo>
                  <a:pt x="5724338" y="573458"/>
                </a:lnTo>
                <a:cubicBezTo>
                  <a:pt x="5724338" y="573458"/>
                  <a:pt x="5730645" y="625980"/>
                  <a:pt x="5730645" y="687679"/>
                </a:cubicBezTo>
                <a:cubicBezTo>
                  <a:pt x="5730645" y="749379"/>
                  <a:pt x="5724338" y="801837"/>
                  <a:pt x="5724338" y="801837"/>
                </a:cubicBezTo>
                <a:lnTo>
                  <a:pt x="5679084" y="801837"/>
                </a:lnTo>
                <a:cubicBezTo>
                  <a:pt x="5679084" y="801837"/>
                  <a:pt x="5672835" y="749315"/>
                  <a:pt x="5672835" y="687679"/>
                </a:cubicBezTo>
                <a:cubicBezTo>
                  <a:pt x="5672835" y="626044"/>
                  <a:pt x="5679084" y="573458"/>
                  <a:pt x="5679084" y="573458"/>
                </a:cubicBezTo>
                <a:close/>
                <a:moveTo>
                  <a:pt x="6470217" y="573449"/>
                </a:moveTo>
                <a:lnTo>
                  <a:pt x="6515408" y="573449"/>
                </a:lnTo>
                <a:cubicBezTo>
                  <a:pt x="6515408" y="573449"/>
                  <a:pt x="6521719" y="625971"/>
                  <a:pt x="6521719" y="687670"/>
                </a:cubicBezTo>
                <a:cubicBezTo>
                  <a:pt x="6521719" y="749371"/>
                  <a:pt x="6515408" y="801828"/>
                  <a:pt x="6515408" y="801828"/>
                </a:cubicBezTo>
                <a:lnTo>
                  <a:pt x="6470217" y="801828"/>
                </a:lnTo>
                <a:cubicBezTo>
                  <a:pt x="6470217" y="801828"/>
                  <a:pt x="6463906" y="749307"/>
                  <a:pt x="6463906" y="687670"/>
                </a:cubicBezTo>
                <a:cubicBezTo>
                  <a:pt x="6463906" y="626035"/>
                  <a:pt x="6470217" y="573449"/>
                  <a:pt x="6470217" y="573449"/>
                </a:cubicBezTo>
                <a:close/>
                <a:moveTo>
                  <a:pt x="7261293" y="573441"/>
                </a:moveTo>
                <a:lnTo>
                  <a:pt x="7306549" y="573441"/>
                </a:lnTo>
                <a:cubicBezTo>
                  <a:pt x="7306549" y="573441"/>
                  <a:pt x="7312860" y="625962"/>
                  <a:pt x="7312860" y="687662"/>
                </a:cubicBezTo>
                <a:cubicBezTo>
                  <a:pt x="7312860" y="749362"/>
                  <a:pt x="7306549" y="801820"/>
                  <a:pt x="7306549" y="801820"/>
                </a:cubicBezTo>
                <a:lnTo>
                  <a:pt x="7261293" y="801820"/>
                </a:lnTo>
                <a:cubicBezTo>
                  <a:pt x="7261293" y="801820"/>
                  <a:pt x="7255047" y="749298"/>
                  <a:pt x="7255047" y="687662"/>
                </a:cubicBezTo>
                <a:cubicBezTo>
                  <a:pt x="7255047" y="626026"/>
                  <a:pt x="7261293" y="573441"/>
                  <a:pt x="7261293" y="573441"/>
                </a:cubicBezTo>
                <a:close/>
                <a:moveTo>
                  <a:pt x="8052435" y="573432"/>
                </a:moveTo>
                <a:lnTo>
                  <a:pt x="8097691" y="573432"/>
                </a:lnTo>
                <a:cubicBezTo>
                  <a:pt x="8097691" y="573432"/>
                  <a:pt x="8103938" y="625954"/>
                  <a:pt x="8103938" y="687653"/>
                </a:cubicBezTo>
                <a:cubicBezTo>
                  <a:pt x="8103938" y="749354"/>
                  <a:pt x="8097691" y="801811"/>
                  <a:pt x="8097691" y="801811"/>
                </a:cubicBezTo>
                <a:lnTo>
                  <a:pt x="8052435" y="801811"/>
                </a:lnTo>
                <a:cubicBezTo>
                  <a:pt x="8052435" y="801811"/>
                  <a:pt x="8046189" y="749290"/>
                  <a:pt x="8046189" y="687653"/>
                </a:cubicBezTo>
                <a:cubicBezTo>
                  <a:pt x="8046189" y="626018"/>
                  <a:pt x="8052435" y="573432"/>
                  <a:pt x="8052435" y="573432"/>
                </a:cubicBezTo>
                <a:close/>
                <a:moveTo>
                  <a:pt x="8843578" y="573423"/>
                </a:moveTo>
                <a:lnTo>
                  <a:pt x="8888833" y="573423"/>
                </a:lnTo>
                <a:cubicBezTo>
                  <a:pt x="8888833" y="573423"/>
                  <a:pt x="8895080" y="625945"/>
                  <a:pt x="8895080" y="687644"/>
                </a:cubicBezTo>
                <a:cubicBezTo>
                  <a:pt x="8895080" y="749345"/>
                  <a:pt x="8888833" y="801803"/>
                  <a:pt x="8888833" y="801803"/>
                </a:cubicBezTo>
                <a:lnTo>
                  <a:pt x="8843578" y="801803"/>
                </a:lnTo>
                <a:cubicBezTo>
                  <a:pt x="8843578" y="801803"/>
                  <a:pt x="8837267" y="749281"/>
                  <a:pt x="8837267" y="687644"/>
                </a:cubicBezTo>
                <a:cubicBezTo>
                  <a:pt x="8837267" y="626009"/>
                  <a:pt x="8843578" y="573423"/>
                  <a:pt x="8843578" y="573423"/>
                </a:cubicBezTo>
                <a:close/>
                <a:moveTo>
                  <a:pt x="9634719" y="573414"/>
                </a:moveTo>
                <a:lnTo>
                  <a:pt x="9679910" y="573414"/>
                </a:lnTo>
                <a:cubicBezTo>
                  <a:pt x="9679910" y="573414"/>
                  <a:pt x="9686221" y="625936"/>
                  <a:pt x="9686221" y="687636"/>
                </a:cubicBezTo>
                <a:cubicBezTo>
                  <a:pt x="9686221" y="749336"/>
                  <a:pt x="9679910" y="801794"/>
                  <a:pt x="9679910" y="801794"/>
                </a:cubicBezTo>
                <a:lnTo>
                  <a:pt x="9634719" y="801794"/>
                </a:lnTo>
                <a:cubicBezTo>
                  <a:pt x="9634719" y="801794"/>
                  <a:pt x="9628408" y="749272"/>
                  <a:pt x="9628408" y="687636"/>
                </a:cubicBezTo>
                <a:cubicBezTo>
                  <a:pt x="9628408" y="626000"/>
                  <a:pt x="9634719" y="573414"/>
                  <a:pt x="9634719" y="573414"/>
                </a:cubicBezTo>
                <a:close/>
                <a:moveTo>
                  <a:pt x="10425796" y="573405"/>
                </a:moveTo>
                <a:lnTo>
                  <a:pt x="10471052" y="573405"/>
                </a:lnTo>
                <a:cubicBezTo>
                  <a:pt x="10471052" y="573405"/>
                  <a:pt x="10477362" y="625927"/>
                  <a:pt x="10477362" y="687627"/>
                </a:cubicBezTo>
                <a:cubicBezTo>
                  <a:pt x="10477362" y="749328"/>
                  <a:pt x="10471052" y="801786"/>
                  <a:pt x="10471052" y="801786"/>
                </a:cubicBezTo>
                <a:lnTo>
                  <a:pt x="10425796" y="801786"/>
                </a:lnTo>
                <a:cubicBezTo>
                  <a:pt x="10425796" y="801786"/>
                  <a:pt x="10419550" y="749264"/>
                  <a:pt x="10419550" y="687627"/>
                </a:cubicBezTo>
                <a:cubicBezTo>
                  <a:pt x="10419550" y="625991"/>
                  <a:pt x="10425796" y="573405"/>
                  <a:pt x="10425796" y="573405"/>
                </a:cubicBezTo>
                <a:close/>
                <a:moveTo>
                  <a:pt x="11216938" y="573397"/>
                </a:moveTo>
                <a:lnTo>
                  <a:pt x="11262194" y="573397"/>
                </a:lnTo>
                <a:cubicBezTo>
                  <a:pt x="11262194" y="573397"/>
                  <a:pt x="11268504" y="625919"/>
                  <a:pt x="11268504" y="687618"/>
                </a:cubicBezTo>
                <a:cubicBezTo>
                  <a:pt x="11268504" y="749319"/>
                  <a:pt x="11262194" y="801777"/>
                  <a:pt x="11262194" y="801777"/>
                </a:cubicBezTo>
                <a:lnTo>
                  <a:pt x="11216938" y="801777"/>
                </a:lnTo>
                <a:cubicBezTo>
                  <a:pt x="11216938" y="801777"/>
                  <a:pt x="11210692" y="749255"/>
                  <a:pt x="11210692" y="687618"/>
                </a:cubicBezTo>
                <a:cubicBezTo>
                  <a:pt x="11210692" y="625983"/>
                  <a:pt x="11216938" y="573397"/>
                  <a:pt x="11216938" y="573397"/>
                </a:cubicBezTo>
                <a:close/>
                <a:moveTo>
                  <a:pt x="12008079" y="573388"/>
                </a:moveTo>
                <a:lnTo>
                  <a:pt x="12053335" y="573388"/>
                </a:lnTo>
                <a:cubicBezTo>
                  <a:pt x="12053335" y="573388"/>
                  <a:pt x="12059581" y="625910"/>
                  <a:pt x="12059581" y="687610"/>
                </a:cubicBezTo>
                <a:cubicBezTo>
                  <a:pt x="12059581" y="749311"/>
                  <a:pt x="12053335" y="801769"/>
                  <a:pt x="12053335" y="801769"/>
                </a:cubicBezTo>
                <a:lnTo>
                  <a:pt x="12008079" y="801769"/>
                </a:lnTo>
                <a:cubicBezTo>
                  <a:pt x="12008079" y="801769"/>
                  <a:pt x="12001833" y="749247"/>
                  <a:pt x="12001833" y="687610"/>
                </a:cubicBezTo>
                <a:cubicBezTo>
                  <a:pt x="12001833" y="625974"/>
                  <a:pt x="12008079" y="573388"/>
                  <a:pt x="12008079" y="573388"/>
                </a:cubicBezTo>
                <a:close/>
                <a:moveTo>
                  <a:pt x="274229" y="496862"/>
                </a:moveTo>
                <a:lnTo>
                  <a:pt x="282613" y="500568"/>
                </a:lnTo>
                <a:cubicBezTo>
                  <a:pt x="298794" y="507857"/>
                  <a:pt x="336166" y="525329"/>
                  <a:pt x="376224" y="548467"/>
                </a:cubicBezTo>
                <a:cubicBezTo>
                  <a:pt x="429637" y="579317"/>
                  <a:pt x="471959" y="610994"/>
                  <a:pt x="471959" y="610994"/>
                </a:cubicBezTo>
                <a:lnTo>
                  <a:pt x="449332" y="650195"/>
                </a:lnTo>
                <a:cubicBezTo>
                  <a:pt x="449332" y="650195"/>
                  <a:pt x="400701" y="629352"/>
                  <a:pt x="347352" y="598565"/>
                </a:cubicBezTo>
                <a:cubicBezTo>
                  <a:pt x="293937" y="567716"/>
                  <a:pt x="251614" y="536038"/>
                  <a:pt x="251614" y="536038"/>
                </a:cubicBezTo>
                <a:close/>
                <a:moveTo>
                  <a:pt x="1065303" y="496853"/>
                </a:moveTo>
                <a:lnTo>
                  <a:pt x="1073686" y="500559"/>
                </a:lnTo>
                <a:cubicBezTo>
                  <a:pt x="1089869" y="507849"/>
                  <a:pt x="1127240" y="525321"/>
                  <a:pt x="1167301" y="548458"/>
                </a:cubicBezTo>
                <a:cubicBezTo>
                  <a:pt x="1220715" y="579308"/>
                  <a:pt x="1263039" y="610985"/>
                  <a:pt x="1263039" y="610985"/>
                </a:cubicBezTo>
                <a:lnTo>
                  <a:pt x="1240412" y="650186"/>
                </a:lnTo>
                <a:cubicBezTo>
                  <a:pt x="1240412" y="650186"/>
                  <a:pt x="1191779" y="629343"/>
                  <a:pt x="1138427" y="598557"/>
                </a:cubicBezTo>
                <a:cubicBezTo>
                  <a:pt x="1085014" y="567707"/>
                  <a:pt x="1042681" y="536029"/>
                  <a:pt x="1042681" y="536029"/>
                </a:cubicBezTo>
                <a:close/>
                <a:moveTo>
                  <a:pt x="1856440" y="496844"/>
                </a:moveTo>
                <a:lnTo>
                  <a:pt x="1864826" y="500550"/>
                </a:lnTo>
                <a:cubicBezTo>
                  <a:pt x="1881007" y="507840"/>
                  <a:pt x="1918378" y="525312"/>
                  <a:pt x="1958439" y="548449"/>
                </a:cubicBezTo>
                <a:cubicBezTo>
                  <a:pt x="2011851" y="579299"/>
                  <a:pt x="2054174" y="610977"/>
                  <a:pt x="2054174" y="610977"/>
                </a:cubicBezTo>
                <a:lnTo>
                  <a:pt x="2031546" y="650178"/>
                </a:lnTo>
                <a:cubicBezTo>
                  <a:pt x="2031546" y="650178"/>
                  <a:pt x="1982915" y="629335"/>
                  <a:pt x="1929564" y="598548"/>
                </a:cubicBezTo>
                <a:cubicBezTo>
                  <a:pt x="1876149" y="567698"/>
                  <a:pt x="1833827" y="536020"/>
                  <a:pt x="1833827" y="536020"/>
                </a:cubicBezTo>
                <a:close/>
                <a:moveTo>
                  <a:pt x="53706" y="496842"/>
                </a:moveTo>
                <a:lnTo>
                  <a:pt x="76333" y="536040"/>
                </a:lnTo>
                <a:cubicBezTo>
                  <a:pt x="76333" y="536040"/>
                  <a:pt x="65753" y="543960"/>
                  <a:pt x="48496" y="555735"/>
                </a:cubicBezTo>
                <a:lnTo>
                  <a:pt x="0" y="586328"/>
                </a:lnTo>
                <a:lnTo>
                  <a:pt x="0" y="523059"/>
                </a:lnTo>
                <a:lnTo>
                  <a:pt x="22745" y="511087"/>
                </a:lnTo>
                <a:cubicBezTo>
                  <a:pt x="41564" y="502036"/>
                  <a:pt x="53706" y="496842"/>
                  <a:pt x="53706" y="496842"/>
                </a:cubicBezTo>
                <a:close/>
                <a:moveTo>
                  <a:pt x="274178" y="496839"/>
                </a:moveTo>
                <a:lnTo>
                  <a:pt x="274242" y="496839"/>
                </a:lnTo>
                <a:lnTo>
                  <a:pt x="274229" y="496862"/>
                </a:lnTo>
                <a:close/>
                <a:moveTo>
                  <a:pt x="2647573" y="496835"/>
                </a:moveTo>
                <a:lnTo>
                  <a:pt x="2655955" y="500541"/>
                </a:lnTo>
                <a:cubicBezTo>
                  <a:pt x="2672137" y="507831"/>
                  <a:pt x="2709510" y="525303"/>
                  <a:pt x="2749571" y="548440"/>
                </a:cubicBezTo>
                <a:cubicBezTo>
                  <a:pt x="2802981" y="579290"/>
                  <a:pt x="2845305" y="610968"/>
                  <a:pt x="2845305" y="610968"/>
                </a:cubicBezTo>
                <a:lnTo>
                  <a:pt x="2822677" y="650169"/>
                </a:lnTo>
                <a:cubicBezTo>
                  <a:pt x="2822677" y="650169"/>
                  <a:pt x="2774046" y="629326"/>
                  <a:pt x="2720696" y="598539"/>
                </a:cubicBezTo>
                <a:cubicBezTo>
                  <a:pt x="2667283" y="567689"/>
                  <a:pt x="2624959" y="536011"/>
                  <a:pt x="2624959" y="536011"/>
                </a:cubicBezTo>
                <a:close/>
                <a:moveTo>
                  <a:pt x="844900" y="496834"/>
                </a:moveTo>
                <a:lnTo>
                  <a:pt x="867526" y="536033"/>
                </a:lnTo>
                <a:cubicBezTo>
                  <a:pt x="867526" y="536033"/>
                  <a:pt x="825204" y="567711"/>
                  <a:pt x="771791" y="598561"/>
                </a:cubicBezTo>
                <a:cubicBezTo>
                  <a:pt x="718378" y="629410"/>
                  <a:pt x="669744" y="650190"/>
                  <a:pt x="669744" y="650190"/>
                </a:cubicBezTo>
                <a:lnTo>
                  <a:pt x="647116" y="610989"/>
                </a:lnTo>
                <a:cubicBezTo>
                  <a:pt x="647116" y="610989"/>
                  <a:pt x="689440" y="579312"/>
                  <a:pt x="742854" y="548462"/>
                </a:cubicBezTo>
                <a:cubicBezTo>
                  <a:pt x="796268" y="517612"/>
                  <a:pt x="844900" y="496834"/>
                  <a:pt x="844900" y="496834"/>
                </a:cubicBezTo>
                <a:close/>
                <a:moveTo>
                  <a:pt x="1065253" y="496830"/>
                </a:moveTo>
                <a:lnTo>
                  <a:pt x="1065317" y="496830"/>
                </a:lnTo>
                <a:lnTo>
                  <a:pt x="1065303" y="496853"/>
                </a:lnTo>
                <a:close/>
                <a:moveTo>
                  <a:pt x="3438701" y="496826"/>
                </a:moveTo>
                <a:lnTo>
                  <a:pt x="3447084" y="500532"/>
                </a:lnTo>
                <a:cubicBezTo>
                  <a:pt x="3463267" y="507822"/>
                  <a:pt x="3500641" y="525294"/>
                  <a:pt x="3540702" y="548431"/>
                </a:cubicBezTo>
                <a:cubicBezTo>
                  <a:pt x="3594111" y="579282"/>
                  <a:pt x="3636436" y="610959"/>
                  <a:pt x="3636436" y="610959"/>
                </a:cubicBezTo>
                <a:lnTo>
                  <a:pt x="3613807" y="650160"/>
                </a:lnTo>
                <a:cubicBezTo>
                  <a:pt x="3613807" y="650160"/>
                  <a:pt x="3565243" y="629317"/>
                  <a:pt x="3511829" y="598530"/>
                </a:cubicBezTo>
                <a:cubicBezTo>
                  <a:pt x="3458412" y="567681"/>
                  <a:pt x="3416090" y="536002"/>
                  <a:pt x="3416090" y="536002"/>
                </a:cubicBezTo>
                <a:close/>
                <a:moveTo>
                  <a:pt x="1635980" y="496825"/>
                </a:moveTo>
                <a:lnTo>
                  <a:pt x="1658607" y="536024"/>
                </a:lnTo>
                <a:cubicBezTo>
                  <a:pt x="1658607" y="536024"/>
                  <a:pt x="1616284" y="567702"/>
                  <a:pt x="1562870" y="598552"/>
                </a:cubicBezTo>
                <a:cubicBezTo>
                  <a:pt x="1509456" y="629402"/>
                  <a:pt x="1460821" y="650181"/>
                  <a:pt x="1460821" y="650181"/>
                </a:cubicBezTo>
                <a:lnTo>
                  <a:pt x="1438196" y="610981"/>
                </a:lnTo>
                <a:cubicBezTo>
                  <a:pt x="1438196" y="610981"/>
                  <a:pt x="1480518" y="579303"/>
                  <a:pt x="1533934" y="548453"/>
                </a:cubicBezTo>
                <a:cubicBezTo>
                  <a:pt x="1587348" y="517603"/>
                  <a:pt x="1635980" y="496825"/>
                  <a:pt x="1635980" y="496825"/>
                </a:cubicBezTo>
                <a:close/>
                <a:moveTo>
                  <a:pt x="1856390" y="496821"/>
                </a:moveTo>
                <a:lnTo>
                  <a:pt x="1856455" y="496821"/>
                </a:lnTo>
                <a:lnTo>
                  <a:pt x="1856440" y="496844"/>
                </a:lnTo>
                <a:close/>
                <a:moveTo>
                  <a:pt x="4229752" y="496817"/>
                </a:moveTo>
                <a:lnTo>
                  <a:pt x="4238133" y="500523"/>
                </a:lnTo>
                <a:cubicBezTo>
                  <a:pt x="4254316" y="507813"/>
                  <a:pt x="4291687" y="525285"/>
                  <a:pt x="4331748" y="548422"/>
                </a:cubicBezTo>
                <a:cubicBezTo>
                  <a:pt x="4385164" y="579273"/>
                  <a:pt x="4427491" y="610951"/>
                  <a:pt x="4427491" y="610951"/>
                </a:cubicBezTo>
                <a:lnTo>
                  <a:pt x="4404860" y="650151"/>
                </a:lnTo>
                <a:cubicBezTo>
                  <a:pt x="4404860" y="650151"/>
                  <a:pt x="4356291" y="629308"/>
                  <a:pt x="4302877" y="598522"/>
                </a:cubicBezTo>
                <a:cubicBezTo>
                  <a:pt x="4249460" y="567672"/>
                  <a:pt x="4207137" y="535994"/>
                  <a:pt x="4207137" y="535994"/>
                </a:cubicBezTo>
                <a:close/>
                <a:moveTo>
                  <a:pt x="2427105" y="496816"/>
                </a:moveTo>
                <a:lnTo>
                  <a:pt x="2449735" y="536015"/>
                </a:lnTo>
                <a:cubicBezTo>
                  <a:pt x="2449735" y="536015"/>
                  <a:pt x="2407411" y="567693"/>
                  <a:pt x="2353993" y="598543"/>
                </a:cubicBezTo>
                <a:cubicBezTo>
                  <a:pt x="2300583" y="629393"/>
                  <a:pt x="2251951" y="650173"/>
                  <a:pt x="2251951" y="650173"/>
                </a:cubicBezTo>
                <a:lnTo>
                  <a:pt x="2229324" y="610972"/>
                </a:lnTo>
                <a:cubicBezTo>
                  <a:pt x="2229324" y="610972"/>
                  <a:pt x="2271638" y="579294"/>
                  <a:pt x="2325057" y="548444"/>
                </a:cubicBezTo>
                <a:cubicBezTo>
                  <a:pt x="2378472" y="517594"/>
                  <a:pt x="2427105" y="496816"/>
                  <a:pt x="2427105" y="496816"/>
                </a:cubicBezTo>
                <a:close/>
                <a:moveTo>
                  <a:pt x="2647521" y="496812"/>
                </a:moveTo>
                <a:lnTo>
                  <a:pt x="2647585" y="496812"/>
                </a:lnTo>
                <a:lnTo>
                  <a:pt x="2647573" y="496835"/>
                </a:lnTo>
                <a:close/>
                <a:moveTo>
                  <a:pt x="5020837" y="496808"/>
                </a:moveTo>
                <a:lnTo>
                  <a:pt x="5029217" y="500514"/>
                </a:lnTo>
                <a:cubicBezTo>
                  <a:pt x="5045401" y="507804"/>
                  <a:pt x="5082770" y="525276"/>
                  <a:pt x="5122827" y="548414"/>
                </a:cubicBezTo>
                <a:cubicBezTo>
                  <a:pt x="5176242" y="579264"/>
                  <a:pt x="5218566" y="610942"/>
                  <a:pt x="5218566" y="610942"/>
                </a:cubicBezTo>
                <a:lnTo>
                  <a:pt x="5195941" y="650142"/>
                </a:lnTo>
                <a:cubicBezTo>
                  <a:pt x="5195941" y="650142"/>
                  <a:pt x="5147369" y="629300"/>
                  <a:pt x="5093953" y="598513"/>
                </a:cubicBezTo>
                <a:cubicBezTo>
                  <a:pt x="5040542" y="567663"/>
                  <a:pt x="4998215" y="535985"/>
                  <a:pt x="4998215" y="535985"/>
                </a:cubicBezTo>
                <a:close/>
                <a:moveTo>
                  <a:pt x="3218243" y="496807"/>
                </a:moveTo>
                <a:lnTo>
                  <a:pt x="3240871" y="536006"/>
                </a:lnTo>
                <a:cubicBezTo>
                  <a:pt x="3240871" y="536006"/>
                  <a:pt x="3198544" y="567684"/>
                  <a:pt x="3145144" y="598534"/>
                </a:cubicBezTo>
                <a:cubicBezTo>
                  <a:pt x="3091728" y="629384"/>
                  <a:pt x="3043094" y="650164"/>
                  <a:pt x="3043094" y="650164"/>
                </a:cubicBezTo>
                <a:lnTo>
                  <a:pt x="3020464" y="610963"/>
                </a:lnTo>
                <a:cubicBezTo>
                  <a:pt x="3020464" y="610963"/>
                  <a:pt x="3062787" y="579285"/>
                  <a:pt x="3116202" y="548435"/>
                </a:cubicBezTo>
                <a:cubicBezTo>
                  <a:pt x="3169618" y="517585"/>
                  <a:pt x="3218243" y="496807"/>
                  <a:pt x="3218243" y="496807"/>
                </a:cubicBezTo>
                <a:close/>
                <a:moveTo>
                  <a:pt x="3438650" y="496803"/>
                </a:moveTo>
                <a:lnTo>
                  <a:pt x="3438713" y="496803"/>
                </a:lnTo>
                <a:lnTo>
                  <a:pt x="3438701" y="496826"/>
                </a:lnTo>
                <a:close/>
                <a:moveTo>
                  <a:pt x="5811965" y="496799"/>
                </a:moveTo>
                <a:lnTo>
                  <a:pt x="5820348" y="500505"/>
                </a:lnTo>
                <a:cubicBezTo>
                  <a:pt x="5836528" y="507795"/>
                  <a:pt x="5873901" y="525268"/>
                  <a:pt x="5913960" y="548405"/>
                </a:cubicBezTo>
                <a:cubicBezTo>
                  <a:pt x="5967374" y="579255"/>
                  <a:pt x="6009695" y="610933"/>
                  <a:pt x="6009695" y="610933"/>
                </a:cubicBezTo>
                <a:lnTo>
                  <a:pt x="5987067" y="650134"/>
                </a:lnTo>
                <a:cubicBezTo>
                  <a:pt x="5987067" y="650134"/>
                  <a:pt x="5938437" y="629291"/>
                  <a:pt x="5885086" y="598504"/>
                </a:cubicBezTo>
                <a:cubicBezTo>
                  <a:pt x="5831672" y="567654"/>
                  <a:pt x="5789350" y="535976"/>
                  <a:pt x="5789350" y="535976"/>
                </a:cubicBezTo>
                <a:close/>
                <a:moveTo>
                  <a:pt x="4009303" y="496798"/>
                </a:moveTo>
                <a:lnTo>
                  <a:pt x="4031930" y="535997"/>
                </a:lnTo>
                <a:cubicBezTo>
                  <a:pt x="4031930" y="535997"/>
                  <a:pt x="3989607" y="567676"/>
                  <a:pt x="3936200" y="598525"/>
                </a:cubicBezTo>
                <a:cubicBezTo>
                  <a:pt x="3882785" y="629375"/>
                  <a:pt x="3834153" y="650155"/>
                  <a:pt x="3834153" y="650155"/>
                </a:cubicBezTo>
                <a:lnTo>
                  <a:pt x="3811524" y="610954"/>
                </a:lnTo>
                <a:lnTo>
                  <a:pt x="3811587" y="610954"/>
                </a:lnTo>
                <a:cubicBezTo>
                  <a:pt x="3811587" y="610954"/>
                  <a:pt x="3853909" y="579277"/>
                  <a:pt x="3907323" y="548426"/>
                </a:cubicBezTo>
                <a:cubicBezTo>
                  <a:pt x="3960740" y="517576"/>
                  <a:pt x="4009303" y="496798"/>
                  <a:pt x="4009303" y="496798"/>
                </a:cubicBezTo>
                <a:close/>
                <a:moveTo>
                  <a:pt x="4229702" y="496795"/>
                </a:moveTo>
                <a:lnTo>
                  <a:pt x="4229764" y="496795"/>
                </a:lnTo>
                <a:lnTo>
                  <a:pt x="4229752" y="496817"/>
                </a:lnTo>
                <a:close/>
                <a:moveTo>
                  <a:pt x="4800366" y="496789"/>
                </a:moveTo>
                <a:lnTo>
                  <a:pt x="4822988" y="535988"/>
                </a:lnTo>
                <a:cubicBezTo>
                  <a:pt x="4822988" y="535988"/>
                  <a:pt x="4780668" y="567667"/>
                  <a:pt x="4727254" y="598517"/>
                </a:cubicBezTo>
                <a:cubicBezTo>
                  <a:pt x="4673843" y="629366"/>
                  <a:pt x="4625211" y="650146"/>
                  <a:pt x="4625211" y="650146"/>
                </a:cubicBezTo>
                <a:lnTo>
                  <a:pt x="4602581" y="610946"/>
                </a:lnTo>
                <a:lnTo>
                  <a:pt x="4602649" y="610946"/>
                </a:lnTo>
                <a:cubicBezTo>
                  <a:pt x="4602649" y="610946"/>
                  <a:pt x="4644967" y="579268"/>
                  <a:pt x="4698380" y="548417"/>
                </a:cubicBezTo>
                <a:cubicBezTo>
                  <a:pt x="4751795" y="517568"/>
                  <a:pt x="4800366" y="496789"/>
                  <a:pt x="4800366" y="496789"/>
                </a:cubicBezTo>
                <a:close/>
                <a:moveTo>
                  <a:pt x="5020783" y="496786"/>
                </a:moveTo>
                <a:lnTo>
                  <a:pt x="5020848" y="496786"/>
                </a:lnTo>
                <a:lnTo>
                  <a:pt x="5020837" y="496808"/>
                </a:lnTo>
                <a:close/>
                <a:moveTo>
                  <a:pt x="5591444" y="496780"/>
                </a:moveTo>
                <a:lnTo>
                  <a:pt x="5614067" y="535980"/>
                </a:lnTo>
                <a:cubicBezTo>
                  <a:pt x="5614067" y="535980"/>
                  <a:pt x="5571746" y="567658"/>
                  <a:pt x="5518332" y="598508"/>
                </a:cubicBezTo>
                <a:cubicBezTo>
                  <a:pt x="5464921" y="629358"/>
                  <a:pt x="5416289" y="650137"/>
                  <a:pt x="5416289" y="650137"/>
                </a:cubicBezTo>
                <a:lnTo>
                  <a:pt x="5393662" y="610937"/>
                </a:lnTo>
                <a:lnTo>
                  <a:pt x="5393724" y="610937"/>
                </a:lnTo>
                <a:cubicBezTo>
                  <a:pt x="5393724" y="610937"/>
                  <a:pt x="5436047" y="579259"/>
                  <a:pt x="5489459" y="548409"/>
                </a:cubicBezTo>
                <a:cubicBezTo>
                  <a:pt x="5542870" y="517559"/>
                  <a:pt x="5591444" y="496780"/>
                  <a:pt x="5591444" y="496780"/>
                </a:cubicBezTo>
                <a:close/>
                <a:moveTo>
                  <a:pt x="5811914" y="496777"/>
                </a:moveTo>
                <a:lnTo>
                  <a:pt x="5811979" y="496777"/>
                </a:lnTo>
                <a:lnTo>
                  <a:pt x="5811965" y="496799"/>
                </a:lnTo>
                <a:close/>
                <a:moveTo>
                  <a:pt x="6382638" y="496771"/>
                </a:moveTo>
                <a:lnTo>
                  <a:pt x="6405201" y="535971"/>
                </a:lnTo>
                <a:cubicBezTo>
                  <a:pt x="6405201" y="535971"/>
                  <a:pt x="6362878" y="567649"/>
                  <a:pt x="6309528" y="598499"/>
                </a:cubicBezTo>
                <a:cubicBezTo>
                  <a:pt x="6256113" y="629349"/>
                  <a:pt x="6207480" y="650129"/>
                  <a:pt x="6207480" y="650129"/>
                </a:cubicBezTo>
                <a:lnTo>
                  <a:pt x="6184852" y="610928"/>
                </a:lnTo>
                <a:cubicBezTo>
                  <a:pt x="6184852" y="610928"/>
                  <a:pt x="6227176" y="579250"/>
                  <a:pt x="6280590" y="548400"/>
                </a:cubicBezTo>
                <a:cubicBezTo>
                  <a:pt x="6334004" y="517550"/>
                  <a:pt x="6382638" y="496771"/>
                  <a:pt x="6382638" y="496771"/>
                </a:cubicBezTo>
                <a:close/>
                <a:moveTo>
                  <a:pt x="6603052" y="496768"/>
                </a:moveTo>
                <a:cubicBezTo>
                  <a:pt x="6603052" y="496768"/>
                  <a:pt x="6651621" y="517546"/>
                  <a:pt x="6705100" y="548396"/>
                </a:cubicBezTo>
                <a:cubicBezTo>
                  <a:pt x="6758449" y="579246"/>
                  <a:pt x="6800772" y="610924"/>
                  <a:pt x="6800772" y="610924"/>
                </a:cubicBezTo>
                <a:lnTo>
                  <a:pt x="6778210" y="650125"/>
                </a:lnTo>
                <a:cubicBezTo>
                  <a:pt x="6778210" y="650125"/>
                  <a:pt x="6729575" y="629282"/>
                  <a:pt x="6676161" y="598495"/>
                </a:cubicBezTo>
                <a:cubicBezTo>
                  <a:pt x="6622747" y="567645"/>
                  <a:pt x="6580424" y="535967"/>
                  <a:pt x="6580424" y="535967"/>
                </a:cubicBezTo>
                <a:close/>
                <a:moveTo>
                  <a:pt x="7173716" y="496762"/>
                </a:moveTo>
                <a:lnTo>
                  <a:pt x="7196344" y="535962"/>
                </a:lnTo>
                <a:cubicBezTo>
                  <a:pt x="7196344" y="535962"/>
                  <a:pt x="7154020" y="567640"/>
                  <a:pt x="7100606" y="598490"/>
                </a:cubicBezTo>
                <a:cubicBezTo>
                  <a:pt x="7047191" y="629340"/>
                  <a:pt x="6998558" y="650120"/>
                  <a:pt x="6998558" y="650120"/>
                </a:cubicBezTo>
                <a:lnTo>
                  <a:pt x="6975995" y="610919"/>
                </a:lnTo>
                <a:cubicBezTo>
                  <a:pt x="6975995" y="610919"/>
                  <a:pt x="7018317" y="579241"/>
                  <a:pt x="7071731" y="548391"/>
                </a:cubicBezTo>
                <a:cubicBezTo>
                  <a:pt x="7125146" y="517541"/>
                  <a:pt x="7173716" y="496762"/>
                  <a:pt x="7173716" y="496762"/>
                </a:cubicBezTo>
                <a:close/>
                <a:moveTo>
                  <a:pt x="7394128" y="496759"/>
                </a:moveTo>
                <a:cubicBezTo>
                  <a:pt x="7394128" y="496759"/>
                  <a:pt x="7442762" y="517537"/>
                  <a:pt x="7496176" y="548387"/>
                </a:cubicBezTo>
                <a:cubicBezTo>
                  <a:pt x="7549590" y="579238"/>
                  <a:pt x="7591913" y="610915"/>
                  <a:pt x="7591913" y="610915"/>
                </a:cubicBezTo>
                <a:lnTo>
                  <a:pt x="7569286" y="650116"/>
                </a:lnTo>
                <a:cubicBezTo>
                  <a:pt x="7569286" y="650116"/>
                  <a:pt x="7520716" y="629273"/>
                  <a:pt x="7467302" y="598486"/>
                </a:cubicBezTo>
                <a:cubicBezTo>
                  <a:pt x="7413887" y="567637"/>
                  <a:pt x="7371564" y="535958"/>
                  <a:pt x="7371564" y="535958"/>
                </a:cubicBezTo>
                <a:close/>
                <a:moveTo>
                  <a:pt x="7964857" y="496753"/>
                </a:moveTo>
                <a:lnTo>
                  <a:pt x="7987485" y="535953"/>
                </a:lnTo>
                <a:cubicBezTo>
                  <a:pt x="7987485" y="535953"/>
                  <a:pt x="7945161" y="567632"/>
                  <a:pt x="7891747" y="598481"/>
                </a:cubicBezTo>
                <a:cubicBezTo>
                  <a:pt x="7838333" y="629331"/>
                  <a:pt x="7789699" y="650111"/>
                  <a:pt x="7789699" y="650111"/>
                </a:cubicBezTo>
                <a:lnTo>
                  <a:pt x="7767072" y="610910"/>
                </a:lnTo>
                <a:cubicBezTo>
                  <a:pt x="7767072" y="610910"/>
                  <a:pt x="7809395" y="579233"/>
                  <a:pt x="7862809" y="548382"/>
                </a:cubicBezTo>
                <a:cubicBezTo>
                  <a:pt x="7916223" y="517532"/>
                  <a:pt x="7964857" y="496753"/>
                  <a:pt x="7964857" y="496753"/>
                </a:cubicBezTo>
                <a:close/>
                <a:moveTo>
                  <a:pt x="8185270" y="496750"/>
                </a:moveTo>
                <a:cubicBezTo>
                  <a:pt x="8185270" y="496750"/>
                  <a:pt x="8233904" y="517528"/>
                  <a:pt x="8287318" y="548378"/>
                </a:cubicBezTo>
                <a:cubicBezTo>
                  <a:pt x="8340732" y="579229"/>
                  <a:pt x="8383056" y="610907"/>
                  <a:pt x="8383056" y="610907"/>
                </a:cubicBezTo>
                <a:lnTo>
                  <a:pt x="8360428" y="650108"/>
                </a:lnTo>
                <a:cubicBezTo>
                  <a:pt x="8360428" y="650108"/>
                  <a:pt x="8311794" y="629265"/>
                  <a:pt x="8258443" y="598478"/>
                </a:cubicBezTo>
                <a:cubicBezTo>
                  <a:pt x="8204965" y="567628"/>
                  <a:pt x="8162642" y="535949"/>
                  <a:pt x="8162642" y="535949"/>
                </a:cubicBezTo>
                <a:close/>
                <a:moveTo>
                  <a:pt x="8755998" y="496745"/>
                </a:moveTo>
                <a:lnTo>
                  <a:pt x="8778626" y="535944"/>
                </a:lnTo>
                <a:cubicBezTo>
                  <a:pt x="8778626" y="535944"/>
                  <a:pt x="8736302" y="567623"/>
                  <a:pt x="8682888" y="598473"/>
                </a:cubicBezTo>
                <a:cubicBezTo>
                  <a:pt x="8629474" y="629323"/>
                  <a:pt x="8580840" y="650103"/>
                  <a:pt x="8580840" y="650103"/>
                </a:cubicBezTo>
                <a:lnTo>
                  <a:pt x="8558213" y="610902"/>
                </a:lnTo>
                <a:cubicBezTo>
                  <a:pt x="8558213" y="610902"/>
                  <a:pt x="8600536" y="579224"/>
                  <a:pt x="8653951" y="548373"/>
                </a:cubicBezTo>
                <a:cubicBezTo>
                  <a:pt x="8707364" y="517523"/>
                  <a:pt x="8755998" y="496745"/>
                  <a:pt x="8755998" y="496745"/>
                </a:cubicBezTo>
                <a:close/>
                <a:moveTo>
                  <a:pt x="8976412" y="496741"/>
                </a:moveTo>
                <a:cubicBezTo>
                  <a:pt x="8976412" y="496741"/>
                  <a:pt x="9025046" y="517519"/>
                  <a:pt x="9078460" y="548369"/>
                </a:cubicBezTo>
                <a:cubicBezTo>
                  <a:pt x="9131874" y="579220"/>
                  <a:pt x="9174198" y="610898"/>
                  <a:pt x="9174198" y="610898"/>
                </a:cubicBezTo>
                <a:lnTo>
                  <a:pt x="9151570" y="650099"/>
                </a:lnTo>
                <a:cubicBezTo>
                  <a:pt x="9151570" y="650099"/>
                  <a:pt x="9102936" y="629256"/>
                  <a:pt x="9049585" y="598469"/>
                </a:cubicBezTo>
                <a:cubicBezTo>
                  <a:pt x="8996107" y="567619"/>
                  <a:pt x="8953784" y="535940"/>
                  <a:pt x="8953784" y="535940"/>
                </a:cubicBezTo>
                <a:close/>
                <a:moveTo>
                  <a:pt x="9547140" y="496736"/>
                </a:moveTo>
                <a:lnTo>
                  <a:pt x="9569704" y="535935"/>
                </a:lnTo>
                <a:cubicBezTo>
                  <a:pt x="9569704" y="535935"/>
                  <a:pt x="9527381" y="567614"/>
                  <a:pt x="9474030" y="598464"/>
                </a:cubicBezTo>
                <a:cubicBezTo>
                  <a:pt x="9420552" y="629314"/>
                  <a:pt x="9371982" y="650094"/>
                  <a:pt x="9371982" y="650094"/>
                </a:cubicBezTo>
                <a:lnTo>
                  <a:pt x="9349355" y="610893"/>
                </a:lnTo>
                <a:cubicBezTo>
                  <a:pt x="9349355" y="610893"/>
                  <a:pt x="9391678" y="579215"/>
                  <a:pt x="9445093" y="548364"/>
                </a:cubicBezTo>
                <a:cubicBezTo>
                  <a:pt x="9498507" y="517514"/>
                  <a:pt x="9547140" y="496736"/>
                  <a:pt x="9547140" y="496736"/>
                </a:cubicBezTo>
                <a:close/>
                <a:moveTo>
                  <a:pt x="9767553" y="496732"/>
                </a:moveTo>
                <a:cubicBezTo>
                  <a:pt x="9767553" y="496732"/>
                  <a:pt x="9816123" y="517511"/>
                  <a:pt x="9869601" y="548361"/>
                </a:cubicBezTo>
                <a:cubicBezTo>
                  <a:pt x="9922951" y="579211"/>
                  <a:pt x="9965275" y="610889"/>
                  <a:pt x="9965275" y="610889"/>
                </a:cubicBezTo>
                <a:lnTo>
                  <a:pt x="9942711" y="650090"/>
                </a:lnTo>
                <a:cubicBezTo>
                  <a:pt x="9942711" y="650090"/>
                  <a:pt x="9894077" y="629247"/>
                  <a:pt x="9840663" y="598460"/>
                </a:cubicBezTo>
                <a:cubicBezTo>
                  <a:pt x="9787248" y="567610"/>
                  <a:pt x="9744925" y="535932"/>
                  <a:pt x="9744925" y="535932"/>
                </a:cubicBezTo>
                <a:close/>
                <a:moveTo>
                  <a:pt x="10338218" y="496727"/>
                </a:moveTo>
                <a:lnTo>
                  <a:pt x="10360845" y="535926"/>
                </a:lnTo>
                <a:cubicBezTo>
                  <a:pt x="10360845" y="535926"/>
                  <a:pt x="10318522" y="567605"/>
                  <a:pt x="10265107" y="598455"/>
                </a:cubicBezTo>
                <a:cubicBezTo>
                  <a:pt x="10211693" y="629305"/>
                  <a:pt x="10163059" y="650085"/>
                  <a:pt x="10163059" y="650085"/>
                </a:cubicBezTo>
                <a:lnTo>
                  <a:pt x="10140496" y="610884"/>
                </a:lnTo>
                <a:cubicBezTo>
                  <a:pt x="10140496" y="610884"/>
                  <a:pt x="10182819" y="579206"/>
                  <a:pt x="10236234" y="548355"/>
                </a:cubicBezTo>
                <a:cubicBezTo>
                  <a:pt x="10289648" y="517505"/>
                  <a:pt x="10338218" y="496727"/>
                  <a:pt x="10338218" y="496727"/>
                </a:cubicBezTo>
                <a:close/>
                <a:moveTo>
                  <a:pt x="10558630" y="496723"/>
                </a:moveTo>
                <a:cubicBezTo>
                  <a:pt x="10558630" y="496723"/>
                  <a:pt x="10607264" y="517502"/>
                  <a:pt x="10660678" y="548352"/>
                </a:cubicBezTo>
                <a:cubicBezTo>
                  <a:pt x="10714092" y="579202"/>
                  <a:pt x="10756416" y="610880"/>
                  <a:pt x="10756416" y="610880"/>
                </a:cubicBezTo>
                <a:lnTo>
                  <a:pt x="10733788" y="650081"/>
                </a:lnTo>
                <a:cubicBezTo>
                  <a:pt x="10733788" y="650081"/>
                  <a:pt x="10685218" y="629238"/>
                  <a:pt x="10631804" y="598451"/>
                </a:cubicBezTo>
                <a:cubicBezTo>
                  <a:pt x="10578389" y="567602"/>
                  <a:pt x="10536066" y="535923"/>
                  <a:pt x="10536066" y="535923"/>
                </a:cubicBezTo>
                <a:close/>
                <a:moveTo>
                  <a:pt x="11129360" y="496718"/>
                </a:moveTo>
                <a:lnTo>
                  <a:pt x="11151987" y="535918"/>
                </a:lnTo>
                <a:cubicBezTo>
                  <a:pt x="11151987" y="535918"/>
                  <a:pt x="11109664" y="567597"/>
                  <a:pt x="11056249" y="598446"/>
                </a:cubicBezTo>
                <a:cubicBezTo>
                  <a:pt x="11002835" y="629296"/>
                  <a:pt x="10954201" y="650076"/>
                  <a:pt x="10954201" y="650076"/>
                </a:cubicBezTo>
                <a:lnTo>
                  <a:pt x="10931638" y="610875"/>
                </a:lnTo>
                <a:cubicBezTo>
                  <a:pt x="10931638" y="610875"/>
                  <a:pt x="10973961" y="579198"/>
                  <a:pt x="11027376" y="548347"/>
                </a:cubicBezTo>
                <a:cubicBezTo>
                  <a:pt x="11080790" y="517497"/>
                  <a:pt x="11129360" y="496718"/>
                  <a:pt x="11129360" y="496718"/>
                </a:cubicBezTo>
                <a:close/>
                <a:moveTo>
                  <a:pt x="11349772" y="496714"/>
                </a:moveTo>
                <a:cubicBezTo>
                  <a:pt x="11349772" y="496714"/>
                  <a:pt x="11398406" y="517493"/>
                  <a:pt x="11451820" y="548343"/>
                </a:cubicBezTo>
                <a:cubicBezTo>
                  <a:pt x="11505234" y="579194"/>
                  <a:pt x="11547558" y="610872"/>
                  <a:pt x="11547558" y="610872"/>
                </a:cubicBezTo>
                <a:lnTo>
                  <a:pt x="11524930" y="650073"/>
                </a:lnTo>
                <a:cubicBezTo>
                  <a:pt x="11524930" y="650073"/>
                  <a:pt x="11476360" y="629230"/>
                  <a:pt x="11422946" y="598443"/>
                </a:cubicBezTo>
                <a:cubicBezTo>
                  <a:pt x="11369531" y="567593"/>
                  <a:pt x="11327208" y="535914"/>
                  <a:pt x="11327208" y="535914"/>
                </a:cubicBezTo>
                <a:close/>
                <a:moveTo>
                  <a:pt x="11920501" y="496709"/>
                </a:moveTo>
                <a:lnTo>
                  <a:pt x="11943128" y="535909"/>
                </a:lnTo>
                <a:cubicBezTo>
                  <a:pt x="11943128" y="535909"/>
                  <a:pt x="11900804" y="567588"/>
                  <a:pt x="11847390" y="598438"/>
                </a:cubicBezTo>
                <a:cubicBezTo>
                  <a:pt x="11793976" y="629288"/>
                  <a:pt x="11745343" y="650068"/>
                  <a:pt x="11745343" y="650068"/>
                </a:cubicBezTo>
                <a:lnTo>
                  <a:pt x="11722715" y="610867"/>
                </a:lnTo>
                <a:cubicBezTo>
                  <a:pt x="11722715" y="610867"/>
                  <a:pt x="11765038" y="579189"/>
                  <a:pt x="11818516" y="548338"/>
                </a:cubicBezTo>
                <a:cubicBezTo>
                  <a:pt x="11871867" y="517488"/>
                  <a:pt x="11920501" y="496709"/>
                  <a:pt x="11920501" y="496709"/>
                </a:cubicBezTo>
                <a:close/>
                <a:moveTo>
                  <a:pt x="12140914" y="496705"/>
                </a:moveTo>
                <a:cubicBezTo>
                  <a:pt x="12140914" y="496705"/>
                  <a:pt x="12153072" y="501900"/>
                  <a:pt x="12171908" y="510951"/>
                </a:cubicBezTo>
                <a:lnTo>
                  <a:pt x="12203753" y="527705"/>
                </a:lnTo>
                <a:lnTo>
                  <a:pt x="12203753" y="591920"/>
                </a:lnTo>
                <a:lnTo>
                  <a:pt x="12146132" y="555601"/>
                </a:lnTo>
                <a:cubicBezTo>
                  <a:pt x="12128867" y="543825"/>
                  <a:pt x="12118286" y="535905"/>
                  <a:pt x="12118286" y="535905"/>
                </a:cubicBezTo>
                <a:close/>
                <a:moveTo>
                  <a:pt x="536848" y="345141"/>
                </a:moveTo>
                <a:lnTo>
                  <a:pt x="582102" y="345141"/>
                </a:lnTo>
                <a:cubicBezTo>
                  <a:pt x="582102" y="345141"/>
                  <a:pt x="588413" y="397662"/>
                  <a:pt x="588413" y="459360"/>
                </a:cubicBezTo>
                <a:cubicBezTo>
                  <a:pt x="588413" y="521060"/>
                  <a:pt x="582102" y="573517"/>
                  <a:pt x="582102" y="573517"/>
                </a:cubicBezTo>
                <a:lnTo>
                  <a:pt x="536848" y="573517"/>
                </a:lnTo>
                <a:cubicBezTo>
                  <a:pt x="536848" y="573517"/>
                  <a:pt x="530602" y="520995"/>
                  <a:pt x="530602" y="459360"/>
                </a:cubicBezTo>
                <a:cubicBezTo>
                  <a:pt x="530602" y="397726"/>
                  <a:pt x="536848" y="345141"/>
                  <a:pt x="536848" y="345141"/>
                </a:cubicBezTo>
                <a:close/>
                <a:moveTo>
                  <a:pt x="1327990" y="345132"/>
                </a:moveTo>
                <a:lnTo>
                  <a:pt x="1373245" y="345132"/>
                </a:lnTo>
                <a:cubicBezTo>
                  <a:pt x="1373245" y="345132"/>
                  <a:pt x="1379556" y="397653"/>
                  <a:pt x="1379556" y="459351"/>
                </a:cubicBezTo>
                <a:cubicBezTo>
                  <a:pt x="1379556" y="521051"/>
                  <a:pt x="1373245" y="573508"/>
                  <a:pt x="1373245" y="573508"/>
                </a:cubicBezTo>
                <a:lnTo>
                  <a:pt x="1327990" y="573508"/>
                </a:lnTo>
                <a:cubicBezTo>
                  <a:pt x="1327990" y="573508"/>
                  <a:pt x="1321744" y="520987"/>
                  <a:pt x="1321744" y="459351"/>
                </a:cubicBezTo>
                <a:cubicBezTo>
                  <a:pt x="1321744" y="397717"/>
                  <a:pt x="1327990" y="345132"/>
                  <a:pt x="1327990" y="345132"/>
                </a:cubicBezTo>
                <a:close/>
                <a:moveTo>
                  <a:pt x="2119119" y="345122"/>
                </a:moveTo>
                <a:lnTo>
                  <a:pt x="2164366" y="345122"/>
                </a:lnTo>
                <a:cubicBezTo>
                  <a:pt x="2164366" y="345122"/>
                  <a:pt x="2170679" y="397643"/>
                  <a:pt x="2170679" y="459342"/>
                </a:cubicBezTo>
                <a:cubicBezTo>
                  <a:pt x="2170679" y="521042"/>
                  <a:pt x="2164366" y="573499"/>
                  <a:pt x="2164366" y="573499"/>
                </a:cubicBezTo>
                <a:lnTo>
                  <a:pt x="2119119" y="573499"/>
                </a:lnTo>
                <a:cubicBezTo>
                  <a:pt x="2119119" y="573499"/>
                  <a:pt x="2112868" y="520978"/>
                  <a:pt x="2112868" y="459342"/>
                </a:cubicBezTo>
                <a:cubicBezTo>
                  <a:pt x="2112868" y="397708"/>
                  <a:pt x="2119119" y="345122"/>
                  <a:pt x="2119119" y="345122"/>
                </a:cubicBezTo>
                <a:close/>
                <a:moveTo>
                  <a:pt x="2910259" y="345113"/>
                </a:moveTo>
                <a:lnTo>
                  <a:pt x="2955512" y="345113"/>
                </a:lnTo>
                <a:cubicBezTo>
                  <a:pt x="2955512" y="345113"/>
                  <a:pt x="2961822" y="397635"/>
                  <a:pt x="2961822" y="459333"/>
                </a:cubicBezTo>
                <a:cubicBezTo>
                  <a:pt x="2961822" y="521033"/>
                  <a:pt x="2955512" y="573490"/>
                  <a:pt x="2955512" y="573490"/>
                </a:cubicBezTo>
                <a:lnTo>
                  <a:pt x="2910259" y="573490"/>
                </a:lnTo>
                <a:cubicBezTo>
                  <a:pt x="2910259" y="573490"/>
                  <a:pt x="2904013" y="520969"/>
                  <a:pt x="2904013" y="459333"/>
                </a:cubicBezTo>
                <a:cubicBezTo>
                  <a:pt x="2904013" y="397699"/>
                  <a:pt x="2910259" y="345113"/>
                  <a:pt x="2910259" y="345113"/>
                </a:cubicBezTo>
                <a:close/>
                <a:moveTo>
                  <a:pt x="3701387" y="345104"/>
                </a:moveTo>
                <a:lnTo>
                  <a:pt x="3746642" y="345104"/>
                </a:lnTo>
                <a:cubicBezTo>
                  <a:pt x="3746642" y="345104"/>
                  <a:pt x="3752953" y="397625"/>
                  <a:pt x="3752953" y="459324"/>
                </a:cubicBezTo>
                <a:cubicBezTo>
                  <a:pt x="3752953" y="521024"/>
                  <a:pt x="3746642" y="573482"/>
                  <a:pt x="3746642" y="573482"/>
                </a:cubicBezTo>
                <a:lnTo>
                  <a:pt x="3701387" y="573482"/>
                </a:lnTo>
                <a:cubicBezTo>
                  <a:pt x="3701387" y="573482"/>
                  <a:pt x="3695075" y="520960"/>
                  <a:pt x="3695075" y="459324"/>
                </a:cubicBezTo>
                <a:cubicBezTo>
                  <a:pt x="3695075" y="397689"/>
                  <a:pt x="3701387" y="345104"/>
                  <a:pt x="3701387" y="345104"/>
                </a:cubicBezTo>
                <a:close/>
                <a:moveTo>
                  <a:pt x="4492377" y="345095"/>
                </a:moveTo>
                <a:lnTo>
                  <a:pt x="4537632" y="345095"/>
                </a:lnTo>
                <a:cubicBezTo>
                  <a:pt x="4537632" y="345095"/>
                  <a:pt x="4543944" y="397616"/>
                  <a:pt x="4543944" y="459315"/>
                </a:cubicBezTo>
                <a:cubicBezTo>
                  <a:pt x="4543944" y="521015"/>
                  <a:pt x="4537632" y="573473"/>
                  <a:pt x="4537632" y="573473"/>
                </a:cubicBezTo>
                <a:lnTo>
                  <a:pt x="4492377" y="573473"/>
                </a:lnTo>
                <a:cubicBezTo>
                  <a:pt x="4492377" y="573473"/>
                  <a:pt x="4486066" y="520951"/>
                  <a:pt x="4486066" y="459315"/>
                </a:cubicBezTo>
                <a:cubicBezTo>
                  <a:pt x="4486066" y="397680"/>
                  <a:pt x="4492377" y="345095"/>
                  <a:pt x="4492377" y="345095"/>
                </a:cubicBezTo>
                <a:close/>
                <a:moveTo>
                  <a:pt x="5283517" y="345083"/>
                </a:moveTo>
                <a:lnTo>
                  <a:pt x="5328774" y="345083"/>
                </a:lnTo>
                <a:cubicBezTo>
                  <a:pt x="5328774" y="345083"/>
                  <a:pt x="5335085" y="397604"/>
                  <a:pt x="5335085" y="459304"/>
                </a:cubicBezTo>
                <a:cubicBezTo>
                  <a:pt x="5335085" y="521004"/>
                  <a:pt x="5328774" y="573461"/>
                  <a:pt x="5328774" y="573461"/>
                </a:cubicBezTo>
                <a:lnTo>
                  <a:pt x="5283517" y="573461"/>
                </a:lnTo>
                <a:cubicBezTo>
                  <a:pt x="5283517" y="573461"/>
                  <a:pt x="5277207" y="520940"/>
                  <a:pt x="5277207" y="459304"/>
                </a:cubicBezTo>
                <a:cubicBezTo>
                  <a:pt x="5277207" y="397668"/>
                  <a:pt x="5283517" y="345083"/>
                  <a:pt x="5283517" y="345083"/>
                </a:cubicBezTo>
                <a:close/>
                <a:moveTo>
                  <a:pt x="6074648" y="345077"/>
                </a:moveTo>
                <a:lnTo>
                  <a:pt x="6119901" y="345077"/>
                </a:lnTo>
                <a:cubicBezTo>
                  <a:pt x="6119901" y="345077"/>
                  <a:pt x="6126212" y="397598"/>
                  <a:pt x="6126212" y="459297"/>
                </a:cubicBezTo>
                <a:cubicBezTo>
                  <a:pt x="6126212" y="520998"/>
                  <a:pt x="6119901" y="573455"/>
                  <a:pt x="6119901" y="573455"/>
                </a:cubicBezTo>
                <a:lnTo>
                  <a:pt x="6074648" y="573455"/>
                </a:lnTo>
                <a:cubicBezTo>
                  <a:pt x="6074648" y="573455"/>
                  <a:pt x="6068400" y="520934"/>
                  <a:pt x="6068400" y="459297"/>
                </a:cubicBezTo>
                <a:cubicBezTo>
                  <a:pt x="6068400" y="397662"/>
                  <a:pt x="6074648" y="345077"/>
                  <a:pt x="6074648" y="345077"/>
                </a:cubicBezTo>
                <a:close/>
                <a:moveTo>
                  <a:pt x="6865787" y="345068"/>
                </a:moveTo>
                <a:lnTo>
                  <a:pt x="6910979" y="345068"/>
                </a:lnTo>
                <a:cubicBezTo>
                  <a:pt x="6910979" y="345068"/>
                  <a:pt x="6917290" y="397589"/>
                  <a:pt x="6917290" y="459288"/>
                </a:cubicBezTo>
                <a:cubicBezTo>
                  <a:pt x="6917290" y="520989"/>
                  <a:pt x="6910979" y="573446"/>
                  <a:pt x="6910979" y="573446"/>
                </a:cubicBezTo>
                <a:lnTo>
                  <a:pt x="6865787" y="573446"/>
                </a:lnTo>
                <a:cubicBezTo>
                  <a:pt x="6865787" y="573446"/>
                  <a:pt x="6859477" y="520925"/>
                  <a:pt x="6859477" y="459288"/>
                </a:cubicBezTo>
                <a:cubicBezTo>
                  <a:pt x="6859477" y="397653"/>
                  <a:pt x="6865787" y="345068"/>
                  <a:pt x="6865787" y="345068"/>
                </a:cubicBezTo>
                <a:close/>
                <a:moveTo>
                  <a:pt x="7656865" y="345059"/>
                </a:moveTo>
                <a:lnTo>
                  <a:pt x="7702121" y="345059"/>
                </a:lnTo>
                <a:cubicBezTo>
                  <a:pt x="7702121" y="345059"/>
                  <a:pt x="7708431" y="397580"/>
                  <a:pt x="7708431" y="459279"/>
                </a:cubicBezTo>
                <a:cubicBezTo>
                  <a:pt x="7708431" y="520980"/>
                  <a:pt x="7702121" y="573438"/>
                  <a:pt x="7702121" y="573438"/>
                </a:cubicBezTo>
                <a:lnTo>
                  <a:pt x="7656865" y="573438"/>
                </a:lnTo>
                <a:cubicBezTo>
                  <a:pt x="7656865" y="573438"/>
                  <a:pt x="7650619" y="520916"/>
                  <a:pt x="7650619" y="459279"/>
                </a:cubicBezTo>
                <a:cubicBezTo>
                  <a:pt x="7650619" y="397644"/>
                  <a:pt x="7656865" y="345059"/>
                  <a:pt x="7656865" y="345059"/>
                </a:cubicBezTo>
                <a:close/>
                <a:moveTo>
                  <a:pt x="8448006" y="345049"/>
                </a:moveTo>
                <a:lnTo>
                  <a:pt x="8493261" y="345049"/>
                </a:lnTo>
                <a:cubicBezTo>
                  <a:pt x="8493261" y="345049"/>
                  <a:pt x="8499508" y="397571"/>
                  <a:pt x="8499508" y="459270"/>
                </a:cubicBezTo>
                <a:cubicBezTo>
                  <a:pt x="8499508" y="520971"/>
                  <a:pt x="8493261" y="573429"/>
                  <a:pt x="8493261" y="573429"/>
                </a:cubicBezTo>
                <a:lnTo>
                  <a:pt x="8448006" y="573429"/>
                </a:lnTo>
                <a:cubicBezTo>
                  <a:pt x="8448006" y="573429"/>
                  <a:pt x="8441696" y="520907"/>
                  <a:pt x="8441696" y="459270"/>
                </a:cubicBezTo>
                <a:cubicBezTo>
                  <a:pt x="8441696" y="397635"/>
                  <a:pt x="8448006" y="345049"/>
                  <a:pt x="8448006" y="345049"/>
                </a:cubicBezTo>
                <a:close/>
                <a:moveTo>
                  <a:pt x="9239148" y="345040"/>
                </a:moveTo>
                <a:lnTo>
                  <a:pt x="9284403" y="345040"/>
                </a:lnTo>
                <a:cubicBezTo>
                  <a:pt x="9284403" y="345040"/>
                  <a:pt x="9290650" y="397562"/>
                  <a:pt x="9290650" y="459262"/>
                </a:cubicBezTo>
                <a:cubicBezTo>
                  <a:pt x="9290650" y="520962"/>
                  <a:pt x="9284403" y="573420"/>
                  <a:pt x="9284403" y="573420"/>
                </a:cubicBezTo>
                <a:lnTo>
                  <a:pt x="9239148" y="573420"/>
                </a:lnTo>
                <a:cubicBezTo>
                  <a:pt x="9239148" y="573420"/>
                  <a:pt x="9232838" y="520898"/>
                  <a:pt x="9232838" y="459262"/>
                </a:cubicBezTo>
                <a:cubicBezTo>
                  <a:pt x="9232838" y="397626"/>
                  <a:pt x="9239148" y="345040"/>
                  <a:pt x="9239148" y="345040"/>
                </a:cubicBezTo>
                <a:close/>
                <a:moveTo>
                  <a:pt x="10030289" y="345031"/>
                </a:moveTo>
                <a:lnTo>
                  <a:pt x="10075481" y="345031"/>
                </a:lnTo>
                <a:cubicBezTo>
                  <a:pt x="10075481" y="345031"/>
                  <a:pt x="10081791" y="397553"/>
                  <a:pt x="10081791" y="459253"/>
                </a:cubicBezTo>
                <a:cubicBezTo>
                  <a:pt x="10081791" y="520953"/>
                  <a:pt x="10075481" y="573411"/>
                  <a:pt x="10075481" y="573411"/>
                </a:cubicBezTo>
                <a:lnTo>
                  <a:pt x="10030289" y="573411"/>
                </a:lnTo>
                <a:cubicBezTo>
                  <a:pt x="10030289" y="573411"/>
                  <a:pt x="10023979" y="520889"/>
                  <a:pt x="10023979" y="459253"/>
                </a:cubicBezTo>
                <a:cubicBezTo>
                  <a:pt x="10023979" y="397617"/>
                  <a:pt x="10030289" y="345031"/>
                  <a:pt x="10030289" y="345031"/>
                </a:cubicBezTo>
                <a:close/>
                <a:moveTo>
                  <a:pt x="10821367" y="345022"/>
                </a:moveTo>
                <a:lnTo>
                  <a:pt x="10866623" y="345022"/>
                </a:lnTo>
                <a:cubicBezTo>
                  <a:pt x="10866623" y="345022"/>
                  <a:pt x="10872933" y="397544"/>
                  <a:pt x="10872933" y="459244"/>
                </a:cubicBezTo>
                <a:cubicBezTo>
                  <a:pt x="10872933" y="520944"/>
                  <a:pt x="10866623" y="573402"/>
                  <a:pt x="10866623" y="573402"/>
                </a:cubicBezTo>
                <a:lnTo>
                  <a:pt x="10821367" y="573402"/>
                </a:lnTo>
                <a:cubicBezTo>
                  <a:pt x="10821367" y="573402"/>
                  <a:pt x="10815121" y="520880"/>
                  <a:pt x="10815121" y="459244"/>
                </a:cubicBezTo>
                <a:cubicBezTo>
                  <a:pt x="10815121" y="397608"/>
                  <a:pt x="10821367" y="345022"/>
                  <a:pt x="10821367" y="345022"/>
                </a:cubicBezTo>
                <a:close/>
                <a:moveTo>
                  <a:pt x="11612508" y="345013"/>
                </a:moveTo>
                <a:lnTo>
                  <a:pt x="11657764" y="345013"/>
                </a:lnTo>
                <a:cubicBezTo>
                  <a:pt x="11657764" y="345013"/>
                  <a:pt x="11664075" y="397535"/>
                  <a:pt x="11664075" y="459235"/>
                </a:cubicBezTo>
                <a:cubicBezTo>
                  <a:pt x="11664075" y="520936"/>
                  <a:pt x="11657764" y="573393"/>
                  <a:pt x="11657764" y="573393"/>
                </a:cubicBezTo>
                <a:lnTo>
                  <a:pt x="11612508" y="573393"/>
                </a:lnTo>
                <a:cubicBezTo>
                  <a:pt x="11612508" y="573393"/>
                  <a:pt x="11606262" y="520872"/>
                  <a:pt x="11606262" y="459235"/>
                </a:cubicBezTo>
                <a:cubicBezTo>
                  <a:pt x="11606262" y="397599"/>
                  <a:pt x="11612508" y="345013"/>
                  <a:pt x="11612508" y="345013"/>
                </a:cubicBezTo>
                <a:close/>
                <a:moveTo>
                  <a:pt x="0" y="332294"/>
                </a:moveTo>
                <a:lnTo>
                  <a:pt x="48559" y="362926"/>
                </a:lnTo>
                <a:cubicBezTo>
                  <a:pt x="65816" y="374702"/>
                  <a:pt x="76396" y="382621"/>
                  <a:pt x="76396" y="382621"/>
                </a:cubicBezTo>
                <a:lnTo>
                  <a:pt x="53769" y="421820"/>
                </a:lnTo>
                <a:cubicBezTo>
                  <a:pt x="53769" y="421820"/>
                  <a:pt x="41611" y="416610"/>
                  <a:pt x="22784" y="407551"/>
                </a:cubicBezTo>
                <a:lnTo>
                  <a:pt x="0" y="395562"/>
                </a:lnTo>
                <a:close/>
                <a:moveTo>
                  <a:pt x="12203753" y="326467"/>
                </a:moveTo>
                <a:lnTo>
                  <a:pt x="12203753" y="390682"/>
                </a:lnTo>
                <a:lnTo>
                  <a:pt x="12171908" y="407437"/>
                </a:lnTo>
                <a:cubicBezTo>
                  <a:pt x="12153072" y="416488"/>
                  <a:pt x="12140914" y="421683"/>
                  <a:pt x="12140914" y="421683"/>
                </a:cubicBezTo>
                <a:lnTo>
                  <a:pt x="12118286" y="382482"/>
                </a:lnTo>
                <a:cubicBezTo>
                  <a:pt x="12118286" y="382482"/>
                  <a:pt x="12128867" y="374563"/>
                  <a:pt x="12146132" y="362787"/>
                </a:cubicBezTo>
                <a:close/>
                <a:moveTo>
                  <a:pt x="669795" y="268481"/>
                </a:moveTo>
                <a:lnTo>
                  <a:pt x="678178" y="272187"/>
                </a:lnTo>
                <a:cubicBezTo>
                  <a:pt x="694360" y="279476"/>
                  <a:pt x="731732" y="296948"/>
                  <a:pt x="771792" y="320086"/>
                </a:cubicBezTo>
                <a:cubicBezTo>
                  <a:pt x="825204" y="350936"/>
                  <a:pt x="867526" y="382613"/>
                  <a:pt x="867526" y="382613"/>
                </a:cubicBezTo>
                <a:lnTo>
                  <a:pt x="844900" y="421813"/>
                </a:lnTo>
                <a:cubicBezTo>
                  <a:pt x="844900" y="421813"/>
                  <a:pt x="796268" y="400971"/>
                  <a:pt x="742918" y="370184"/>
                </a:cubicBezTo>
                <a:cubicBezTo>
                  <a:pt x="689504" y="339335"/>
                  <a:pt x="647181" y="307657"/>
                  <a:pt x="647181" y="307657"/>
                </a:cubicBezTo>
                <a:close/>
                <a:moveTo>
                  <a:pt x="1460873" y="268471"/>
                </a:moveTo>
                <a:lnTo>
                  <a:pt x="1469257" y="272177"/>
                </a:lnTo>
                <a:cubicBezTo>
                  <a:pt x="1485439" y="279467"/>
                  <a:pt x="1522810" y="296939"/>
                  <a:pt x="1562870" y="320076"/>
                </a:cubicBezTo>
                <a:cubicBezTo>
                  <a:pt x="1616284" y="350927"/>
                  <a:pt x="1658607" y="382604"/>
                  <a:pt x="1658607" y="382604"/>
                </a:cubicBezTo>
                <a:lnTo>
                  <a:pt x="1635980" y="421804"/>
                </a:lnTo>
                <a:cubicBezTo>
                  <a:pt x="1635980" y="421804"/>
                  <a:pt x="1587348" y="400962"/>
                  <a:pt x="1533999" y="370175"/>
                </a:cubicBezTo>
                <a:cubicBezTo>
                  <a:pt x="1480583" y="339326"/>
                  <a:pt x="1438259" y="307647"/>
                  <a:pt x="1438259" y="307647"/>
                </a:cubicBezTo>
                <a:close/>
                <a:moveTo>
                  <a:pt x="2252000" y="268462"/>
                </a:moveTo>
                <a:lnTo>
                  <a:pt x="2260383" y="272168"/>
                </a:lnTo>
                <a:cubicBezTo>
                  <a:pt x="2276564" y="279458"/>
                  <a:pt x="2313933" y="296930"/>
                  <a:pt x="2353993" y="320067"/>
                </a:cubicBezTo>
                <a:cubicBezTo>
                  <a:pt x="2407411" y="350918"/>
                  <a:pt x="2449735" y="382595"/>
                  <a:pt x="2449735" y="382595"/>
                </a:cubicBezTo>
                <a:lnTo>
                  <a:pt x="2427108" y="421795"/>
                </a:lnTo>
                <a:cubicBezTo>
                  <a:pt x="2427108" y="421795"/>
                  <a:pt x="2378472" y="400953"/>
                  <a:pt x="2325122" y="370166"/>
                </a:cubicBezTo>
                <a:cubicBezTo>
                  <a:pt x="2271708" y="339317"/>
                  <a:pt x="2229387" y="307638"/>
                  <a:pt x="2229387" y="307638"/>
                </a:cubicBezTo>
                <a:close/>
                <a:moveTo>
                  <a:pt x="449268" y="268462"/>
                </a:moveTo>
                <a:lnTo>
                  <a:pt x="471896" y="307661"/>
                </a:lnTo>
                <a:cubicBezTo>
                  <a:pt x="471896" y="307661"/>
                  <a:pt x="429574" y="339340"/>
                  <a:pt x="376162" y="370189"/>
                </a:cubicBezTo>
                <a:cubicBezTo>
                  <a:pt x="322748" y="401038"/>
                  <a:pt x="274116" y="421818"/>
                  <a:pt x="274116" y="421818"/>
                </a:cubicBezTo>
                <a:lnTo>
                  <a:pt x="251487" y="382618"/>
                </a:lnTo>
                <a:lnTo>
                  <a:pt x="251551" y="382618"/>
                </a:lnTo>
                <a:cubicBezTo>
                  <a:pt x="251551" y="382618"/>
                  <a:pt x="293874" y="350940"/>
                  <a:pt x="347288" y="320090"/>
                </a:cubicBezTo>
                <a:cubicBezTo>
                  <a:pt x="400701" y="289240"/>
                  <a:pt x="449268" y="268462"/>
                  <a:pt x="449268" y="268462"/>
                </a:cubicBezTo>
                <a:close/>
                <a:moveTo>
                  <a:pt x="669744" y="268458"/>
                </a:moveTo>
                <a:lnTo>
                  <a:pt x="669808" y="268458"/>
                </a:lnTo>
                <a:lnTo>
                  <a:pt x="669795" y="268481"/>
                </a:lnTo>
                <a:close/>
                <a:moveTo>
                  <a:pt x="3043144" y="268453"/>
                </a:moveTo>
                <a:lnTo>
                  <a:pt x="3051523" y="272159"/>
                </a:lnTo>
                <a:cubicBezTo>
                  <a:pt x="3067710" y="279448"/>
                  <a:pt x="3105083" y="296921"/>
                  <a:pt x="3145144" y="320058"/>
                </a:cubicBezTo>
                <a:cubicBezTo>
                  <a:pt x="3198544" y="350908"/>
                  <a:pt x="3240871" y="382586"/>
                  <a:pt x="3240871" y="382586"/>
                </a:cubicBezTo>
                <a:lnTo>
                  <a:pt x="3218243" y="421786"/>
                </a:lnTo>
                <a:cubicBezTo>
                  <a:pt x="3218243" y="421786"/>
                  <a:pt x="3169618" y="400944"/>
                  <a:pt x="3116268" y="370157"/>
                </a:cubicBezTo>
                <a:cubicBezTo>
                  <a:pt x="3062852" y="339308"/>
                  <a:pt x="3020525" y="307629"/>
                  <a:pt x="3020525" y="307629"/>
                </a:cubicBezTo>
                <a:close/>
                <a:moveTo>
                  <a:pt x="1240476" y="268453"/>
                </a:moveTo>
                <a:lnTo>
                  <a:pt x="1263103" y="307652"/>
                </a:lnTo>
                <a:cubicBezTo>
                  <a:pt x="1263103" y="307652"/>
                  <a:pt x="1220781" y="339331"/>
                  <a:pt x="1167366" y="370180"/>
                </a:cubicBezTo>
                <a:cubicBezTo>
                  <a:pt x="1113950" y="401029"/>
                  <a:pt x="1065317" y="421809"/>
                  <a:pt x="1065317" y="421809"/>
                </a:cubicBezTo>
                <a:lnTo>
                  <a:pt x="1042681" y="382609"/>
                </a:lnTo>
                <a:cubicBezTo>
                  <a:pt x="1042681" y="382609"/>
                  <a:pt x="1085014" y="350931"/>
                  <a:pt x="1138427" y="320081"/>
                </a:cubicBezTo>
                <a:cubicBezTo>
                  <a:pt x="1191840" y="289231"/>
                  <a:pt x="1240476" y="268453"/>
                  <a:pt x="1240476" y="268453"/>
                </a:cubicBezTo>
                <a:close/>
                <a:moveTo>
                  <a:pt x="1460821" y="268448"/>
                </a:moveTo>
                <a:lnTo>
                  <a:pt x="1460890" y="268448"/>
                </a:lnTo>
                <a:lnTo>
                  <a:pt x="1460873" y="268471"/>
                </a:lnTo>
                <a:close/>
                <a:moveTo>
                  <a:pt x="2031546" y="268444"/>
                </a:moveTo>
                <a:lnTo>
                  <a:pt x="2054176" y="307643"/>
                </a:lnTo>
                <a:cubicBezTo>
                  <a:pt x="2054176" y="307643"/>
                  <a:pt x="2011851" y="339321"/>
                  <a:pt x="1958440" y="370171"/>
                </a:cubicBezTo>
                <a:cubicBezTo>
                  <a:pt x="1905024" y="401020"/>
                  <a:pt x="1856390" y="421800"/>
                  <a:pt x="1856390" y="421800"/>
                </a:cubicBezTo>
                <a:lnTo>
                  <a:pt x="1833765" y="382599"/>
                </a:lnTo>
                <a:cubicBezTo>
                  <a:pt x="1833765" y="382599"/>
                  <a:pt x="1876088" y="350922"/>
                  <a:pt x="1929500" y="320072"/>
                </a:cubicBezTo>
                <a:cubicBezTo>
                  <a:pt x="1982915" y="289222"/>
                  <a:pt x="2031546" y="268444"/>
                  <a:pt x="2031546" y="268444"/>
                </a:cubicBezTo>
                <a:close/>
                <a:moveTo>
                  <a:pt x="3834266" y="268443"/>
                </a:moveTo>
                <a:lnTo>
                  <a:pt x="3842651" y="272149"/>
                </a:lnTo>
                <a:cubicBezTo>
                  <a:pt x="3858829" y="279439"/>
                  <a:pt x="3896202" y="296911"/>
                  <a:pt x="3936263" y="320049"/>
                </a:cubicBezTo>
                <a:cubicBezTo>
                  <a:pt x="3989670" y="350899"/>
                  <a:pt x="4031992" y="382577"/>
                  <a:pt x="4031992" y="382577"/>
                </a:cubicBezTo>
                <a:lnTo>
                  <a:pt x="4009366" y="421777"/>
                </a:lnTo>
                <a:cubicBezTo>
                  <a:pt x="4009366" y="421777"/>
                  <a:pt x="3960740" y="400935"/>
                  <a:pt x="3907391" y="370148"/>
                </a:cubicBezTo>
                <a:cubicBezTo>
                  <a:pt x="3853972" y="339299"/>
                  <a:pt x="3811651" y="307620"/>
                  <a:pt x="3811651" y="307620"/>
                </a:cubicBezTo>
                <a:close/>
                <a:moveTo>
                  <a:pt x="2251951" y="268439"/>
                </a:moveTo>
                <a:lnTo>
                  <a:pt x="2252012" y="268439"/>
                </a:lnTo>
                <a:lnTo>
                  <a:pt x="2252000" y="268462"/>
                </a:lnTo>
                <a:close/>
                <a:moveTo>
                  <a:pt x="2822677" y="268435"/>
                </a:moveTo>
                <a:lnTo>
                  <a:pt x="2845305" y="307634"/>
                </a:lnTo>
                <a:cubicBezTo>
                  <a:pt x="2845305" y="307634"/>
                  <a:pt x="2802981" y="339312"/>
                  <a:pt x="2749571" y="370161"/>
                </a:cubicBezTo>
                <a:cubicBezTo>
                  <a:pt x="2696153" y="401011"/>
                  <a:pt x="2647521" y="421791"/>
                  <a:pt x="2647521" y="421791"/>
                </a:cubicBezTo>
                <a:lnTo>
                  <a:pt x="2624892" y="382590"/>
                </a:lnTo>
                <a:cubicBezTo>
                  <a:pt x="2624892" y="382590"/>
                  <a:pt x="2667217" y="350913"/>
                  <a:pt x="2720633" y="320063"/>
                </a:cubicBezTo>
                <a:cubicBezTo>
                  <a:pt x="2774046" y="289213"/>
                  <a:pt x="2822677" y="268435"/>
                  <a:pt x="2822677" y="268435"/>
                </a:cubicBezTo>
                <a:close/>
                <a:moveTo>
                  <a:pt x="4625259" y="268434"/>
                </a:moveTo>
                <a:lnTo>
                  <a:pt x="4633642" y="272140"/>
                </a:lnTo>
                <a:cubicBezTo>
                  <a:pt x="4649825" y="279430"/>
                  <a:pt x="4687193" y="296902"/>
                  <a:pt x="4727254" y="320040"/>
                </a:cubicBezTo>
                <a:cubicBezTo>
                  <a:pt x="4780668" y="350890"/>
                  <a:pt x="4822988" y="382568"/>
                  <a:pt x="4822988" y="382568"/>
                </a:cubicBezTo>
                <a:lnTo>
                  <a:pt x="4800366" y="421768"/>
                </a:lnTo>
                <a:cubicBezTo>
                  <a:pt x="4800366" y="421768"/>
                  <a:pt x="4751795" y="400926"/>
                  <a:pt x="4698380" y="370139"/>
                </a:cubicBezTo>
                <a:cubicBezTo>
                  <a:pt x="4644967" y="339290"/>
                  <a:pt x="4602649" y="307611"/>
                  <a:pt x="4602649" y="307611"/>
                </a:cubicBezTo>
                <a:close/>
                <a:moveTo>
                  <a:pt x="3043094" y="268430"/>
                </a:moveTo>
                <a:lnTo>
                  <a:pt x="3043156" y="268430"/>
                </a:lnTo>
                <a:lnTo>
                  <a:pt x="3043144" y="268453"/>
                </a:lnTo>
                <a:close/>
                <a:moveTo>
                  <a:pt x="5416402" y="268425"/>
                </a:moveTo>
                <a:lnTo>
                  <a:pt x="5424781" y="272131"/>
                </a:lnTo>
                <a:cubicBezTo>
                  <a:pt x="5440965" y="279421"/>
                  <a:pt x="5478335" y="296893"/>
                  <a:pt x="5518395" y="320030"/>
                </a:cubicBezTo>
                <a:cubicBezTo>
                  <a:pt x="5571809" y="350881"/>
                  <a:pt x="5614131" y="382559"/>
                  <a:pt x="5614131" y="382559"/>
                </a:cubicBezTo>
                <a:lnTo>
                  <a:pt x="5591504" y="421759"/>
                </a:lnTo>
                <a:cubicBezTo>
                  <a:pt x="5591504" y="421759"/>
                  <a:pt x="5542935" y="400916"/>
                  <a:pt x="5489521" y="370130"/>
                </a:cubicBezTo>
                <a:cubicBezTo>
                  <a:pt x="5436110" y="339280"/>
                  <a:pt x="5393787" y="307601"/>
                  <a:pt x="5393787" y="307601"/>
                </a:cubicBezTo>
                <a:close/>
                <a:moveTo>
                  <a:pt x="3613742" y="268425"/>
                </a:moveTo>
                <a:lnTo>
                  <a:pt x="3636372" y="307624"/>
                </a:lnTo>
                <a:cubicBezTo>
                  <a:pt x="3636372" y="307624"/>
                  <a:pt x="3594049" y="339303"/>
                  <a:pt x="3540639" y="370152"/>
                </a:cubicBezTo>
                <a:cubicBezTo>
                  <a:pt x="3487224" y="401002"/>
                  <a:pt x="3438588" y="421782"/>
                  <a:pt x="3438588" y="421782"/>
                </a:cubicBezTo>
                <a:lnTo>
                  <a:pt x="3415959" y="382581"/>
                </a:lnTo>
                <a:lnTo>
                  <a:pt x="3416027" y="382581"/>
                </a:lnTo>
                <a:cubicBezTo>
                  <a:pt x="3416027" y="382581"/>
                  <a:pt x="3458348" y="350904"/>
                  <a:pt x="3511767" y="320053"/>
                </a:cubicBezTo>
                <a:cubicBezTo>
                  <a:pt x="3565177" y="289204"/>
                  <a:pt x="3613742" y="268425"/>
                  <a:pt x="3613742" y="268425"/>
                </a:cubicBezTo>
                <a:close/>
                <a:moveTo>
                  <a:pt x="3834218" y="268421"/>
                </a:moveTo>
                <a:lnTo>
                  <a:pt x="3834279" y="268421"/>
                </a:lnTo>
                <a:lnTo>
                  <a:pt x="3834266" y="268443"/>
                </a:lnTo>
                <a:close/>
                <a:moveTo>
                  <a:pt x="4404792" y="268416"/>
                </a:moveTo>
                <a:lnTo>
                  <a:pt x="4427424" y="307615"/>
                </a:lnTo>
                <a:cubicBezTo>
                  <a:pt x="4427424" y="307615"/>
                  <a:pt x="4385099" y="339294"/>
                  <a:pt x="4331686" y="370143"/>
                </a:cubicBezTo>
                <a:cubicBezTo>
                  <a:pt x="4278272" y="400993"/>
                  <a:pt x="4229635" y="421773"/>
                  <a:pt x="4229635" y="421773"/>
                </a:cubicBezTo>
                <a:lnTo>
                  <a:pt x="4207009" y="382572"/>
                </a:lnTo>
                <a:lnTo>
                  <a:pt x="4207074" y="382572"/>
                </a:lnTo>
                <a:cubicBezTo>
                  <a:pt x="4207074" y="382572"/>
                  <a:pt x="4249395" y="350895"/>
                  <a:pt x="4302809" y="320044"/>
                </a:cubicBezTo>
                <a:cubicBezTo>
                  <a:pt x="4356222" y="289194"/>
                  <a:pt x="4404792" y="268416"/>
                  <a:pt x="4404792" y="268416"/>
                </a:cubicBezTo>
                <a:close/>
                <a:moveTo>
                  <a:pt x="4625211" y="268411"/>
                </a:moveTo>
                <a:lnTo>
                  <a:pt x="4625271" y="268411"/>
                </a:lnTo>
                <a:lnTo>
                  <a:pt x="4625259" y="268434"/>
                </a:lnTo>
                <a:close/>
                <a:moveTo>
                  <a:pt x="5195941" y="268407"/>
                </a:moveTo>
                <a:lnTo>
                  <a:pt x="5218566" y="307606"/>
                </a:lnTo>
                <a:cubicBezTo>
                  <a:pt x="5218566" y="307606"/>
                  <a:pt x="5176242" y="339285"/>
                  <a:pt x="5122827" y="370134"/>
                </a:cubicBezTo>
                <a:cubicBezTo>
                  <a:pt x="5069416" y="400984"/>
                  <a:pt x="5020783" y="421764"/>
                  <a:pt x="5020783" y="421764"/>
                </a:cubicBezTo>
                <a:lnTo>
                  <a:pt x="4998155" y="382563"/>
                </a:lnTo>
                <a:lnTo>
                  <a:pt x="4998215" y="382563"/>
                </a:lnTo>
                <a:cubicBezTo>
                  <a:pt x="4998215" y="382563"/>
                  <a:pt x="5040542" y="350886"/>
                  <a:pt x="5093953" y="320035"/>
                </a:cubicBezTo>
                <a:cubicBezTo>
                  <a:pt x="5147369" y="289185"/>
                  <a:pt x="5195941" y="268407"/>
                  <a:pt x="5195941" y="268407"/>
                </a:cubicBezTo>
                <a:close/>
                <a:moveTo>
                  <a:pt x="5416352" y="268402"/>
                </a:moveTo>
                <a:lnTo>
                  <a:pt x="5416414" y="268402"/>
                </a:lnTo>
                <a:lnTo>
                  <a:pt x="5416402" y="268425"/>
                </a:lnTo>
                <a:close/>
                <a:moveTo>
                  <a:pt x="5987007" y="268398"/>
                </a:moveTo>
                <a:lnTo>
                  <a:pt x="6009633" y="307597"/>
                </a:lnTo>
                <a:cubicBezTo>
                  <a:pt x="6009633" y="307597"/>
                  <a:pt x="5967311" y="339276"/>
                  <a:pt x="5913898" y="370125"/>
                </a:cubicBezTo>
                <a:cubicBezTo>
                  <a:pt x="5860482" y="400975"/>
                  <a:pt x="5811850" y="421755"/>
                  <a:pt x="5811850" y="421755"/>
                </a:cubicBezTo>
                <a:lnTo>
                  <a:pt x="5789224" y="382554"/>
                </a:lnTo>
                <a:lnTo>
                  <a:pt x="5789287" y="382554"/>
                </a:lnTo>
                <a:cubicBezTo>
                  <a:pt x="5789287" y="382554"/>
                  <a:pt x="5831610" y="350876"/>
                  <a:pt x="5885024" y="320026"/>
                </a:cubicBezTo>
                <a:cubicBezTo>
                  <a:pt x="5938437" y="289176"/>
                  <a:pt x="5987007" y="268398"/>
                  <a:pt x="5987007" y="268398"/>
                </a:cubicBezTo>
                <a:close/>
                <a:moveTo>
                  <a:pt x="6207480" y="268393"/>
                </a:moveTo>
                <a:cubicBezTo>
                  <a:pt x="6207480" y="268393"/>
                  <a:pt x="6256113" y="289171"/>
                  <a:pt x="6309528" y="320021"/>
                </a:cubicBezTo>
                <a:cubicBezTo>
                  <a:pt x="6362942" y="350872"/>
                  <a:pt x="6405201" y="382550"/>
                  <a:pt x="6405201" y="382550"/>
                </a:cubicBezTo>
                <a:lnTo>
                  <a:pt x="6382638" y="421750"/>
                </a:lnTo>
                <a:cubicBezTo>
                  <a:pt x="6382638" y="421750"/>
                  <a:pt x="6334004" y="400908"/>
                  <a:pt x="6280590" y="370121"/>
                </a:cubicBezTo>
                <a:cubicBezTo>
                  <a:pt x="6227176" y="339271"/>
                  <a:pt x="6184852" y="307592"/>
                  <a:pt x="6184852" y="307592"/>
                </a:cubicBezTo>
                <a:close/>
                <a:moveTo>
                  <a:pt x="6778210" y="268388"/>
                </a:moveTo>
                <a:lnTo>
                  <a:pt x="6800772" y="307588"/>
                </a:lnTo>
                <a:cubicBezTo>
                  <a:pt x="6800772" y="307588"/>
                  <a:pt x="6758449" y="339267"/>
                  <a:pt x="6705035" y="370116"/>
                </a:cubicBezTo>
                <a:cubicBezTo>
                  <a:pt x="6651621" y="400966"/>
                  <a:pt x="6603052" y="421746"/>
                  <a:pt x="6603052" y="421746"/>
                </a:cubicBezTo>
                <a:lnTo>
                  <a:pt x="6580424" y="382545"/>
                </a:lnTo>
                <a:cubicBezTo>
                  <a:pt x="6580424" y="382545"/>
                  <a:pt x="6622747" y="350867"/>
                  <a:pt x="6676161" y="320017"/>
                </a:cubicBezTo>
                <a:cubicBezTo>
                  <a:pt x="6729575" y="289167"/>
                  <a:pt x="6778210" y="268388"/>
                  <a:pt x="6778210" y="268388"/>
                </a:cubicBezTo>
                <a:close/>
                <a:moveTo>
                  <a:pt x="6998558" y="268384"/>
                </a:moveTo>
                <a:cubicBezTo>
                  <a:pt x="6998558" y="268384"/>
                  <a:pt x="7047191" y="289162"/>
                  <a:pt x="7100606" y="320012"/>
                </a:cubicBezTo>
                <a:cubicBezTo>
                  <a:pt x="7154020" y="350863"/>
                  <a:pt x="7196344" y="382540"/>
                  <a:pt x="7196344" y="382540"/>
                </a:cubicBezTo>
                <a:lnTo>
                  <a:pt x="7173716" y="421741"/>
                </a:lnTo>
                <a:cubicBezTo>
                  <a:pt x="7173716" y="421741"/>
                  <a:pt x="7125146" y="400898"/>
                  <a:pt x="7071731" y="370111"/>
                </a:cubicBezTo>
                <a:cubicBezTo>
                  <a:pt x="7018317" y="339262"/>
                  <a:pt x="6975995" y="307583"/>
                  <a:pt x="6975995" y="307583"/>
                </a:cubicBezTo>
                <a:close/>
                <a:moveTo>
                  <a:pt x="7569286" y="268379"/>
                </a:moveTo>
                <a:lnTo>
                  <a:pt x="7591913" y="307579"/>
                </a:lnTo>
                <a:cubicBezTo>
                  <a:pt x="7591913" y="307579"/>
                  <a:pt x="7549590" y="339258"/>
                  <a:pt x="7496176" y="370107"/>
                </a:cubicBezTo>
                <a:cubicBezTo>
                  <a:pt x="7442762" y="400957"/>
                  <a:pt x="7394128" y="421737"/>
                  <a:pt x="7394128" y="421737"/>
                </a:cubicBezTo>
                <a:lnTo>
                  <a:pt x="7371564" y="382536"/>
                </a:lnTo>
                <a:cubicBezTo>
                  <a:pt x="7371564" y="382536"/>
                  <a:pt x="7413887" y="350858"/>
                  <a:pt x="7467302" y="320008"/>
                </a:cubicBezTo>
                <a:cubicBezTo>
                  <a:pt x="7520716" y="289158"/>
                  <a:pt x="7569286" y="268379"/>
                  <a:pt x="7569286" y="268379"/>
                </a:cubicBezTo>
                <a:close/>
                <a:moveTo>
                  <a:pt x="7789699" y="268374"/>
                </a:moveTo>
                <a:cubicBezTo>
                  <a:pt x="7789699" y="268374"/>
                  <a:pt x="7838333" y="289153"/>
                  <a:pt x="7891747" y="320003"/>
                </a:cubicBezTo>
                <a:cubicBezTo>
                  <a:pt x="7945161" y="350854"/>
                  <a:pt x="7987485" y="382531"/>
                  <a:pt x="7987485" y="382531"/>
                </a:cubicBezTo>
                <a:lnTo>
                  <a:pt x="7964857" y="421732"/>
                </a:lnTo>
                <a:cubicBezTo>
                  <a:pt x="7964857" y="421732"/>
                  <a:pt x="7916223" y="400889"/>
                  <a:pt x="7862873" y="370102"/>
                </a:cubicBezTo>
                <a:cubicBezTo>
                  <a:pt x="7809395" y="339253"/>
                  <a:pt x="7767072" y="307574"/>
                  <a:pt x="7767072" y="307574"/>
                </a:cubicBezTo>
                <a:close/>
                <a:moveTo>
                  <a:pt x="8360428" y="268370"/>
                </a:moveTo>
                <a:lnTo>
                  <a:pt x="8383056" y="307569"/>
                </a:lnTo>
                <a:cubicBezTo>
                  <a:pt x="8383056" y="307569"/>
                  <a:pt x="8340732" y="339248"/>
                  <a:pt x="8287318" y="370098"/>
                </a:cubicBezTo>
                <a:cubicBezTo>
                  <a:pt x="8233904" y="400948"/>
                  <a:pt x="8185270" y="421728"/>
                  <a:pt x="8185270" y="421728"/>
                </a:cubicBezTo>
                <a:lnTo>
                  <a:pt x="8162642" y="382527"/>
                </a:lnTo>
                <a:cubicBezTo>
                  <a:pt x="8162642" y="382527"/>
                  <a:pt x="8204965" y="350849"/>
                  <a:pt x="8258380" y="319998"/>
                </a:cubicBezTo>
                <a:cubicBezTo>
                  <a:pt x="8311794" y="289148"/>
                  <a:pt x="8360428" y="268370"/>
                  <a:pt x="8360428" y="268370"/>
                </a:cubicBezTo>
                <a:close/>
                <a:moveTo>
                  <a:pt x="8580840" y="268365"/>
                </a:moveTo>
                <a:cubicBezTo>
                  <a:pt x="8580840" y="268365"/>
                  <a:pt x="8629474" y="289144"/>
                  <a:pt x="8682888" y="319994"/>
                </a:cubicBezTo>
                <a:cubicBezTo>
                  <a:pt x="8736302" y="350845"/>
                  <a:pt x="8778626" y="382522"/>
                  <a:pt x="8778626" y="382522"/>
                </a:cubicBezTo>
                <a:lnTo>
                  <a:pt x="8755998" y="421723"/>
                </a:lnTo>
                <a:cubicBezTo>
                  <a:pt x="8755998" y="421723"/>
                  <a:pt x="8707364" y="400880"/>
                  <a:pt x="8654014" y="370093"/>
                </a:cubicBezTo>
                <a:cubicBezTo>
                  <a:pt x="8600536" y="339244"/>
                  <a:pt x="8558213" y="307565"/>
                  <a:pt x="8558213" y="307565"/>
                </a:cubicBezTo>
                <a:close/>
                <a:moveTo>
                  <a:pt x="9151570" y="268361"/>
                </a:moveTo>
                <a:lnTo>
                  <a:pt x="9174198" y="307560"/>
                </a:lnTo>
                <a:cubicBezTo>
                  <a:pt x="9174198" y="307560"/>
                  <a:pt x="9131874" y="339239"/>
                  <a:pt x="9078460" y="370089"/>
                </a:cubicBezTo>
                <a:cubicBezTo>
                  <a:pt x="9025046" y="400939"/>
                  <a:pt x="8976412" y="421719"/>
                  <a:pt x="8976412" y="421719"/>
                </a:cubicBezTo>
                <a:lnTo>
                  <a:pt x="8953784" y="382518"/>
                </a:lnTo>
                <a:cubicBezTo>
                  <a:pt x="8953784" y="382518"/>
                  <a:pt x="8996107" y="350840"/>
                  <a:pt x="9049522" y="319989"/>
                </a:cubicBezTo>
                <a:cubicBezTo>
                  <a:pt x="9102936" y="289139"/>
                  <a:pt x="9151570" y="268361"/>
                  <a:pt x="9151570" y="268361"/>
                </a:cubicBezTo>
                <a:close/>
                <a:moveTo>
                  <a:pt x="9371982" y="268356"/>
                </a:moveTo>
                <a:cubicBezTo>
                  <a:pt x="9371982" y="268356"/>
                  <a:pt x="9420552" y="289135"/>
                  <a:pt x="9474030" y="319985"/>
                </a:cubicBezTo>
                <a:cubicBezTo>
                  <a:pt x="9527381" y="350835"/>
                  <a:pt x="9569704" y="382513"/>
                  <a:pt x="9569704" y="382513"/>
                </a:cubicBezTo>
                <a:lnTo>
                  <a:pt x="9547140" y="421714"/>
                </a:lnTo>
                <a:cubicBezTo>
                  <a:pt x="9547140" y="421714"/>
                  <a:pt x="9498507" y="400871"/>
                  <a:pt x="9445093" y="370084"/>
                </a:cubicBezTo>
                <a:cubicBezTo>
                  <a:pt x="9391678" y="339235"/>
                  <a:pt x="9349355" y="307556"/>
                  <a:pt x="9349355" y="307556"/>
                </a:cubicBezTo>
                <a:close/>
                <a:moveTo>
                  <a:pt x="9942711" y="268351"/>
                </a:moveTo>
                <a:lnTo>
                  <a:pt x="9965275" y="307551"/>
                </a:lnTo>
                <a:cubicBezTo>
                  <a:pt x="9965275" y="307551"/>
                  <a:pt x="9922951" y="339230"/>
                  <a:pt x="9869601" y="370080"/>
                </a:cubicBezTo>
                <a:cubicBezTo>
                  <a:pt x="9816123" y="400930"/>
                  <a:pt x="9767553" y="421710"/>
                  <a:pt x="9767553" y="421710"/>
                </a:cubicBezTo>
                <a:lnTo>
                  <a:pt x="9744925" y="382509"/>
                </a:lnTo>
                <a:cubicBezTo>
                  <a:pt x="9744925" y="382509"/>
                  <a:pt x="9787248" y="350831"/>
                  <a:pt x="9840663" y="319980"/>
                </a:cubicBezTo>
                <a:cubicBezTo>
                  <a:pt x="9894077" y="289130"/>
                  <a:pt x="9942711" y="268351"/>
                  <a:pt x="9942711" y="268351"/>
                </a:cubicBezTo>
                <a:close/>
                <a:moveTo>
                  <a:pt x="10163059" y="268347"/>
                </a:moveTo>
                <a:cubicBezTo>
                  <a:pt x="10163059" y="268347"/>
                  <a:pt x="10211693" y="289125"/>
                  <a:pt x="10265107" y="319975"/>
                </a:cubicBezTo>
                <a:cubicBezTo>
                  <a:pt x="10318522" y="350826"/>
                  <a:pt x="10360845" y="382504"/>
                  <a:pt x="10360845" y="382504"/>
                </a:cubicBezTo>
                <a:lnTo>
                  <a:pt x="10338218" y="421705"/>
                </a:lnTo>
                <a:cubicBezTo>
                  <a:pt x="10338218" y="421705"/>
                  <a:pt x="10289648" y="400862"/>
                  <a:pt x="10236234" y="370075"/>
                </a:cubicBezTo>
                <a:cubicBezTo>
                  <a:pt x="10182819" y="339225"/>
                  <a:pt x="10140496" y="307546"/>
                  <a:pt x="10140496" y="307546"/>
                </a:cubicBezTo>
                <a:close/>
                <a:moveTo>
                  <a:pt x="10733788" y="268342"/>
                </a:moveTo>
                <a:lnTo>
                  <a:pt x="10756416" y="307542"/>
                </a:lnTo>
                <a:cubicBezTo>
                  <a:pt x="10756416" y="307542"/>
                  <a:pt x="10714092" y="339221"/>
                  <a:pt x="10660678" y="370071"/>
                </a:cubicBezTo>
                <a:cubicBezTo>
                  <a:pt x="10607264" y="400921"/>
                  <a:pt x="10558630" y="421701"/>
                  <a:pt x="10558630" y="421701"/>
                </a:cubicBezTo>
                <a:lnTo>
                  <a:pt x="10536066" y="382500"/>
                </a:lnTo>
                <a:cubicBezTo>
                  <a:pt x="10536066" y="382500"/>
                  <a:pt x="10578389" y="350822"/>
                  <a:pt x="10631804" y="319971"/>
                </a:cubicBezTo>
                <a:cubicBezTo>
                  <a:pt x="10685218" y="289121"/>
                  <a:pt x="10733788" y="268342"/>
                  <a:pt x="10733788" y="268342"/>
                </a:cubicBezTo>
                <a:close/>
                <a:moveTo>
                  <a:pt x="10954201" y="268337"/>
                </a:moveTo>
                <a:cubicBezTo>
                  <a:pt x="10954201" y="268337"/>
                  <a:pt x="11002835" y="289116"/>
                  <a:pt x="11056249" y="319966"/>
                </a:cubicBezTo>
                <a:cubicBezTo>
                  <a:pt x="11109664" y="350817"/>
                  <a:pt x="11151987" y="382495"/>
                  <a:pt x="11151987" y="382495"/>
                </a:cubicBezTo>
                <a:lnTo>
                  <a:pt x="11129360" y="421696"/>
                </a:lnTo>
                <a:cubicBezTo>
                  <a:pt x="11129360" y="421696"/>
                  <a:pt x="11080790" y="400853"/>
                  <a:pt x="11027376" y="370066"/>
                </a:cubicBezTo>
                <a:cubicBezTo>
                  <a:pt x="10973961" y="339216"/>
                  <a:pt x="10931638" y="307537"/>
                  <a:pt x="10931638" y="307537"/>
                </a:cubicBezTo>
                <a:close/>
                <a:moveTo>
                  <a:pt x="11524930" y="268333"/>
                </a:moveTo>
                <a:lnTo>
                  <a:pt x="11547558" y="307533"/>
                </a:lnTo>
                <a:cubicBezTo>
                  <a:pt x="11547558" y="307533"/>
                  <a:pt x="11505234" y="339212"/>
                  <a:pt x="11451820" y="370062"/>
                </a:cubicBezTo>
                <a:cubicBezTo>
                  <a:pt x="11398406" y="400912"/>
                  <a:pt x="11349772" y="421691"/>
                  <a:pt x="11349772" y="421691"/>
                </a:cubicBezTo>
                <a:lnTo>
                  <a:pt x="11327208" y="382491"/>
                </a:lnTo>
                <a:cubicBezTo>
                  <a:pt x="11327208" y="382491"/>
                  <a:pt x="11369531" y="350813"/>
                  <a:pt x="11422946" y="319962"/>
                </a:cubicBezTo>
                <a:cubicBezTo>
                  <a:pt x="11476360" y="289112"/>
                  <a:pt x="11524930" y="268333"/>
                  <a:pt x="11524930" y="268333"/>
                </a:cubicBezTo>
                <a:close/>
                <a:moveTo>
                  <a:pt x="11745343" y="268328"/>
                </a:moveTo>
                <a:cubicBezTo>
                  <a:pt x="11745343" y="268328"/>
                  <a:pt x="11793976" y="289107"/>
                  <a:pt x="11847390" y="319957"/>
                </a:cubicBezTo>
                <a:cubicBezTo>
                  <a:pt x="11900804" y="350808"/>
                  <a:pt x="11943128" y="382486"/>
                  <a:pt x="11943128" y="382486"/>
                </a:cubicBezTo>
                <a:lnTo>
                  <a:pt x="11920501" y="421687"/>
                </a:lnTo>
                <a:cubicBezTo>
                  <a:pt x="11920501" y="421687"/>
                  <a:pt x="11871867" y="400844"/>
                  <a:pt x="11818516" y="370057"/>
                </a:cubicBezTo>
                <a:cubicBezTo>
                  <a:pt x="11765038" y="339207"/>
                  <a:pt x="11722715" y="307528"/>
                  <a:pt x="11722715" y="307528"/>
                </a:cubicBezTo>
                <a:close/>
                <a:moveTo>
                  <a:pt x="141282" y="116767"/>
                </a:moveTo>
                <a:lnTo>
                  <a:pt x="186536" y="116767"/>
                </a:lnTo>
                <a:cubicBezTo>
                  <a:pt x="186536" y="116767"/>
                  <a:pt x="192846" y="169288"/>
                  <a:pt x="192846" y="230987"/>
                </a:cubicBezTo>
                <a:cubicBezTo>
                  <a:pt x="192846" y="292686"/>
                  <a:pt x="186536" y="345144"/>
                  <a:pt x="186536" y="345144"/>
                </a:cubicBezTo>
                <a:lnTo>
                  <a:pt x="141282" y="345144"/>
                </a:lnTo>
                <a:cubicBezTo>
                  <a:pt x="141282" y="345144"/>
                  <a:pt x="135035" y="292622"/>
                  <a:pt x="135035" y="230987"/>
                </a:cubicBezTo>
                <a:cubicBezTo>
                  <a:pt x="135035" y="169352"/>
                  <a:pt x="141282" y="116767"/>
                  <a:pt x="141282" y="116767"/>
                </a:cubicBezTo>
                <a:close/>
                <a:moveTo>
                  <a:pt x="932414" y="116760"/>
                </a:moveTo>
                <a:lnTo>
                  <a:pt x="977669" y="116760"/>
                </a:lnTo>
                <a:cubicBezTo>
                  <a:pt x="977669" y="116760"/>
                  <a:pt x="983979" y="169281"/>
                  <a:pt x="983979" y="230979"/>
                </a:cubicBezTo>
                <a:cubicBezTo>
                  <a:pt x="983979" y="292679"/>
                  <a:pt x="977669" y="345136"/>
                  <a:pt x="977669" y="345136"/>
                </a:cubicBezTo>
                <a:lnTo>
                  <a:pt x="932414" y="345136"/>
                </a:lnTo>
                <a:cubicBezTo>
                  <a:pt x="932414" y="345136"/>
                  <a:pt x="926104" y="292615"/>
                  <a:pt x="926104" y="230979"/>
                </a:cubicBezTo>
                <a:cubicBezTo>
                  <a:pt x="926104" y="169345"/>
                  <a:pt x="932414" y="116760"/>
                  <a:pt x="932414" y="116760"/>
                </a:cubicBezTo>
                <a:close/>
                <a:moveTo>
                  <a:pt x="1723556" y="116750"/>
                </a:moveTo>
                <a:lnTo>
                  <a:pt x="1768814" y="116750"/>
                </a:lnTo>
                <a:cubicBezTo>
                  <a:pt x="1768814" y="116750"/>
                  <a:pt x="1775125" y="169271"/>
                  <a:pt x="1775125" y="230970"/>
                </a:cubicBezTo>
                <a:cubicBezTo>
                  <a:pt x="1775125" y="292670"/>
                  <a:pt x="1768814" y="345127"/>
                  <a:pt x="1768814" y="345127"/>
                </a:cubicBezTo>
                <a:lnTo>
                  <a:pt x="1723556" y="345127"/>
                </a:lnTo>
                <a:cubicBezTo>
                  <a:pt x="1723556" y="345127"/>
                  <a:pt x="1717247" y="292606"/>
                  <a:pt x="1717247" y="230970"/>
                </a:cubicBezTo>
                <a:cubicBezTo>
                  <a:pt x="1717247" y="169335"/>
                  <a:pt x="1723556" y="116750"/>
                  <a:pt x="1723556" y="116750"/>
                </a:cubicBezTo>
                <a:close/>
                <a:moveTo>
                  <a:pt x="2514689" y="116741"/>
                </a:moveTo>
                <a:lnTo>
                  <a:pt x="2559944" y="116741"/>
                </a:lnTo>
                <a:cubicBezTo>
                  <a:pt x="2559944" y="116741"/>
                  <a:pt x="2566255" y="169262"/>
                  <a:pt x="2566255" y="230961"/>
                </a:cubicBezTo>
                <a:cubicBezTo>
                  <a:pt x="2566255" y="292660"/>
                  <a:pt x="2559944" y="345118"/>
                  <a:pt x="2559944" y="345118"/>
                </a:cubicBezTo>
                <a:lnTo>
                  <a:pt x="2514689" y="345118"/>
                </a:lnTo>
                <a:cubicBezTo>
                  <a:pt x="2514689" y="345118"/>
                  <a:pt x="2508444" y="292596"/>
                  <a:pt x="2508444" y="230961"/>
                </a:cubicBezTo>
                <a:cubicBezTo>
                  <a:pt x="2508444" y="169326"/>
                  <a:pt x="2514689" y="116741"/>
                  <a:pt x="2514689" y="116741"/>
                </a:cubicBezTo>
                <a:close/>
                <a:moveTo>
                  <a:pt x="3305754" y="116731"/>
                </a:moveTo>
                <a:lnTo>
                  <a:pt x="3351014" y="116731"/>
                </a:lnTo>
                <a:cubicBezTo>
                  <a:pt x="3351014" y="116731"/>
                  <a:pt x="3357323" y="169253"/>
                  <a:pt x="3357323" y="230952"/>
                </a:cubicBezTo>
                <a:cubicBezTo>
                  <a:pt x="3357323" y="292651"/>
                  <a:pt x="3351014" y="345109"/>
                  <a:pt x="3351014" y="345109"/>
                </a:cubicBezTo>
                <a:lnTo>
                  <a:pt x="3305754" y="345109"/>
                </a:lnTo>
                <a:cubicBezTo>
                  <a:pt x="3305754" y="345109"/>
                  <a:pt x="3299510" y="292587"/>
                  <a:pt x="3299510" y="230952"/>
                </a:cubicBezTo>
                <a:cubicBezTo>
                  <a:pt x="3299510" y="169317"/>
                  <a:pt x="3305754" y="116731"/>
                  <a:pt x="3305754" y="116731"/>
                </a:cubicBezTo>
                <a:close/>
                <a:moveTo>
                  <a:pt x="4096880" y="116722"/>
                </a:moveTo>
                <a:lnTo>
                  <a:pt x="4142136" y="116722"/>
                </a:lnTo>
                <a:cubicBezTo>
                  <a:pt x="4142136" y="116722"/>
                  <a:pt x="4148446" y="169243"/>
                  <a:pt x="4148446" y="230942"/>
                </a:cubicBezTo>
                <a:cubicBezTo>
                  <a:pt x="4148446" y="292642"/>
                  <a:pt x="4142136" y="345099"/>
                  <a:pt x="4142136" y="345099"/>
                </a:cubicBezTo>
                <a:lnTo>
                  <a:pt x="4096880" y="345099"/>
                </a:lnTo>
                <a:cubicBezTo>
                  <a:pt x="4096880" y="345099"/>
                  <a:pt x="4090633" y="292578"/>
                  <a:pt x="4090633" y="230942"/>
                </a:cubicBezTo>
                <a:cubicBezTo>
                  <a:pt x="4090633" y="169307"/>
                  <a:pt x="4096880" y="116722"/>
                  <a:pt x="4096880" y="116722"/>
                </a:cubicBezTo>
                <a:close/>
                <a:moveTo>
                  <a:pt x="4887944" y="116712"/>
                </a:moveTo>
                <a:lnTo>
                  <a:pt x="4933198" y="116712"/>
                </a:lnTo>
                <a:cubicBezTo>
                  <a:pt x="4933198" y="116712"/>
                  <a:pt x="4939507" y="169234"/>
                  <a:pt x="4939507" y="230933"/>
                </a:cubicBezTo>
                <a:cubicBezTo>
                  <a:pt x="4939507" y="292633"/>
                  <a:pt x="4933198" y="345090"/>
                  <a:pt x="4933198" y="345090"/>
                </a:cubicBezTo>
                <a:lnTo>
                  <a:pt x="4887944" y="345090"/>
                </a:lnTo>
                <a:cubicBezTo>
                  <a:pt x="4887944" y="345090"/>
                  <a:pt x="4881696" y="292569"/>
                  <a:pt x="4881696" y="230933"/>
                </a:cubicBezTo>
                <a:cubicBezTo>
                  <a:pt x="4881696" y="169298"/>
                  <a:pt x="4887944" y="116712"/>
                  <a:pt x="4887944" y="116712"/>
                </a:cubicBezTo>
                <a:close/>
                <a:moveTo>
                  <a:pt x="5679084" y="116703"/>
                </a:moveTo>
                <a:lnTo>
                  <a:pt x="5724338" y="116703"/>
                </a:lnTo>
                <a:cubicBezTo>
                  <a:pt x="5724338" y="116703"/>
                  <a:pt x="5730645" y="169225"/>
                  <a:pt x="5730645" y="230924"/>
                </a:cubicBezTo>
                <a:cubicBezTo>
                  <a:pt x="5730645" y="292624"/>
                  <a:pt x="5724338" y="345081"/>
                  <a:pt x="5724338" y="345081"/>
                </a:cubicBezTo>
                <a:lnTo>
                  <a:pt x="5679084" y="345081"/>
                </a:lnTo>
                <a:cubicBezTo>
                  <a:pt x="5679084" y="345081"/>
                  <a:pt x="5672835" y="292560"/>
                  <a:pt x="5672835" y="230924"/>
                </a:cubicBezTo>
                <a:cubicBezTo>
                  <a:pt x="5672835" y="169288"/>
                  <a:pt x="5679084" y="116703"/>
                  <a:pt x="5679084" y="116703"/>
                </a:cubicBezTo>
                <a:close/>
                <a:moveTo>
                  <a:pt x="6470217" y="116694"/>
                </a:moveTo>
                <a:lnTo>
                  <a:pt x="6515408" y="116694"/>
                </a:lnTo>
                <a:cubicBezTo>
                  <a:pt x="6515408" y="116694"/>
                  <a:pt x="6521719" y="169215"/>
                  <a:pt x="6521719" y="230914"/>
                </a:cubicBezTo>
                <a:cubicBezTo>
                  <a:pt x="6521719" y="292615"/>
                  <a:pt x="6515408" y="345072"/>
                  <a:pt x="6515408" y="345072"/>
                </a:cubicBezTo>
                <a:lnTo>
                  <a:pt x="6470217" y="345072"/>
                </a:lnTo>
                <a:cubicBezTo>
                  <a:pt x="6470217" y="345072"/>
                  <a:pt x="6463906" y="292551"/>
                  <a:pt x="6463906" y="230914"/>
                </a:cubicBezTo>
                <a:cubicBezTo>
                  <a:pt x="6463906" y="169279"/>
                  <a:pt x="6470217" y="116694"/>
                  <a:pt x="6470217" y="116694"/>
                </a:cubicBezTo>
                <a:close/>
                <a:moveTo>
                  <a:pt x="7261293" y="116684"/>
                </a:moveTo>
                <a:lnTo>
                  <a:pt x="7306549" y="116684"/>
                </a:lnTo>
                <a:cubicBezTo>
                  <a:pt x="7306549" y="116684"/>
                  <a:pt x="7312860" y="169206"/>
                  <a:pt x="7312860" y="230905"/>
                </a:cubicBezTo>
                <a:cubicBezTo>
                  <a:pt x="7312860" y="292605"/>
                  <a:pt x="7306549" y="345063"/>
                  <a:pt x="7306549" y="345063"/>
                </a:cubicBezTo>
                <a:lnTo>
                  <a:pt x="7261293" y="345063"/>
                </a:lnTo>
                <a:cubicBezTo>
                  <a:pt x="7261293" y="345063"/>
                  <a:pt x="7255047" y="292541"/>
                  <a:pt x="7255047" y="230905"/>
                </a:cubicBezTo>
                <a:cubicBezTo>
                  <a:pt x="7255047" y="169270"/>
                  <a:pt x="7261293" y="116684"/>
                  <a:pt x="7261293" y="116684"/>
                </a:cubicBezTo>
                <a:close/>
                <a:moveTo>
                  <a:pt x="8052435" y="116675"/>
                </a:moveTo>
                <a:lnTo>
                  <a:pt x="8097691" y="116675"/>
                </a:lnTo>
                <a:cubicBezTo>
                  <a:pt x="8097691" y="116675"/>
                  <a:pt x="8103938" y="169196"/>
                  <a:pt x="8103938" y="230896"/>
                </a:cubicBezTo>
                <a:cubicBezTo>
                  <a:pt x="8103938" y="292596"/>
                  <a:pt x="8097691" y="345054"/>
                  <a:pt x="8097691" y="345054"/>
                </a:cubicBezTo>
                <a:lnTo>
                  <a:pt x="8052435" y="345054"/>
                </a:lnTo>
                <a:cubicBezTo>
                  <a:pt x="8052435" y="345054"/>
                  <a:pt x="8046189" y="292532"/>
                  <a:pt x="8046189" y="230896"/>
                </a:cubicBezTo>
                <a:cubicBezTo>
                  <a:pt x="8046189" y="169260"/>
                  <a:pt x="8052435" y="116675"/>
                  <a:pt x="8052435" y="116675"/>
                </a:cubicBezTo>
                <a:close/>
                <a:moveTo>
                  <a:pt x="8843578" y="116665"/>
                </a:moveTo>
                <a:lnTo>
                  <a:pt x="8888833" y="116665"/>
                </a:lnTo>
                <a:cubicBezTo>
                  <a:pt x="8888833" y="116665"/>
                  <a:pt x="8895080" y="169187"/>
                  <a:pt x="8895080" y="230887"/>
                </a:cubicBezTo>
                <a:cubicBezTo>
                  <a:pt x="8895080" y="292587"/>
                  <a:pt x="8888833" y="345045"/>
                  <a:pt x="8888833" y="345045"/>
                </a:cubicBezTo>
                <a:lnTo>
                  <a:pt x="8843578" y="345045"/>
                </a:lnTo>
                <a:cubicBezTo>
                  <a:pt x="8843578" y="345045"/>
                  <a:pt x="8837267" y="292523"/>
                  <a:pt x="8837267" y="230887"/>
                </a:cubicBezTo>
                <a:cubicBezTo>
                  <a:pt x="8837267" y="169251"/>
                  <a:pt x="8843578" y="116665"/>
                  <a:pt x="8843578" y="116665"/>
                </a:cubicBezTo>
                <a:close/>
                <a:moveTo>
                  <a:pt x="9634719" y="116656"/>
                </a:moveTo>
                <a:lnTo>
                  <a:pt x="9679910" y="116656"/>
                </a:lnTo>
                <a:cubicBezTo>
                  <a:pt x="9679910" y="116656"/>
                  <a:pt x="9686221" y="169178"/>
                  <a:pt x="9686221" y="230877"/>
                </a:cubicBezTo>
                <a:cubicBezTo>
                  <a:pt x="9686221" y="292578"/>
                  <a:pt x="9679910" y="345036"/>
                  <a:pt x="9679910" y="345036"/>
                </a:cubicBezTo>
                <a:lnTo>
                  <a:pt x="9634719" y="345036"/>
                </a:lnTo>
                <a:cubicBezTo>
                  <a:pt x="9634719" y="345036"/>
                  <a:pt x="9628408" y="292514"/>
                  <a:pt x="9628408" y="230877"/>
                </a:cubicBezTo>
                <a:cubicBezTo>
                  <a:pt x="9628408" y="169242"/>
                  <a:pt x="9634719" y="116656"/>
                  <a:pt x="9634719" y="116656"/>
                </a:cubicBezTo>
                <a:close/>
                <a:moveTo>
                  <a:pt x="10425796" y="116646"/>
                </a:moveTo>
                <a:lnTo>
                  <a:pt x="10471052" y="116646"/>
                </a:lnTo>
                <a:cubicBezTo>
                  <a:pt x="10471052" y="116646"/>
                  <a:pt x="10477362" y="169168"/>
                  <a:pt x="10477362" y="230868"/>
                </a:cubicBezTo>
                <a:cubicBezTo>
                  <a:pt x="10477362" y="292569"/>
                  <a:pt x="10471052" y="345026"/>
                  <a:pt x="10471052" y="345026"/>
                </a:cubicBezTo>
                <a:lnTo>
                  <a:pt x="10425796" y="345026"/>
                </a:lnTo>
                <a:cubicBezTo>
                  <a:pt x="10425796" y="345026"/>
                  <a:pt x="10419550" y="292505"/>
                  <a:pt x="10419550" y="230868"/>
                </a:cubicBezTo>
                <a:cubicBezTo>
                  <a:pt x="10419550" y="169232"/>
                  <a:pt x="10425796" y="116646"/>
                  <a:pt x="10425796" y="116646"/>
                </a:cubicBezTo>
                <a:close/>
                <a:moveTo>
                  <a:pt x="11216938" y="116637"/>
                </a:moveTo>
                <a:lnTo>
                  <a:pt x="11262194" y="116637"/>
                </a:lnTo>
                <a:cubicBezTo>
                  <a:pt x="11262194" y="116637"/>
                  <a:pt x="11268504" y="169159"/>
                  <a:pt x="11268504" y="230859"/>
                </a:cubicBezTo>
                <a:cubicBezTo>
                  <a:pt x="11268504" y="292559"/>
                  <a:pt x="11262194" y="345017"/>
                  <a:pt x="11262194" y="345017"/>
                </a:cubicBezTo>
                <a:lnTo>
                  <a:pt x="11216938" y="345017"/>
                </a:lnTo>
                <a:cubicBezTo>
                  <a:pt x="11216938" y="345017"/>
                  <a:pt x="11210692" y="292496"/>
                  <a:pt x="11210692" y="230859"/>
                </a:cubicBezTo>
                <a:cubicBezTo>
                  <a:pt x="11210692" y="169223"/>
                  <a:pt x="11216938" y="116637"/>
                  <a:pt x="11216938" y="116637"/>
                </a:cubicBezTo>
                <a:close/>
                <a:moveTo>
                  <a:pt x="12008079" y="116628"/>
                </a:moveTo>
                <a:lnTo>
                  <a:pt x="12053335" y="116628"/>
                </a:lnTo>
                <a:cubicBezTo>
                  <a:pt x="12053335" y="116628"/>
                  <a:pt x="12059581" y="169149"/>
                  <a:pt x="12059581" y="230849"/>
                </a:cubicBezTo>
                <a:cubicBezTo>
                  <a:pt x="12059581" y="292550"/>
                  <a:pt x="12053335" y="345008"/>
                  <a:pt x="12053335" y="345008"/>
                </a:cubicBezTo>
                <a:lnTo>
                  <a:pt x="12008079" y="345008"/>
                </a:lnTo>
                <a:cubicBezTo>
                  <a:pt x="12008079" y="345008"/>
                  <a:pt x="12001833" y="292486"/>
                  <a:pt x="12001833" y="230849"/>
                </a:cubicBezTo>
                <a:cubicBezTo>
                  <a:pt x="12001833" y="169213"/>
                  <a:pt x="12008079" y="116628"/>
                  <a:pt x="12008079" y="116628"/>
                </a:cubicBezTo>
                <a:close/>
                <a:moveTo>
                  <a:pt x="274229" y="40109"/>
                </a:moveTo>
                <a:lnTo>
                  <a:pt x="282613" y="43815"/>
                </a:lnTo>
                <a:cubicBezTo>
                  <a:pt x="298794" y="51105"/>
                  <a:pt x="336166" y="68578"/>
                  <a:pt x="376224" y="91715"/>
                </a:cubicBezTo>
                <a:cubicBezTo>
                  <a:pt x="429637" y="122565"/>
                  <a:pt x="471959" y="154242"/>
                  <a:pt x="471959" y="154242"/>
                </a:cubicBezTo>
                <a:lnTo>
                  <a:pt x="449332" y="193443"/>
                </a:lnTo>
                <a:cubicBezTo>
                  <a:pt x="449332" y="193443"/>
                  <a:pt x="400701" y="172600"/>
                  <a:pt x="347352" y="141814"/>
                </a:cubicBezTo>
                <a:cubicBezTo>
                  <a:pt x="293937" y="110965"/>
                  <a:pt x="251614" y="79286"/>
                  <a:pt x="251614" y="79286"/>
                </a:cubicBezTo>
                <a:close/>
                <a:moveTo>
                  <a:pt x="1065303" y="40099"/>
                </a:moveTo>
                <a:lnTo>
                  <a:pt x="1073686" y="43806"/>
                </a:lnTo>
                <a:cubicBezTo>
                  <a:pt x="1089869" y="51096"/>
                  <a:pt x="1127240" y="68568"/>
                  <a:pt x="1167301" y="91706"/>
                </a:cubicBezTo>
                <a:cubicBezTo>
                  <a:pt x="1220715" y="122555"/>
                  <a:pt x="1263039" y="154233"/>
                  <a:pt x="1263039" y="154233"/>
                </a:cubicBezTo>
                <a:lnTo>
                  <a:pt x="1240412" y="193433"/>
                </a:lnTo>
                <a:cubicBezTo>
                  <a:pt x="1240412" y="193433"/>
                  <a:pt x="1191779" y="172591"/>
                  <a:pt x="1138427" y="141804"/>
                </a:cubicBezTo>
                <a:cubicBezTo>
                  <a:pt x="1085014" y="110956"/>
                  <a:pt x="1042681" y="79277"/>
                  <a:pt x="1042681" y="79277"/>
                </a:cubicBezTo>
                <a:close/>
                <a:moveTo>
                  <a:pt x="1856440" y="40090"/>
                </a:moveTo>
                <a:lnTo>
                  <a:pt x="1864826" y="43796"/>
                </a:lnTo>
                <a:cubicBezTo>
                  <a:pt x="1881007" y="51086"/>
                  <a:pt x="1918378" y="68559"/>
                  <a:pt x="1958439" y="91696"/>
                </a:cubicBezTo>
                <a:cubicBezTo>
                  <a:pt x="2011851" y="122546"/>
                  <a:pt x="2054174" y="154224"/>
                  <a:pt x="2054174" y="154224"/>
                </a:cubicBezTo>
                <a:lnTo>
                  <a:pt x="2031546" y="193424"/>
                </a:lnTo>
                <a:cubicBezTo>
                  <a:pt x="2031546" y="193424"/>
                  <a:pt x="1982915" y="172582"/>
                  <a:pt x="1929564" y="141795"/>
                </a:cubicBezTo>
                <a:cubicBezTo>
                  <a:pt x="1876149" y="110946"/>
                  <a:pt x="1833827" y="79267"/>
                  <a:pt x="1833827" y="79267"/>
                </a:cubicBezTo>
                <a:close/>
                <a:moveTo>
                  <a:pt x="53706" y="40089"/>
                </a:moveTo>
                <a:lnTo>
                  <a:pt x="76334" y="79289"/>
                </a:lnTo>
                <a:cubicBezTo>
                  <a:pt x="76334" y="79289"/>
                  <a:pt x="65753" y="87209"/>
                  <a:pt x="48496" y="98985"/>
                </a:cubicBezTo>
                <a:lnTo>
                  <a:pt x="0" y="129578"/>
                </a:lnTo>
                <a:lnTo>
                  <a:pt x="0" y="66307"/>
                </a:lnTo>
                <a:lnTo>
                  <a:pt x="22745" y="54335"/>
                </a:lnTo>
                <a:cubicBezTo>
                  <a:pt x="41564" y="45284"/>
                  <a:pt x="53706" y="40089"/>
                  <a:pt x="53706" y="40089"/>
                </a:cubicBezTo>
                <a:close/>
                <a:moveTo>
                  <a:pt x="274178" y="40086"/>
                </a:moveTo>
                <a:lnTo>
                  <a:pt x="274242" y="40086"/>
                </a:lnTo>
                <a:lnTo>
                  <a:pt x="274229" y="40109"/>
                </a:lnTo>
                <a:close/>
                <a:moveTo>
                  <a:pt x="844900" y="40082"/>
                </a:moveTo>
                <a:lnTo>
                  <a:pt x="867526" y="79282"/>
                </a:lnTo>
                <a:cubicBezTo>
                  <a:pt x="867526" y="79282"/>
                  <a:pt x="825204" y="110961"/>
                  <a:pt x="771791" y="141809"/>
                </a:cubicBezTo>
                <a:cubicBezTo>
                  <a:pt x="718378" y="172659"/>
                  <a:pt x="669744" y="193438"/>
                  <a:pt x="669744" y="193438"/>
                </a:cubicBezTo>
                <a:lnTo>
                  <a:pt x="647116" y="154238"/>
                </a:lnTo>
                <a:cubicBezTo>
                  <a:pt x="647116" y="154238"/>
                  <a:pt x="689440" y="122560"/>
                  <a:pt x="742854" y="91711"/>
                </a:cubicBezTo>
                <a:cubicBezTo>
                  <a:pt x="796268" y="60861"/>
                  <a:pt x="844900" y="40082"/>
                  <a:pt x="844900" y="40082"/>
                </a:cubicBezTo>
                <a:close/>
                <a:moveTo>
                  <a:pt x="2647573" y="40080"/>
                </a:moveTo>
                <a:lnTo>
                  <a:pt x="2655955" y="43787"/>
                </a:lnTo>
                <a:cubicBezTo>
                  <a:pt x="2672137" y="51077"/>
                  <a:pt x="2709510" y="68549"/>
                  <a:pt x="2749571" y="91687"/>
                </a:cubicBezTo>
                <a:cubicBezTo>
                  <a:pt x="2802981" y="122536"/>
                  <a:pt x="2845305" y="154214"/>
                  <a:pt x="2845305" y="154214"/>
                </a:cubicBezTo>
                <a:lnTo>
                  <a:pt x="2822677" y="193415"/>
                </a:lnTo>
                <a:cubicBezTo>
                  <a:pt x="2822677" y="193415"/>
                  <a:pt x="2774046" y="172572"/>
                  <a:pt x="2720696" y="141785"/>
                </a:cubicBezTo>
                <a:cubicBezTo>
                  <a:pt x="2667283" y="110937"/>
                  <a:pt x="2624959" y="79258"/>
                  <a:pt x="2624959" y="79258"/>
                </a:cubicBezTo>
                <a:close/>
                <a:moveTo>
                  <a:pt x="1065253" y="40077"/>
                </a:moveTo>
                <a:lnTo>
                  <a:pt x="1065317" y="40077"/>
                </a:lnTo>
                <a:lnTo>
                  <a:pt x="1065303" y="40099"/>
                </a:lnTo>
                <a:close/>
                <a:moveTo>
                  <a:pt x="1635980" y="40072"/>
                </a:moveTo>
                <a:lnTo>
                  <a:pt x="1658607" y="79272"/>
                </a:lnTo>
                <a:cubicBezTo>
                  <a:pt x="1658607" y="79272"/>
                  <a:pt x="1616284" y="110951"/>
                  <a:pt x="1562870" y="141800"/>
                </a:cubicBezTo>
                <a:cubicBezTo>
                  <a:pt x="1509456" y="172650"/>
                  <a:pt x="1460821" y="193429"/>
                  <a:pt x="1460821" y="193429"/>
                </a:cubicBezTo>
                <a:lnTo>
                  <a:pt x="1438196" y="154229"/>
                </a:lnTo>
                <a:cubicBezTo>
                  <a:pt x="1438196" y="154229"/>
                  <a:pt x="1480518" y="122551"/>
                  <a:pt x="1533934" y="91701"/>
                </a:cubicBezTo>
                <a:cubicBezTo>
                  <a:pt x="1587348" y="60851"/>
                  <a:pt x="1635980" y="40072"/>
                  <a:pt x="1635980" y="40072"/>
                </a:cubicBezTo>
                <a:close/>
                <a:moveTo>
                  <a:pt x="3438701" y="40071"/>
                </a:moveTo>
                <a:lnTo>
                  <a:pt x="3447084" y="43777"/>
                </a:lnTo>
                <a:cubicBezTo>
                  <a:pt x="3463267" y="51067"/>
                  <a:pt x="3500641" y="68540"/>
                  <a:pt x="3540702" y="91677"/>
                </a:cubicBezTo>
                <a:cubicBezTo>
                  <a:pt x="3594111" y="122527"/>
                  <a:pt x="3636436" y="154205"/>
                  <a:pt x="3636436" y="154205"/>
                </a:cubicBezTo>
                <a:lnTo>
                  <a:pt x="3613807" y="193405"/>
                </a:lnTo>
                <a:cubicBezTo>
                  <a:pt x="3613807" y="193405"/>
                  <a:pt x="3565243" y="172563"/>
                  <a:pt x="3511829" y="141776"/>
                </a:cubicBezTo>
                <a:cubicBezTo>
                  <a:pt x="3458412" y="110927"/>
                  <a:pt x="3416090" y="79248"/>
                  <a:pt x="3416090" y="79248"/>
                </a:cubicBezTo>
                <a:close/>
                <a:moveTo>
                  <a:pt x="1856390" y="40067"/>
                </a:moveTo>
                <a:lnTo>
                  <a:pt x="1856455" y="40067"/>
                </a:lnTo>
                <a:lnTo>
                  <a:pt x="1856440" y="40090"/>
                </a:lnTo>
                <a:close/>
                <a:moveTo>
                  <a:pt x="2427043" y="40063"/>
                </a:moveTo>
                <a:lnTo>
                  <a:pt x="2449673" y="79263"/>
                </a:lnTo>
                <a:cubicBezTo>
                  <a:pt x="2449673" y="79263"/>
                  <a:pt x="2407348" y="110942"/>
                  <a:pt x="2353932" y="141790"/>
                </a:cubicBezTo>
                <a:cubicBezTo>
                  <a:pt x="2300519" y="172640"/>
                  <a:pt x="2251888" y="193420"/>
                  <a:pt x="2251888" y="193420"/>
                </a:cubicBezTo>
                <a:lnTo>
                  <a:pt x="2229258" y="154219"/>
                </a:lnTo>
                <a:lnTo>
                  <a:pt x="2229324" y="154219"/>
                </a:lnTo>
                <a:cubicBezTo>
                  <a:pt x="2229324" y="154219"/>
                  <a:pt x="2271643" y="122542"/>
                  <a:pt x="2325057" y="91692"/>
                </a:cubicBezTo>
                <a:cubicBezTo>
                  <a:pt x="2378472" y="60842"/>
                  <a:pt x="2427043" y="40063"/>
                  <a:pt x="2427043" y="40063"/>
                </a:cubicBezTo>
                <a:close/>
                <a:moveTo>
                  <a:pt x="4229752" y="40061"/>
                </a:moveTo>
                <a:lnTo>
                  <a:pt x="4238133" y="43768"/>
                </a:lnTo>
                <a:cubicBezTo>
                  <a:pt x="4254316" y="51058"/>
                  <a:pt x="4291687" y="68530"/>
                  <a:pt x="4331748" y="91668"/>
                </a:cubicBezTo>
                <a:cubicBezTo>
                  <a:pt x="4385164" y="122518"/>
                  <a:pt x="4427491" y="154196"/>
                  <a:pt x="4427491" y="154196"/>
                </a:cubicBezTo>
                <a:lnTo>
                  <a:pt x="4404860" y="193396"/>
                </a:lnTo>
                <a:cubicBezTo>
                  <a:pt x="4404860" y="193396"/>
                  <a:pt x="4356291" y="172554"/>
                  <a:pt x="4302877" y="141767"/>
                </a:cubicBezTo>
                <a:cubicBezTo>
                  <a:pt x="4249460" y="110918"/>
                  <a:pt x="4207137" y="79239"/>
                  <a:pt x="4207137" y="79239"/>
                </a:cubicBezTo>
                <a:close/>
                <a:moveTo>
                  <a:pt x="2647521" y="40058"/>
                </a:moveTo>
                <a:lnTo>
                  <a:pt x="2647585" y="40058"/>
                </a:lnTo>
                <a:lnTo>
                  <a:pt x="2647573" y="40080"/>
                </a:lnTo>
                <a:close/>
                <a:moveTo>
                  <a:pt x="3218179" y="40053"/>
                </a:moveTo>
                <a:lnTo>
                  <a:pt x="3240807" y="79253"/>
                </a:lnTo>
                <a:cubicBezTo>
                  <a:pt x="3240807" y="79253"/>
                  <a:pt x="3198481" y="110932"/>
                  <a:pt x="3145079" y="141781"/>
                </a:cubicBezTo>
                <a:cubicBezTo>
                  <a:pt x="3091661" y="172631"/>
                  <a:pt x="3043026" y="193411"/>
                  <a:pt x="3043026" y="193411"/>
                </a:cubicBezTo>
                <a:lnTo>
                  <a:pt x="3020398" y="154210"/>
                </a:lnTo>
                <a:lnTo>
                  <a:pt x="3020464" y="154210"/>
                </a:lnTo>
                <a:cubicBezTo>
                  <a:pt x="3020464" y="154210"/>
                  <a:pt x="3062787" y="122532"/>
                  <a:pt x="3116202" y="91682"/>
                </a:cubicBezTo>
                <a:cubicBezTo>
                  <a:pt x="3169618" y="60832"/>
                  <a:pt x="3218179" y="40053"/>
                  <a:pt x="3218179" y="40053"/>
                </a:cubicBezTo>
                <a:close/>
                <a:moveTo>
                  <a:pt x="5020837" y="40052"/>
                </a:moveTo>
                <a:lnTo>
                  <a:pt x="5029217" y="43758"/>
                </a:lnTo>
                <a:cubicBezTo>
                  <a:pt x="5045401" y="51048"/>
                  <a:pt x="5082770" y="68521"/>
                  <a:pt x="5122827" y="91658"/>
                </a:cubicBezTo>
                <a:cubicBezTo>
                  <a:pt x="5176242" y="122509"/>
                  <a:pt x="5218566" y="154186"/>
                  <a:pt x="5218566" y="154186"/>
                </a:cubicBezTo>
                <a:lnTo>
                  <a:pt x="5195941" y="193387"/>
                </a:lnTo>
                <a:cubicBezTo>
                  <a:pt x="5195941" y="193387"/>
                  <a:pt x="5147369" y="172544"/>
                  <a:pt x="5093953" y="141757"/>
                </a:cubicBezTo>
                <a:cubicBezTo>
                  <a:pt x="5040542" y="110908"/>
                  <a:pt x="4998215" y="79229"/>
                  <a:pt x="4998215" y="79229"/>
                </a:cubicBezTo>
                <a:close/>
                <a:moveTo>
                  <a:pt x="3438650" y="40048"/>
                </a:moveTo>
                <a:lnTo>
                  <a:pt x="3438713" y="40048"/>
                </a:lnTo>
                <a:lnTo>
                  <a:pt x="3438701" y="40071"/>
                </a:lnTo>
                <a:close/>
                <a:moveTo>
                  <a:pt x="4009303" y="40044"/>
                </a:moveTo>
                <a:lnTo>
                  <a:pt x="4031930" y="79244"/>
                </a:lnTo>
                <a:cubicBezTo>
                  <a:pt x="4031930" y="79244"/>
                  <a:pt x="3989607" y="110923"/>
                  <a:pt x="3936200" y="141772"/>
                </a:cubicBezTo>
                <a:cubicBezTo>
                  <a:pt x="3882785" y="172621"/>
                  <a:pt x="3834153" y="193401"/>
                  <a:pt x="3834153" y="193401"/>
                </a:cubicBezTo>
                <a:lnTo>
                  <a:pt x="3811524" y="154201"/>
                </a:lnTo>
                <a:lnTo>
                  <a:pt x="3811587" y="154201"/>
                </a:lnTo>
                <a:cubicBezTo>
                  <a:pt x="3811587" y="154201"/>
                  <a:pt x="3853909" y="122523"/>
                  <a:pt x="3907323" y="91673"/>
                </a:cubicBezTo>
                <a:cubicBezTo>
                  <a:pt x="3960740" y="60823"/>
                  <a:pt x="4009303" y="40044"/>
                  <a:pt x="4009303" y="40044"/>
                </a:cubicBezTo>
                <a:close/>
                <a:moveTo>
                  <a:pt x="5811965" y="40042"/>
                </a:moveTo>
                <a:lnTo>
                  <a:pt x="5820348" y="43748"/>
                </a:lnTo>
                <a:cubicBezTo>
                  <a:pt x="5836528" y="51039"/>
                  <a:pt x="5873901" y="68511"/>
                  <a:pt x="5913960" y="91649"/>
                </a:cubicBezTo>
                <a:cubicBezTo>
                  <a:pt x="5967374" y="122499"/>
                  <a:pt x="6009695" y="154177"/>
                  <a:pt x="6009695" y="154177"/>
                </a:cubicBezTo>
                <a:lnTo>
                  <a:pt x="5987067" y="193377"/>
                </a:lnTo>
                <a:cubicBezTo>
                  <a:pt x="5987067" y="193377"/>
                  <a:pt x="5938437" y="172535"/>
                  <a:pt x="5885086" y="141748"/>
                </a:cubicBezTo>
                <a:cubicBezTo>
                  <a:pt x="5831672" y="110899"/>
                  <a:pt x="5789350" y="79220"/>
                  <a:pt x="5789350" y="79220"/>
                </a:cubicBezTo>
                <a:close/>
                <a:moveTo>
                  <a:pt x="4229702" y="40039"/>
                </a:moveTo>
                <a:lnTo>
                  <a:pt x="4229764" y="40039"/>
                </a:lnTo>
                <a:lnTo>
                  <a:pt x="4229752" y="40061"/>
                </a:lnTo>
                <a:close/>
                <a:moveTo>
                  <a:pt x="4800366" y="40034"/>
                </a:moveTo>
                <a:lnTo>
                  <a:pt x="4822988" y="79234"/>
                </a:lnTo>
                <a:cubicBezTo>
                  <a:pt x="4822988" y="79234"/>
                  <a:pt x="4780668" y="110913"/>
                  <a:pt x="4727254" y="141762"/>
                </a:cubicBezTo>
                <a:cubicBezTo>
                  <a:pt x="4673843" y="172612"/>
                  <a:pt x="4625211" y="193392"/>
                  <a:pt x="4625211" y="193392"/>
                </a:cubicBezTo>
                <a:lnTo>
                  <a:pt x="4602581" y="154191"/>
                </a:lnTo>
                <a:lnTo>
                  <a:pt x="4602649" y="154191"/>
                </a:lnTo>
                <a:cubicBezTo>
                  <a:pt x="4602649" y="154191"/>
                  <a:pt x="4644967" y="122513"/>
                  <a:pt x="4698380" y="91663"/>
                </a:cubicBezTo>
                <a:cubicBezTo>
                  <a:pt x="4751795" y="60813"/>
                  <a:pt x="4800366" y="40034"/>
                  <a:pt x="4800366" y="40034"/>
                </a:cubicBezTo>
                <a:close/>
                <a:moveTo>
                  <a:pt x="5020783" y="40029"/>
                </a:moveTo>
                <a:lnTo>
                  <a:pt x="5020848" y="40029"/>
                </a:lnTo>
                <a:lnTo>
                  <a:pt x="5020837" y="40052"/>
                </a:lnTo>
                <a:close/>
                <a:moveTo>
                  <a:pt x="5591444" y="40025"/>
                </a:moveTo>
                <a:lnTo>
                  <a:pt x="5614067" y="79225"/>
                </a:lnTo>
                <a:cubicBezTo>
                  <a:pt x="5614067" y="79225"/>
                  <a:pt x="5571746" y="110904"/>
                  <a:pt x="5518332" y="141753"/>
                </a:cubicBezTo>
                <a:cubicBezTo>
                  <a:pt x="5464921" y="172603"/>
                  <a:pt x="5416289" y="193382"/>
                  <a:pt x="5416289" y="193382"/>
                </a:cubicBezTo>
                <a:lnTo>
                  <a:pt x="5393662" y="154182"/>
                </a:lnTo>
                <a:lnTo>
                  <a:pt x="5393724" y="154182"/>
                </a:lnTo>
                <a:cubicBezTo>
                  <a:pt x="5393724" y="154182"/>
                  <a:pt x="5436047" y="122504"/>
                  <a:pt x="5489459" y="91654"/>
                </a:cubicBezTo>
                <a:cubicBezTo>
                  <a:pt x="5542870" y="60804"/>
                  <a:pt x="5591444" y="40025"/>
                  <a:pt x="5591444" y="40025"/>
                </a:cubicBezTo>
                <a:close/>
                <a:moveTo>
                  <a:pt x="5811914" y="40020"/>
                </a:moveTo>
                <a:lnTo>
                  <a:pt x="5811979" y="40020"/>
                </a:lnTo>
                <a:lnTo>
                  <a:pt x="5811965" y="40042"/>
                </a:lnTo>
                <a:close/>
                <a:moveTo>
                  <a:pt x="6382638" y="40015"/>
                </a:moveTo>
                <a:lnTo>
                  <a:pt x="6405201" y="79215"/>
                </a:lnTo>
                <a:cubicBezTo>
                  <a:pt x="6405201" y="79215"/>
                  <a:pt x="6362878" y="110894"/>
                  <a:pt x="6309464" y="141743"/>
                </a:cubicBezTo>
                <a:cubicBezTo>
                  <a:pt x="6256050" y="172593"/>
                  <a:pt x="6207416" y="193373"/>
                  <a:pt x="6207416" y="193373"/>
                </a:cubicBezTo>
                <a:lnTo>
                  <a:pt x="6184788" y="154172"/>
                </a:lnTo>
                <a:lnTo>
                  <a:pt x="6184852" y="154172"/>
                </a:lnTo>
                <a:cubicBezTo>
                  <a:pt x="6184852" y="154172"/>
                  <a:pt x="6227176" y="122494"/>
                  <a:pt x="6280589" y="91644"/>
                </a:cubicBezTo>
                <a:cubicBezTo>
                  <a:pt x="6334004" y="60794"/>
                  <a:pt x="6382638" y="40015"/>
                  <a:pt x="6382638" y="40015"/>
                </a:cubicBezTo>
                <a:close/>
                <a:moveTo>
                  <a:pt x="6603052" y="40010"/>
                </a:moveTo>
                <a:cubicBezTo>
                  <a:pt x="6603052" y="40010"/>
                  <a:pt x="6651621" y="60789"/>
                  <a:pt x="6705100" y="91639"/>
                </a:cubicBezTo>
                <a:cubicBezTo>
                  <a:pt x="6758449" y="122489"/>
                  <a:pt x="6800772" y="154167"/>
                  <a:pt x="6800772" y="154167"/>
                </a:cubicBezTo>
                <a:lnTo>
                  <a:pt x="6778210" y="193368"/>
                </a:lnTo>
                <a:cubicBezTo>
                  <a:pt x="6778210" y="193368"/>
                  <a:pt x="6729575" y="172525"/>
                  <a:pt x="6676161" y="141738"/>
                </a:cubicBezTo>
                <a:cubicBezTo>
                  <a:pt x="6622747" y="110889"/>
                  <a:pt x="6580424" y="79210"/>
                  <a:pt x="6580424" y="79210"/>
                </a:cubicBezTo>
                <a:close/>
                <a:moveTo>
                  <a:pt x="7173716" y="40006"/>
                </a:moveTo>
                <a:lnTo>
                  <a:pt x="7196344" y="79206"/>
                </a:lnTo>
                <a:cubicBezTo>
                  <a:pt x="7196344" y="79206"/>
                  <a:pt x="7154020" y="110885"/>
                  <a:pt x="7100606" y="141734"/>
                </a:cubicBezTo>
                <a:cubicBezTo>
                  <a:pt x="7047191" y="172584"/>
                  <a:pt x="6998558" y="193364"/>
                  <a:pt x="6998558" y="193364"/>
                </a:cubicBezTo>
                <a:lnTo>
                  <a:pt x="6975995" y="154163"/>
                </a:lnTo>
                <a:cubicBezTo>
                  <a:pt x="6975995" y="154163"/>
                  <a:pt x="7018317" y="122485"/>
                  <a:pt x="7071731" y="91635"/>
                </a:cubicBezTo>
                <a:cubicBezTo>
                  <a:pt x="7125146" y="60785"/>
                  <a:pt x="7173716" y="40006"/>
                  <a:pt x="7173716" y="40006"/>
                </a:cubicBezTo>
                <a:close/>
                <a:moveTo>
                  <a:pt x="7394128" y="40001"/>
                </a:moveTo>
                <a:cubicBezTo>
                  <a:pt x="7394128" y="40001"/>
                  <a:pt x="7442762" y="60780"/>
                  <a:pt x="7496176" y="91630"/>
                </a:cubicBezTo>
                <a:cubicBezTo>
                  <a:pt x="7549590" y="122480"/>
                  <a:pt x="7591913" y="154158"/>
                  <a:pt x="7591913" y="154158"/>
                </a:cubicBezTo>
                <a:lnTo>
                  <a:pt x="7569286" y="193359"/>
                </a:lnTo>
                <a:cubicBezTo>
                  <a:pt x="7569286" y="193359"/>
                  <a:pt x="7520716" y="172516"/>
                  <a:pt x="7467302" y="141729"/>
                </a:cubicBezTo>
                <a:cubicBezTo>
                  <a:pt x="7413887" y="110880"/>
                  <a:pt x="7371564" y="79201"/>
                  <a:pt x="7371564" y="79201"/>
                </a:cubicBezTo>
                <a:close/>
                <a:moveTo>
                  <a:pt x="7964857" y="39996"/>
                </a:moveTo>
                <a:lnTo>
                  <a:pt x="7987485" y="79196"/>
                </a:lnTo>
                <a:cubicBezTo>
                  <a:pt x="7987485" y="79196"/>
                  <a:pt x="7945161" y="110875"/>
                  <a:pt x="7891747" y="141725"/>
                </a:cubicBezTo>
                <a:cubicBezTo>
                  <a:pt x="7838333" y="172575"/>
                  <a:pt x="7789699" y="193354"/>
                  <a:pt x="7789699" y="193354"/>
                </a:cubicBezTo>
                <a:lnTo>
                  <a:pt x="7767072" y="154154"/>
                </a:lnTo>
                <a:cubicBezTo>
                  <a:pt x="7767072" y="154154"/>
                  <a:pt x="7809395" y="122476"/>
                  <a:pt x="7862809" y="91625"/>
                </a:cubicBezTo>
                <a:cubicBezTo>
                  <a:pt x="7916223" y="60775"/>
                  <a:pt x="7964857" y="39996"/>
                  <a:pt x="7964857" y="39996"/>
                </a:cubicBezTo>
                <a:close/>
                <a:moveTo>
                  <a:pt x="8185270" y="39991"/>
                </a:moveTo>
                <a:cubicBezTo>
                  <a:pt x="8185270" y="39991"/>
                  <a:pt x="8233904" y="60770"/>
                  <a:pt x="8287318" y="91620"/>
                </a:cubicBezTo>
                <a:cubicBezTo>
                  <a:pt x="8340732" y="122471"/>
                  <a:pt x="8383056" y="154149"/>
                  <a:pt x="8383056" y="154149"/>
                </a:cubicBezTo>
                <a:lnTo>
                  <a:pt x="8360428" y="193349"/>
                </a:lnTo>
                <a:cubicBezTo>
                  <a:pt x="8360428" y="193349"/>
                  <a:pt x="8311794" y="172507"/>
                  <a:pt x="8258443" y="141720"/>
                </a:cubicBezTo>
                <a:cubicBezTo>
                  <a:pt x="8204965" y="110870"/>
                  <a:pt x="8162642" y="79191"/>
                  <a:pt x="8162642" y="79191"/>
                </a:cubicBezTo>
                <a:close/>
                <a:moveTo>
                  <a:pt x="8755998" y="39987"/>
                </a:moveTo>
                <a:lnTo>
                  <a:pt x="8778626" y="79187"/>
                </a:lnTo>
                <a:cubicBezTo>
                  <a:pt x="8778626" y="79187"/>
                  <a:pt x="8736302" y="110866"/>
                  <a:pt x="8682888" y="141715"/>
                </a:cubicBezTo>
                <a:cubicBezTo>
                  <a:pt x="8629474" y="172565"/>
                  <a:pt x="8580840" y="193345"/>
                  <a:pt x="8580840" y="193345"/>
                </a:cubicBezTo>
                <a:lnTo>
                  <a:pt x="8558213" y="154144"/>
                </a:lnTo>
                <a:cubicBezTo>
                  <a:pt x="8558213" y="154144"/>
                  <a:pt x="8600536" y="122466"/>
                  <a:pt x="8653951" y="91616"/>
                </a:cubicBezTo>
                <a:cubicBezTo>
                  <a:pt x="8707364" y="60766"/>
                  <a:pt x="8755998" y="39987"/>
                  <a:pt x="8755998" y="39987"/>
                </a:cubicBezTo>
                <a:close/>
                <a:moveTo>
                  <a:pt x="8976412" y="39982"/>
                </a:moveTo>
                <a:cubicBezTo>
                  <a:pt x="8976412" y="39982"/>
                  <a:pt x="9025046" y="60761"/>
                  <a:pt x="9078460" y="91611"/>
                </a:cubicBezTo>
                <a:cubicBezTo>
                  <a:pt x="9131874" y="122461"/>
                  <a:pt x="9174198" y="154139"/>
                  <a:pt x="9174198" y="154139"/>
                </a:cubicBezTo>
                <a:lnTo>
                  <a:pt x="9151570" y="193340"/>
                </a:lnTo>
                <a:cubicBezTo>
                  <a:pt x="9151570" y="193340"/>
                  <a:pt x="9102936" y="172497"/>
                  <a:pt x="9049585" y="141710"/>
                </a:cubicBezTo>
                <a:cubicBezTo>
                  <a:pt x="8996107" y="110861"/>
                  <a:pt x="8953784" y="79182"/>
                  <a:pt x="8953784" y="79182"/>
                </a:cubicBezTo>
                <a:close/>
                <a:moveTo>
                  <a:pt x="9547140" y="39977"/>
                </a:moveTo>
                <a:lnTo>
                  <a:pt x="9569704" y="79177"/>
                </a:lnTo>
                <a:cubicBezTo>
                  <a:pt x="9569704" y="79177"/>
                  <a:pt x="9527381" y="110856"/>
                  <a:pt x="9474030" y="141706"/>
                </a:cubicBezTo>
                <a:cubicBezTo>
                  <a:pt x="9420552" y="172556"/>
                  <a:pt x="9371982" y="193336"/>
                  <a:pt x="9371982" y="193336"/>
                </a:cubicBezTo>
                <a:lnTo>
                  <a:pt x="9349355" y="154135"/>
                </a:lnTo>
                <a:cubicBezTo>
                  <a:pt x="9349355" y="154135"/>
                  <a:pt x="9391678" y="122457"/>
                  <a:pt x="9445093" y="91606"/>
                </a:cubicBezTo>
                <a:cubicBezTo>
                  <a:pt x="9498507" y="60756"/>
                  <a:pt x="9547140" y="39977"/>
                  <a:pt x="9547140" y="39977"/>
                </a:cubicBezTo>
                <a:close/>
                <a:moveTo>
                  <a:pt x="9767553" y="39972"/>
                </a:moveTo>
                <a:cubicBezTo>
                  <a:pt x="9767553" y="39972"/>
                  <a:pt x="9816123" y="60751"/>
                  <a:pt x="9869601" y="91601"/>
                </a:cubicBezTo>
                <a:cubicBezTo>
                  <a:pt x="9922951" y="122452"/>
                  <a:pt x="9965275" y="154130"/>
                  <a:pt x="9965275" y="154130"/>
                </a:cubicBezTo>
                <a:lnTo>
                  <a:pt x="9942711" y="193331"/>
                </a:lnTo>
                <a:cubicBezTo>
                  <a:pt x="9942711" y="193331"/>
                  <a:pt x="9894077" y="172488"/>
                  <a:pt x="9840663" y="141701"/>
                </a:cubicBezTo>
                <a:cubicBezTo>
                  <a:pt x="9787248" y="110851"/>
                  <a:pt x="9744925" y="79172"/>
                  <a:pt x="9744925" y="79172"/>
                </a:cubicBezTo>
                <a:close/>
                <a:moveTo>
                  <a:pt x="10338218" y="39968"/>
                </a:moveTo>
                <a:lnTo>
                  <a:pt x="10360845" y="79168"/>
                </a:lnTo>
                <a:cubicBezTo>
                  <a:pt x="10360845" y="79168"/>
                  <a:pt x="10318522" y="110847"/>
                  <a:pt x="10265107" y="141697"/>
                </a:cubicBezTo>
                <a:cubicBezTo>
                  <a:pt x="10211693" y="172546"/>
                  <a:pt x="10163059" y="193326"/>
                  <a:pt x="10163059" y="193326"/>
                </a:cubicBezTo>
                <a:lnTo>
                  <a:pt x="10140496" y="154126"/>
                </a:lnTo>
                <a:cubicBezTo>
                  <a:pt x="10140496" y="154126"/>
                  <a:pt x="10182819" y="122448"/>
                  <a:pt x="10236234" y="91597"/>
                </a:cubicBezTo>
                <a:cubicBezTo>
                  <a:pt x="10289648" y="60747"/>
                  <a:pt x="10338218" y="39968"/>
                  <a:pt x="10338218" y="39968"/>
                </a:cubicBezTo>
                <a:close/>
                <a:moveTo>
                  <a:pt x="10558630" y="39963"/>
                </a:moveTo>
                <a:cubicBezTo>
                  <a:pt x="10558630" y="39963"/>
                  <a:pt x="10607264" y="60742"/>
                  <a:pt x="10660678" y="91592"/>
                </a:cubicBezTo>
                <a:cubicBezTo>
                  <a:pt x="10714092" y="122442"/>
                  <a:pt x="10756416" y="154120"/>
                  <a:pt x="10756416" y="154120"/>
                </a:cubicBezTo>
                <a:lnTo>
                  <a:pt x="10733788" y="193321"/>
                </a:lnTo>
                <a:cubicBezTo>
                  <a:pt x="10733788" y="193321"/>
                  <a:pt x="10685218" y="172478"/>
                  <a:pt x="10631804" y="141691"/>
                </a:cubicBezTo>
                <a:cubicBezTo>
                  <a:pt x="10578389" y="110842"/>
                  <a:pt x="10536066" y="79163"/>
                  <a:pt x="10536066" y="79163"/>
                </a:cubicBezTo>
                <a:close/>
                <a:moveTo>
                  <a:pt x="11129360" y="39958"/>
                </a:moveTo>
                <a:lnTo>
                  <a:pt x="11151987" y="79158"/>
                </a:lnTo>
                <a:cubicBezTo>
                  <a:pt x="11151987" y="79158"/>
                  <a:pt x="11109664" y="110837"/>
                  <a:pt x="11056249" y="141687"/>
                </a:cubicBezTo>
                <a:cubicBezTo>
                  <a:pt x="11002835" y="172537"/>
                  <a:pt x="10954201" y="193317"/>
                  <a:pt x="10954201" y="193317"/>
                </a:cubicBezTo>
                <a:lnTo>
                  <a:pt x="10931638" y="154116"/>
                </a:lnTo>
                <a:cubicBezTo>
                  <a:pt x="10931638" y="154116"/>
                  <a:pt x="10973961" y="122438"/>
                  <a:pt x="11027376" y="91587"/>
                </a:cubicBezTo>
                <a:cubicBezTo>
                  <a:pt x="11080790" y="60737"/>
                  <a:pt x="11129360" y="39958"/>
                  <a:pt x="11129360" y="39958"/>
                </a:cubicBezTo>
                <a:close/>
                <a:moveTo>
                  <a:pt x="11349772" y="39953"/>
                </a:moveTo>
                <a:cubicBezTo>
                  <a:pt x="11349772" y="39953"/>
                  <a:pt x="11398406" y="60732"/>
                  <a:pt x="11451820" y="91582"/>
                </a:cubicBezTo>
                <a:cubicBezTo>
                  <a:pt x="11505234" y="122433"/>
                  <a:pt x="11547558" y="154111"/>
                  <a:pt x="11547558" y="154111"/>
                </a:cubicBezTo>
                <a:lnTo>
                  <a:pt x="11524930" y="193312"/>
                </a:lnTo>
                <a:cubicBezTo>
                  <a:pt x="11524930" y="193312"/>
                  <a:pt x="11476360" y="172469"/>
                  <a:pt x="11422946" y="141682"/>
                </a:cubicBezTo>
                <a:cubicBezTo>
                  <a:pt x="11369531" y="110832"/>
                  <a:pt x="11327208" y="79153"/>
                  <a:pt x="11327208" y="79153"/>
                </a:cubicBezTo>
                <a:close/>
                <a:moveTo>
                  <a:pt x="11920501" y="39949"/>
                </a:moveTo>
                <a:lnTo>
                  <a:pt x="11943128" y="79149"/>
                </a:lnTo>
                <a:cubicBezTo>
                  <a:pt x="11943128" y="79149"/>
                  <a:pt x="11900804" y="110828"/>
                  <a:pt x="11847390" y="141678"/>
                </a:cubicBezTo>
                <a:cubicBezTo>
                  <a:pt x="11793976" y="172528"/>
                  <a:pt x="11745343" y="193308"/>
                  <a:pt x="11745343" y="193308"/>
                </a:cubicBezTo>
                <a:lnTo>
                  <a:pt x="11722715" y="154107"/>
                </a:lnTo>
                <a:cubicBezTo>
                  <a:pt x="11722715" y="154107"/>
                  <a:pt x="11765038" y="122429"/>
                  <a:pt x="11818516" y="91578"/>
                </a:cubicBezTo>
                <a:cubicBezTo>
                  <a:pt x="11871867" y="60728"/>
                  <a:pt x="11920501" y="39949"/>
                  <a:pt x="11920501" y="39949"/>
                </a:cubicBezTo>
                <a:close/>
                <a:moveTo>
                  <a:pt x="12140914" y="39944"/>
                </a:moveTo>
                <a:cubicBezTo>
                  <a:pt x="12140914" y="39944"/>
                  <a:pt x="12153072" y="45139"/>
                  <a:pt x="12171908" y="54190"/>
                </a:cubicBezTo>
                <a:lnTo>
                  <a:pt x="12203753" y="70944"/>
                </a:lnTo>
                <a:lnTo>
                  <a:pt x="12203753" y="135159"/>
                </a:lnTo>
                <a:lnTo>
                  <a:pt x="12146132" y="98840"/>
                </a:lnTo>
                <a:cubicBezTo>
                  <a:pt x="12128867" y="87064"/>
                  <a:pt x="12118286" y="79144"/>
                  <a:pt x="12118286" y="79144"/>
                </a:cubicBezTo>
                <a:close/>
                <a:moveTo>
                  <a:pt x="11606317" y="0"/>
                </a:moveTo>
                <a:lnTo>
                  <a:pt x="11664019" y="0"/>
                </a:lnTo>
                <a:lnTo>
                  <a:pt x="11664075" y="2475"/>
                </a:lnTo>
                <a:cubicBezTo>
                  <a:pt x="11664075" y="64175"/>
                  <a:pt x="11657764" y="116633"/>
                  <a:pt x="11657764" y="116633"/>
                </a:cubicBezTo>
                <a:lnTo>
                  <a:pt x="11612508" y="116633"/>
                </a:lnTo>
                <a:cubicBezTo>
                  <a:pt x="11612508" y="116633"/>
                  <a:pt x="11606262" y="64111"/>
                  <a:pt x="11606262" y="2475"/>
                </a:cubicBezTo>
                <a:close/>
                <a:moveTo>
                  <a:pt x="10815176" y="0"/>
                </a:moveTo>
                <a:lnTo>
                  <a:pt x="10872877" y="0"/>
                </a:lnTo>
                <a:lnTo>
                  <a:pt x="10872933" y="2484"/>
                </a:lnTo>
                <a:cubicBezTo>
                  <a:pt x="10872933" y="64185"/>
                  <a:pt x="10866623" y="116643"/>
                  <a:pt x="10866623" y="116643"/>
                </a:cubicBezTo>
                <a:lnTo>
                  <a:pt x="10821367" y="116643"/>
                </a:lnTo>
                <a:cubicBezTo>
                  <a:pt x="10821367" y="116643"/>
                  <a:pt x="10815121" y="64121"/>
                  <a:pt x="10815121" y="2484"/>
                </a:cubicBezTo>
                <a:close/>
                <a:moveTo>
                  <a:pt x="10024035" y="0"/>
                </a:moveTo>
                <a:lnTo>
                  <a:pt x="10081735" y="0"/>
                </a:lnTo>
                <a:lnTo>
                  <a:pt x="10081791" y="2494"/>
                </a:lnTo>
                <a:cubicBezTo>
                  <a:pt x="10081791" y="64194"/>
                  <a:pt x="10075481" y="116652"/>
                  <a:pt x="10075481" y="116652"/>
                </a:cubicBezTo>
                <a:lnTo>
                  <a:pt x="10030289" y="116652"/>
                </a:lnTo>
                <a:cubicBezTo>
                  <a:pt x="10030289" y="116652"/>
                  <a:pt x="10023979" y="64130"/>
                  <a:pt x="10023979" y="2494"/>
                </a:cubicBezTo>
                <a:close/>
                <a:moveTo>
                  <a:pt x="9232894" y="0"/>
                </a:moveTo>
                <a:lnTo>
                  <a:pt x="9290594" y="0"/>
                </a:lnTo>
                <a:lnTo>
                  <a:pt x="9290650" y="2503"/>
                </a:lnTo>
                <a:cubicBezTo>
                  <a:pt x="9290650" y="64204"/>
                  <a:pt x="9284403" y="116662"/>
                  <a:pt x="9284403" y="116662"/>
                </a:cubicBezTo>
                <a:lnTo>
                  <a:pt x="9239148" y="116662"/>
                </a:lnTo>
                <a:cubicBezTo>
                  <a:pt x="9239148" y="116662"/>
                  <a:pt x="9232838" y="64140"/>
                  <a:pt x="9232838" y="2503"/>
                </a:cubicBezTo>
                <a:close/>
                <a:moveTo>
                  <a:pt x="8441752" y="0"/>
                </a:moveTo>
                <a:lnTo>
                  <a:pt x="8499452" y="0"/>
                </a:lnTo>
                <a:lnTo>
                  <a:pt x="8499508" y="2513"/>
                </a:lnTo>
                <a:cubicBezTo>
                  <a:pt x="8499508" y="64213"/>
                  <a:pt x="8493261" y="116671"/>
                  <a:pt x="8493261" y="116671"/>
                </a:cubicBezTo>
                <a:lnTo>
                  <a:pt x="8448006" y="116671"/>
                </a:lnTo>
                <a:cubicBezTo>
                  <a:pt x="8448006" y="116671"/>
                  <a:pt x="8441696" y="64149"/>
                  <a:pt x="8441696" y="2513"/>
                </a:cubicBezTo>
                <a:close/>
                <a:moveTo>
                  <a:pt x="7650675" y="0"/>
                </a:moveTo>
                <a:lnTo>
                  <a:pt x="7708375" y="0"/>
                </a:lnTo>
                <a:lnTo>
                  <a:pt x="7708431" y="2523"/>
                </a:lnTo>
                <a:cubicBezTo>
                  <a:pt x="7708431" y="64223"/>
                  <a:pt x="7702121" y="116681"/>
                  <a:pt x="7702121" y="116681"/>
                </a:cubicBezTo>
                <a:lnTo>
                  <a:pt x="7656865" y="116681"/>
                </a:lnTo>
                <a:cubicBezTo>
                  <a:pt x="7656865" y="116681"/>
                  <a:pt x="7650619" y="64159"/>
                  <a:pt x="7650619" y="2523"/>
                </a:cubicBezTo>
                <a:close/>
                <a:moveTo>
                  <a:pt x="6859534" y="0"/>
                </a:moveTo>
                <a:lnTo>
                  <a:pt x="6917232" y="0"/>
                </a:lnTo>
                <a:lnTo>
                  <a:pt x="6917290" y="2532"/>
                </a:lnTo>
                <a:cubicBezTo>
                  <a:pt x="6917290" y="64232"/>
                  <a:pt x="6910979" y="116690"/>
                  <a:pt x="6910979" y="116690"/>
                </a:cubicBezTo>
                <a:lnTo>
                  <a:pt x="6865787" y="116690"/>
                </a:lnTo>
                <a:cubicBezTo>
                  <a:pt x="6865787" y="116690"/>
                  <a:pt x="6859477" y="64168"/>
                  <a:pt x="6859477" y="2532"/>
                </a:cubicBezTo>
                <a:close/>
                <a:moveTo>
                  <a:pt x="6068457" y="0"/>
                </a:moveTo>
                <a:lnTo>
                  <a:pt x="6126154" y="0"/>
                </a:lnTo>
                <a:lnTo>
                  <a:pt x="6126212" y="2542"/>
                </a:lnTo>
                <a:cubicBezTo>
                  <a:pt x="6126212" y="64242"/>
                  <a:pt x="6119901" y="116699"/>
                  <a:pt x="6119901" y="116699"/>
                </a:cubicBezTo>
                <a:lnTo>
                  <a:pt x="6074648" y="116699"/>
                </a:lnTo>
                <a:cubicBezTo>
                  <a:pt x="6074648" y="116699"/>
                  <a:pt x="6068400" y="64178"/>
                  <a:pt x="6068400" y="2542"/>
                </a:cubicBezTo>
                <a:close/>
                <a:moveTo>
                  <a:pt x="5277265" y="0"/>
                </a:moveTo>
                <a:lnTo>
                  <a:pt x="5335028" y="0"/>
                </a:lnTo>
                <a:lnTo>
                  <a:pt x="5335085" y="2548"/>
                </a:lnTo>
                <a:cubicBezTo>
                  <a:pt x="5335085" y="64248"/>
                  <a:pt x="5328774" y="116706"/>
                  <a:pt x="5328774" y="116706"/>
                </a:cubicBezTo>
                <a:lnTo>
                  <a:pt x="5283517" y="116706"/>
                </a:lnTo>
                <a:cubicBezTo>
                  <a:pt x="5283517" y="116706"/>
                  <a:pt x="5277207" y="64184"/>
                  <a:pt x="5277207" y="2548"/>
                </a:cubicBezTo>
                <a:close/>
                <a:moveTo>
                  <a:pt x="4486122" y="0"/>
                </a:moveTo>
                <a:lnTo>
                  <a:pt x="4543887" y="0"/>
                </a:lnTo>
                <a:lnTo>
                  <a:pt x="4543944" y="2561"/>
                </a:lnTo>
                <a:cubicBezTo>
                  <a:pt x="4543944" y="64261"/>
                  <a:pt x="4537632" y="116718"/>
                  <a:pt x="4537632" y="116718"/>
                </a:cubicBezTo>
                <a:lnTo>
                  <a:pt x="4492377" y="116718"/>
                </a:lnTo>
                <a:cubicBezTo>
                  <a:pt x="4492377" y="116718"/>
                  <a:pt x="4486066" y="64197"/>
                  <a:pt x="4486066" y="2561"/>
                </a:cubicBezTo>
                <a:close/>
                <a:moveTo>
                  <a:pt x="3695133" y="0"/>
                </a:moveTo>
                <a:lnTo>
                  <a:pt x="3752896" y="0"/>
                </a:lnTo>
                <a:lnTo>
                  <a:pt x="3752953" y="2571"/>
                </a:lnTo>
                <a:cubicBezTo>
                  <a:pt x="3752953" y="64270"/>
                  <a:pt x="3746642" y="116728"/>
                  <a:pt x="3746642" y="116728"/>
                </a:cubicBezTo>
                <a:lnTo>
                  <a:pt x="3701387" y="116728"/>
                </a:lnTo>
                <a:cubicBezTo>
                  <a:pt x="3701387" y="116728"/>
                  <a:pt x="3695075" y="64206"/>
                  <a:pt x="3695075" y="2571"/>
                </a:cubicBezTo>
                <a:close/>
                <a:moveTo>
                  <a:pt x="2904071" y="0"/>
                </a:moveTo>
                <a:lnTo>
                  <a:pt x="2961764" y="0"/>
                </a:lnTo>
                <a:lnTo>
                  <a:pt x="2961822" y="2580"/>
                </a:lnTo>
                <a:cubicBezTo>
                  <a:pt x="2961822" y="64280"/>
                  <a:pt x="2955512" y="116737"/>
                  <a:pt x="2955512" y="116737"/>
                </a:cubicBezTo>
                <a:lnTo>
                  <a:pt x="2910259" y="116737"/>
                </a:lnTo>
                <a:cubicBezTo>
                  <a:pt x="2910259" y="116737"/>
                  <a:pt x="2904013" y="64216"/>
                  <a:pt x="2904013" y="2580"/>
                </a:cubicBezTo>
                <a:close/>
                <a:moveTo>
                  <a:pt x="2112926" y="0"/>
                </a:moveTo>
                <a:lnTo>
                  <a:pt x="2170621" y="0"/>
                </a:lnTo>
                <a:lnTo>
                  <a:pt x="2170679" y="2590"/>
                </a:lnTo>
                <a:cubicBezTo>
                  <a:pt x="2170679" y="64289"/>
                  <a:pt x="2164366" y="116747"/>
                  <a:pt x="2164366" y="116747"/>
                </a:cubicBezTo>
                <a:lnTo>
                  <a:pt x="2119119" y="116747"/>
                </a:lnTo>
                <a:cubicBezTo>
                  <a:pt x="2119119" y="116747"/>
                  <a:pt x="2112868" y="64225"/>
                  <a:pt x="2112868" y="2590"/>
                </a:cubicBezTo>
                <a:close/>
                <a:moveTo>
                  <a:pt x="1321802" y="0"/>
                </a:moveTo>
                <a:lnTo>
                  <a:pt x="1379498" y="0"/>
                </a:lnTo>
                <a:lnTo>
                  <a:pt x="1379556" y="2599"/>
                </a:lnTo>
                <a:cubicBezTo>
                  <a:pt x="1379556" y="64299"/>
                  <a:pt x="1373245" y="116756"/>
                  <a:pt x="1373245" y="116756"/>
                </a:cubicBezTo>
                <a:lnTo>
                  <a:pt x="1327990" y="116756"/>
                </a:lnTo>
                <a:cubicBezTo>
                  <a:pt x="1327990" y="116756"/>
                  <a:pt x="1321744" y="64235"/>
                  <a:pt x="1321744" y="2599"/>
                </a:cubicBezTo>
                <a:close/>
                <a:moveTo>
                  <a:pt x="530660" y="0"/>
                </a:moveTo>
                <a:lnTo>
                  <a:pt x="588355" y="0"/>
                </a:lnTo>
                <a:lnTo>
                  <a:pt x="588413" y="2609"/>
                </a:lnTo>
                <a:cubicBezTo>
                  <a:pt x="588413" y="64308"/>
                  <a:pt x="582102" y="116765"/>
                  <a:pt x="582102" y="116765"/>
                </a:cubicBezTo>
                <a:lnTo>
                  <a:pt x="536848" y="116765"/>
                </a:lnTo>
                <a:cubicBezTo>
                  <a:pt x="536848" y="116765"/>
                  <a:pt x="530602" y="64244"/>
                  <a:pt x="530602" y="2609"/>
                </a:cubicBezTo>
                <a:close/>
              </a:path>
            </a:pathLst>
          </a:custGeom>
          <a:solidFill>
            <a:schemeClr val="bg2"/>
          </a:solidFill>
          <a:ln w="637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38066E6-BF7C-1151-0A6E-B62D68A2E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3920" y="819150"/>
            <a:ext cx="5760720" cy="4625975"/>
          </a:xfrm>
        </p:spPr>
        <p:txBody>
          <a:bodyPr/>
          <a:lstStyle>
            <a:lvl1pPr marL="0" indent="0">
              <a:lnSpc>
                <a:spcPts val="77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max 4 regels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355565-C146-8C09-7C89-D103C57ED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389651"/>
            <a:ext cx="10972800" cy="282971"/>
          </a:xfrm>
        </p:spPr>
        <p:txBody>
          <a:bodyPr/>
          <a:lstStyle>
            <a:lvl1pPr>
              <a:tabLst>
                <a:tab pos="2327275" algn="l"/>
              </a:tabLst>
              <a:defRPr sz="1600"/>
            </a:lvl1pPr>
          </a:lstStyle>
          <a:p>
            <a:r>
              <a:rPr lang="nl-NL" dirty="0"/>
              <a:t>Quote slide #2</a:t>
            </a:r>
          </a:p>
        </p:txBody>
      </p:sp>
    </p:spTree>
    <p:extLst>
      <p:ext uri="{BB962C8B-B14F-4D97-AF65-F5344CB8AC3E}">
        <p14:creationId xmlns:p14="http://schemas.microsoft.com/office/powerpoint/2010/main" val="134414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6" y="623174"/>
            <a:ext cx="10972800" cy="46585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457805"/>
            <a:ext cx="10993775" cy="4335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 err="1"/>
              <a:t>Bullet</a:t>
            </a:r>
            <a:endParaRPr lang="nl-NL" noProof="0" dirty="0"/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#1</a:t>
            </a:r>
          </a:p>
          <a:p>
            <a:pPr lvl="2"/>
            <a:r>
              <a:rPr lang="nl-NL" noProof="0" dirty="0"/>
              <a:t>Sub-</a:t>
            </a:r>
            <a:r>
              <a:rPr lang="nl-NL" noProof="0" dirty="0" err="1"/>
              <a:t>bullet</a:t>
            </a:r>
            <a:r>
              <a:rPr lang="nl-NL" noProof="0" dirty="0"/>
              <a:t> #2</a:t>
            </a:r>
          </a:p>
          <a:p>
            <a:pPr lvl="3"/>
            <a:r>
              <a:rPr lang="nl-NL" noProof="0" dirty="0"/>
              <a:t>Leestekst</a:t>
            </a:r>
          </a:p>
          <a:p>
            <a:pPr lvl="4"/>
            <a:r>
              <a:rPr lang="nl-NL" noProof="0" dirty="0"/>
              <a:t>Subtitel #1</a:t>
            </a:r>
          </a:p>
          <a:p>
            <a:pPr lvl="5"/>
            <a:r>
              <a:rPr lang="nl-NL" noProof="0" dirty="0"/>
              <a:t>Subtitel #2</a:t>
            </a:r>
          </a:p>
          <a:p>
            <a:pPr lvl="6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Alfabetische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8"/>
            <a:r>
              <a:rPr lang="nl-NL" noProof="0" dirty="0"/>
              <a:t>Bronvermelding</a:t>
            </a:r>
          </a:p>
        </p:txBody>
      </p:sp>
      <p:grpSp>
        <p:nvGrpSpPr>
          <p:cNvPr id="15" name="GRID" hidden="1">
            <a:extLst>
              <a:ext uri="{FF2B5EF4-FFF2-40B4-BE49-F238E27FC236}">
                <a16:creationId xmlns:a16="http://schemas.microsoft.com/office/drawing/2014/main" id="{4129D105-9E64-446B-9706-45C80CEFF79A}"/>
              </a:ext>
            </a:extLst>
          </p:cNvPr>
          <p:cNvGrpSpPr/>
          <p:nvPr userDrawn="1"/>
        </p:nvGrpSpPr>
        <p:grpSpPr>
          <a:xfrm>
            <a:off x="-12032" y="0"/>
            <a:ext cx="12204032" cy="6858000"/>
            <a:chOff x="-12032" y="0"/>
            <a:chExt cx="12204032" cy="6858000"/>
          </a:xfrm>
        </p:grpSpPr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7D9988B5-FF41-44BF-9EBA-8ED0383D0B4A}"/>
                </a:ext>
              </a:extLst>
            </p:cNvPr>
            <p:cNvSpPr/>
            <p:nvPr userDrawn="1"/>
          </p:nvSpPr>
          <p:spPr>
            <a:xfrm>
              <a:off x="-12032" y="0"/>
              <a:ext cx="12192000" cy="72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223B51F0-7066-4BAC-B391-CBE4243866E1}"/>
                </a:ext>
              </a:extLst>
            </p:cNvPr>
            <p:cNvSpPr/>
            <p:nvPr userDrawn="1"/>
          </p:nvSpPr>
          <p:spPr>
            <a:xfrm>
              <a:off x="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986314BC-5B6A-423E-A18F-BE67EEBFD0AA}"/>
                </a:ext>
              </a:extLst>
            </p:cNvPr>
            <p:cNvSpPr/>
            <p:nvPr userDrawn="1"/>
          </p:nvSpPr>
          <p:spPr>
            <a:xfrm>
              <a:off x="11472000" y="0"/>
              <a:ext cx="720000" cy="685799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459F3FC6-346A-4720-8A58-EF51F3E955F9}"/>
                </a:ext>
              </a:extLst>
            </p:cNvPr>
            <p:cNvSpPr/>
            <p:nvPr userDrawn="1"/>
          </p:nvSpPr>
          <p:spPr>
            <a:xfrm>
              <a:off x="0" y="1064525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3D4E2D73-574C-4613-A3A4-5612A2E130A4}"/>
                </a:ext>
              </a:extLst>
            </p:cNvPr>
            <p:cNvSpPr/>
            <p:nvPr userDrawn="1"/>
          </p:nvSpPr>
          <p:spPr>
            <a:xfrm>
              <a:off x="0" y="6498000"/>
              <a:ext cx="12192000" cy="36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52775937-D9EA-4974-9459-412AF5D1CBD4}"/>
                </a:ext>
              </a:extLst>
            </p:cNvPr>
            <p:cNvSpPr/>
            <p:nvPr userDrawn="1"/>
          </p:nvSpPr>
          <p:spPr>
            <a:xfrm>
              <a:off x="0" y="5806208"/>
              <a:ext cx="12192000" cy="540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</p:grpSp>
      <p:sp>
        <p:nvSpPr>
          <p:cNvPr id="20" name="Tekstvak 19">
            <a:extLst>
              <a:ext uri="{FF2B5EF4-FFF2-40B4-BE49-F238E27FC236}">
                <a16:creationId xmlns:a16="http://schemas.microsoft.com/office/drawing/2014/main" id="{88A106C3-3B5C-4817-A9B9-E1AA65368768}"/>
              </a:ext>
            </a:extLst>
          </p:cNvPr>
          <p:cNvSpPr txBox="1"/>
          <p:nvPr userDrawn="1"/>
        </p:nvSpPr>
        <p:spPr>
          <a:xfrm>
            <a:off x="0" y="-621351"/>
            <a:ext cx="3994152" cy="1800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algn="l"/>
            <a:r>
              <a:rPr lang="nl-NL" sz="1000" b="0" cap="all" baseline="0" noProof="0" dirty="0">
                <a:solidFill>
                  <a:schemeClr val="accent2"/>
                </a:solidFill>
                <a:latin typeface="+mn-lt"/>
              </a:rPr>
              <a:t>INDELING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038D357D-CB49-7B94-A41E-F728EC2F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2575" y="6381750"/>
            <a:ext cx="252413" cy="2508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="1">
                <a:solidFill>
                  <a:schemeClr val="accent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9E843DB9-9987-4157-AB9C-CEA8D7D910BB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851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9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SzPct val="110000"/>
        <a:buFontTx/>
        <a:buBlip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</a:buBlip>
        <a:defRPr sz="2400" kern="1200">
          <a:solidFill>
            <a:srgbClr val="211F26"/>
          </a:solidFill>
          <a:latin typeface="+mn-lt"/>
          <a:ea typeface="+mn-ea"/>
          <a:cs typeface="+mn-cs"/>
        </a:defRPr>
      </a:lvl1pPr>
      <a:lvl2pPr marL="536575" indent="-269875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SzPct val="110000"/>
        <a:buFontTx/>
        <a:buBlip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</a:buBlip>
        <a:tabLst/>
        <a:defRPr sz="2400" kern="1200">
          <a:solidFill>
            <a:srgbClr val="211F26"/>
          </a:solidFill>
          <a:latin typeface="+mn-lt"/>
          <a:ea typeface="+mn-ea"/>
          <a:cs typeface="+mn-cs"/>
        </a:defRPr>
      </a:lvl2pPr>
      <a:lvl3pPr marL="808038" indent="-271463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Segoe UI Light" panose="020B0502040204020203" pitchFamily="34" charset="0"/>
        <a:buChar char="–"/>
        <a:defRPr sz="2400" kern="1200">
          <a:solidFill>
            <a:srgbClr val="211F26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rgbClr val="211F26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800" b="1" kern="120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800" b="0" kern="1200" cap="none" baseline="0">
          <a:solidFill>
            <a:schemeClr val="tx1"/>
          </a:solidFill>
          <a:latin typeface="+mj-lt"/>
          <a:ea typeface="+mn-ea"/>
          <a:cs typeface="+mn-cs"/>
        </a:defRPr>
      </a:lvl6pPr>
      <a:lvl7pPr marL="268288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+mj-lt"/>
        <a:buAutoNum type="arabicPeriod"/>
        <a:tabLst/>
        <a:defRPr sz="2400" kern="1200">
          <a:solidFill>
            <a:srgbClr val="211F26"/>
          </a:solidFill>
          <a:latin typeface="+mn-lt"/>
          <a:ea typeface="+mn-ea"/>
          <a:cs typeface="+mn-cs"/>
        </a:defRPr>
      </a:lvl7pPr>
      <a:lvl8pPr marL="268288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tx1"/>
        </a:buClr>
        <a:buFont typeface="+mj-lt"/>
        <a:buAutoNum type="alphaLcPeriod"/>
        <a:defRPr sz="2400" kern="1200">
          <a:solidFill>
            <a:srgbClr val="211F26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2000" i="1" kern="1200">
          <a:solidFill>
            <a:srgbClr val="211F26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02">
          <p15:clr>
            <a:srgbClr val="A4A3A4"/>
          </p15:clr>
        </p15:guide>
        <p15:guide id="3" orient="horz" pos="3861">
          <p15:clr>
            <a:srgbClr val="A4A3A4"/>
          </p15:clr>
        </p15:guide>
        <p15:guide id="6" pos="7378">
          <p15:clr>
            <a:srgbClr val="A4A3A4"/>
          </p15:clr>
        </p15:guide>
        <p15:guide id="9" orient="horz" pos="391">
          <p15:clr>
            <a:srgbClr val="A4A3A4"/>
          </p15:clr>
        </p15:guide>
        <p15:guide id="10" orient="horz" pos="618">
          <p15:clr>
            <a:srgbClr val="A4A3A4"/>
          </p15:clr>
        </p15:guide>
        <p15:guide id="12" orient="horz" pos="4020">
          <p15:clr>
            <a:srgbClr val="A4A3A4"/>
          </p15:clr>
        </p15:guide>
        <p15:guide id="13" pos="7680">
          <p15:clr>
            <a:srgbClr val="F26B43"/>
          </p15:clr>
        </p15:guide>
        <p15:guide id="14" orient="horz" pos="4320">
          <p15:clr>
            <a:srgbClr val="F26B43"/>
          </p15:clr>
        </p15:guide>
        <p15:guide id="15" orient="horz" pos="4178">
          <p15:clr>
            <a:srgbClr val="A4A3A4"/>
          </p15:clr>
        </p15:guide>
        <p15:guide id="16">
          <p15:clr>
            <a:srgbClr val="F26B43"/>
          </p15:clr>
        </p15:guide>
        <p15:guide id="17" orient="horz">
          <p15:clr>
            <a:srgbClr val="F26B43"/>
          </p15:clr>
        </p15:guide>
        <p15:guide id="18" orient="horz" pos="3430">
          <p15:clr>
            <a:srgbClr val="A4A3A4"/>
          </p15:clr>
        </p15:guide>
        <p15:guide id="19" pos="143">
          <p15:clr>
            <a:srgbClr val="A4A3A4"/>
          </p15:clr>
        </p15:guide>
        <p15:guide id="20" pos="7537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A5A9D3-5491-DA4B-0A6B-0182EE70D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2" y="558801"/>
            <a:ext cx="4741181" cy="2470524"/>
          </a:xfrm>
        </p:spPr>
        <p:txBody>
          <a:bodyPr/>
          <a:lstStyle/>
          <a:p>
            <a:r>
              <a:rPr lang="nl-NL" dirty="0"/>
              <a:t>Voortgang Stageopdracht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0A08134-5B9D-5943-F76D-42CF0252CD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425" y="3450019"/>
            <a:ext cx="3921125" cy="345439"/>
          </a:xfrm>
        </p:spPr>
        <p:txBody>
          <a:bodyPr/>
          <a:lstStyle/>
          <a:p>
            <a:fld id="{D645D5D7-5B22-427C-96AB-9C15D62D232E}" type="datetime1">
              <a:rPr lang="nl-NL" smtClean="0"/>
              <a:pPr/>
              <a:t>21-9-2026</a:t>
            </a:fld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EEA8A26-882A-ADC2-AD10-78065F72CF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425" y="3828675"/>
            <a:ext cx="3921125" cy="345439"/>
          </a:xfrm>
        </p:spPr>
        <p:txBody>
          <a:bodyPr/>
          <a:lstStyle/>
          <a:p>
            <a:r>
              <a:rPr lang="nl-NL" dirty="0"/>
              <a:t>Utrecht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0C8BDF5-651B-9E06-2935-4103332B2D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4213920"/>
            <a:ext cx="3921125" cy="345439"/>
          </a:xfrm>
        </p:spPr>
        <p:txBody>
          <a:bodyPr/>
          <a:lstStyle/>
          <a:p>
            <a:r>
              <a:rPr lang="nl-NL" dirty="0"/>
              <a:t>Milo Wullink</a:t>
            </a:r>
          </a:p>
        </p:txBody>
      </p:sp>
      <p:pic>
        <p:nvPicPr>
          <p:cNvPr id="14" name="Tijdelijke aanduiding voor afbeelding 13" descr="Afbeelding met kleding, persoon, person, Menselijk gezicht&#10;&#10;Automatisch gegenereerde beschrijving">
            <a:extLst>
              <a:ext uri="{FF2B5EF4-FFF2-40B4-BE49-F238E27FC236}">
                <a16:creationId xmlns:a16="http://schemas.microsoft.com/office/drawing/2014/main" id="{13265965-D110-2384-0501-37BA16A13C5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</p:spPr>
      </p:pic>
    </p:spTree>
    <p:extLst>
      <p:ext uri="{BB962C8B-B14F-4D97-AF65-F5344CB8AC3E}">
        <p14:creationId xmlns:p14="http://schemas.microsoft.com/office/powerpoint/2010/main" val="135732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5519B32-CBEC-EF78-058F-4926A1B119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425" y="1449389"/>
            <a:ext cx="8316232" cy="3995736"/>
          </a:xfrm>
        </p:spPr>
        <p:txBody>
          <a:bodyPr/>
          <a:lstStyle/>
          <a:p>
            <a:pPr marL="0" indent="0">
              <a:buNone/>
            </a:pPr>
            <a:endParaRPr lang="nl-NL" dirty="0"/>
          </a:p>
          <a:p>
            <a:r>
              <a:rPr lang="nl-NL" dirty="0"/>
              <a:t>Beschikbare data</a:t>
            </a:r>
          </a:p>
          <a:p>
            <a:r>
              <a:rPr lang="nl-NL" dirty="0"/>
              <a:t>Scope van het project</a:t>
            </a:r>
          </a:p>
          <a:p>
            <a:r>
              <a:rPr lang="nl-NL" dirty="0"/>
              <a:t>Framework van het optimalisatiemodel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BE29E3-9862-54F6-DDDD-C04E37B0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6" y="623174"/>
            <a:ext cx="8297181" cy="465851"/>
          </a:xfrm>
        </p:spPr>
        <p:txBody>
          <a:bodyPr/>
          <a:lstStyle/>
          <a:p>
            <a:r>
              <a:rPr lang="nl-NL" dirty="0"/>
              <a:t>Inhoud</a:t>
            </a:r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DD11BD0B-E1FE-BB36-93D6-A01D33C67CA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12575" y="6381750"/>
            <a:ext cx="252413" cy="2508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srgbClr val="BEE2E9"/>
                </a:solidFill>
                <a:effectLst/>
                <a:uLnTx/>
                <a:uFillTx/>
                <a:latin typeface="Corbel"/>
                <a:ea typeface="+mn-ea"/>
                <a:cs typeface="Segoe UI Light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1" i="0" u="none" strike="noStrike" kern="1200" cap="none" spc="0" normalizeH="0" baseline="0" noProof="0" dirty="0">
              <a:ln>
                <a:noFill/>
              </a:ln>
              <a:solidFill>
                <a:srgbClr val="BEE2E9"/>
              </a:solidFill>
              <a:effectLst/>
              <a:uLnTx/>
              <a:uFillTx/>
              <a:latin typeface="Corbel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72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A6378C2-C194-26FD-AF08-67790F610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nl-NL" dirty="0"/>
              <a:t>Veel karakteristieke data</a:t>
            </a:r>
          </a:p>
          <a:p>
            <a:r>
              <a:rPr lang="nl-NL" dirty="0"/>
              <a:t>Geeft een expert goed inzicht in soort asset</a:t>
            </a:r>
          </a:p>
          <a:p>
            <a:r>
              <a:rPr lang="nl-NL" dirty="0"/>
              <a:t>Oppervlakkige risicoanalyse o.b.v. top 10 risicoaspecten</a:t>
            </a:r>
          </a:p>
          <a:p>
            <a:pPr lvl="3"/>
            <a:endParaRPr lang="nl-NL" dirty="0"/>
          </a:p>
          <a:p>
            <a:pPr lvl="3"/>
            <a:r>
              <a:rPr lang="nl-NL" dirty="0"/>
              <a:t>Conclusie: Lastige data om bruggen te categoriseren. 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DA8A0E7-5F6E-74C0-971C-763E2A8B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Kunstwerkpaspoorten</a:t>
            </a: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1742ED70-56A2-9268-0551-ACC019ECE96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srgbClr val="17443A"/>
                </a:solidFill>
                <a:effectLst/>
                <a:uLnTx/>
                <a:uFillTx/>
                <a:latin typeface="Corbel"/>
                <a:ea typeface="+mn-ea"/>
                <a:cs typeface="Segoe UI Light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sz="1200" b="1" i="0" u="none" strike="noStrike" kern="1200" cap="none" spc="0" normalizeH="0" baseline="0" noProof="0" dirty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9" name="Tijdelijke aanduiding voor afbeelding 8">
            <a:extLst>
              <a:ext uri="{FF2B5EF4-FFF2-40B4-BE49-F238E27FC236}">
                <a16:creationId xmlns:a16="http://schemas.microsoft.com/office/drawing/2014/main" id="{E067884E-5693-1B61-B6BA-3D699CA599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60"/>
          <a:stretch>
            <a:fillRect/>
          </a:stretch>
        </p:blipFill>
        <p:spPr>
          <a:xfrm>
            <a:off x="0" y="0"/>
            <a:ext cx="6096000" cy="6129338"/>
          </a:xfrm>
          <a:prstGeom prst="rect">
            <a:avLst/>
          </a:prstGeom>
          <a:solidFill>
            <a:srgbClr val="54554C">
              <a:lumMod val="20000"/>
              <a:lumOff val="80000"/>
            </a:srgbClr>
          </a:solidFill>
        </p:spPr>
      </p:pic>
    </p:spTree>
    <p:extLst>
      <p:ext uri="{BB962C8B-B14F-4D97-AF65-F5344CB8AC3E}">
        <p14:creationId xmlns:p14="http://schemas.microsoft.com/office/powerpoint/2010/main" val="97650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05DBEB3-B217-73C8-B6D1-26403624C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64313" y="1449388"/>
            <a:ext cx="4906963" cy="3995737"/>
          </a:xfrm>
        </p:spPr>
        <p:txBody>
          <a:bodyPr/>
          <a:lstStyle/>
          <a:p>
            <a:r>
              <a:rPr lang="nl-NL" dirty="0"/>
              <a:t>Inschatting van lange termijn kosten</a:t>
            </a:r>
          </a:p>
          <a:p>
            <a:r>
              <a:rPr lang="nl-NL" dirty="0" err="1"/>
              <a:t>Gedetaileerde</a:t>
            </a:r>
            <a:r>
              <a:rPr lang="nl-NL" dirty="0"/>
              <a:t> data over mogelijke acties</a:t>
            </a:r>
          </a:p>
          <a:p>
            <a:pPr lvl="1"/>
            <a:r>
              <a:rPr lang="nl-NL" dirty="0"/>
              <a:t>Onderdeel</a:t>
            </a:r>
          </a:p>
          <a:p>
            <a:pPr lvl="1"/>
            <a:r>
              <a:rPr lang="nl-NL" dirty="0"/>
              <a:t>Eenheidsprijs</a:t>
            </a:r>
          </a:p>
          <a:p>
            <a:pPr lvl="1"/>
            <a:r>
              <a:rPr lang="nl-NL" dirty="0"/>
              <a:t>Hoeveelheden</a:t>
            </a:r>
          </a:p>
          <a:p>
            <a:pPr lvl="1"/>
            <a:r>
              <a:rPr lang="nl-NL" dirty="0"/>
              <a:t>Impact</a:t>
            </a:r>
          </a:p>
          <a:p>
            <a:pPr lvl="3"/>
            <a:r>
              <a:rPr lang="nl-NL" dirty="0"/>
              <a:t>Conclusie: Gecategoriseerde data</a:t>
            </a:r>
          </a:p>
          <a:p>
            <a:pPr lvl="5"/>
            <a:endParaRPr lang="nl-NL" dirty="0"/>
          </a:p>
          <a:p>
            <a:endParaRPr lang="nl-NL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43FAC6C-1667-4235-D5DB-6A43BD3E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313" y="623174"/>
            <a:ext cx="4906963" cy="465851"/>
          </a:xfrm>
        </p:spPr>
        <p:txBody>
          <a:bodyPr/>
          <a:lstStyle/>
          <a:p>
            <a:r>
              <a:rPr lang="nl-NL" noProof="0" dirty="0"/>
              <a:t>Life </a:t>
            </a:r>
            <a:r>
              <a:rPr lang="nl-NL" noProof="0" dirty="0" err="1"/>
              <a:t>Cycle</a:t>
            </a:r>
            <a:r>
              <a:rPr lang="nl-NL" noProof="0" dirty="0"/>
              <a:t> </a:t>
            </a:r>
            <a:r>
              <a:rPr lang="nl-NL" noProof="0" dirty="0" err="1"/>
              <a:t>Costs</a:t>
            </a:r>
            <a:r>
              <a:rPr lang="nl-NL" noProof="0" dirty="0"/>
              <a:t> (LCC)</a:t>
            </a:r>
            <a:endParaRPr lang="nl-NL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4F1340EB-0A6F-5E3A-71FB-30B579BDD9C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12575" y="6381750"/>
            <a:ext cx="252413" cy="2508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srgbClr val="17443A"/>
                </a:solidFill>
                <a:effectLst/>
                <a:uLnTx/>
                <a:uFillTx/>
                <a:latin typeface="Corbel"/>
                <a:ea typeface="+mn-ea"/>
                <a:cs typeface="Segoe UI Light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1" i="0" u="none" strike="noStrike" kern="1200" cap="none" spc="0" normalizeH="0" baseline="0" noProof="0" dirty="0">
              <a:ln>
                <a:noFill/>
              </a:ln>
              <a:solidFill>
                <a:srgbClr val="17443A"/>
              </a:solidFill>
              <a:effectLst/>
              <a:uLnTx/>
              <a:uFillTx/>
              <a:latin typeface="Corbel"/>
              <a:ea typeface="+mn-ea"/>
              <a:cs typeface="Segoe UI Light" panose="020B0502040204020203" pitchFamily="34" charset="0"/>
            </a:endParaRPr>
          </a:p>
        </p:txBody>
      </p:sp>
      <p:pic>
        <p:nvPicPr>
          <p:cNvPr id="12" name="Tijdelijke aanduiding voor afbeelding 11">
            <a:extLst>
              <a:ext uri="{FF2B5EF4-FFF2-40B4-BE49-F238E27FC236}">
                <a16:creationId xmlns:a16="http://schemas.microsoft.com/office/drawing/2014/main" id="{E05F0BBE-DDA9-37FA-B4AE-00F661A0C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" t="-1" b="600"/>
          <a:stretch>
            <a:fillRect/>
          </a:stretch>
        </p:blipFill>
        <p:spPr>
          <a:xfrm>
            <a:off x="3752851" y="-114300"/>
            <a:ext cx="2343149" cy="6129338"/>
          </a:xfrm>
          <a:prstGeom prst="rect">
            <a:avLst/>
          </a:prstGeom>
          <a:solidFill>
            <a:srgbClr val="54554C">
              <a:lumMod val="20000"/>
              <a:lumOff val="80000"/>
            </a:srgbClr>
          </a:solidFill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0AC50FA4-6B7C-CD6F-3D05-75DE789EE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1" y="0"/>
            <a:ext cx="3155950" cy="594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8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8ED9E2D-8ACC-A034-BADE-5D8A9FD8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" y="623174"/>
            <a:ext cx="9792769" cy="465851"/>
          </a:xfrm>
        </p:spPr>
        <p:txBody>
          <a:bodyPr/>
          <a:lstStyle/>
          <a:p>
            <a:r>
              <a:rPr lang="nl-NL" dirty="0"/>
              <a:t>Scope van het project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AA6CAFD-2EE5-98B3-4428-490E73D35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90219" y="1473673"/>
            <a:ext cx="9797847" cy="1714027"/>
          </a:xfrm>
        </p:spPr>
        <p:txBody>
          <a:bodyPr/>
          <a:lstStyle/>
          <a:p>
            <a:pPr lvl="5"/>
            <a:r>
              <a:rPr lang="nl-NL" dirty="0"/>
              <a:t>Binnen de scope</a:t>
            </a:r>
          </a:p>
          <a:p>
            <a:r>
              <a:rPr lang="nl-NL" dirty="0"/>
              <a:t>Optimalisatie van onderhoudsacties en planning van die acties</a:t>
            </a:r>
          </a:p>
          <a:p>
            <a:r>
              <a:rPr lang="nl-NL" dirty="0"/>
              <a:t>Inzicht geven in de gevolgen van uitstellen onderhoud (kosten en risico’s)</a:t>
            </a:r>
          </a:p>
          <a:p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71D4CB0-6190-B071-2E00-B005096A00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12575" y="6381750"/>
            <a:ext cx="252413" cy="2508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43DB9-9987-4157-AB9C-CEA8D7D910BB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srgbClr val="BEE2E9"/>
                </a:solidFill>
                <a:effectLst/>
                <a:uLnTx/>
                <a:uFillTx/>
                <a:latin typeface="Corbel"/>
                <a:ea typeface="+mn-ea"/>
                <a:cs typeface="Segoe UI Light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1200" b="1" i="0" u="none" strike="noStrike" kern="1200" cap="none" spc="0" normalizeH="0" baseline="0" noProof="0" dirty="0">
              <a:ln>
                <a:noFill/>
              </a:ln>
              <a:solidFill>
                <a:srgbClr val="BEE2E9"/>
              </a:solidFill>
              <a:effectLst/>
              <a:uLnTx/>
              <a:uFillTx/>
              <a:latin typeface="Corbel"/>
              <a:ea typeface="+mn-ea"/>
              <a:cs typeface="Segoe UI Light" panose="020B0502040204020203" pitchFamily="34" charset="0"/>
            </a:endParaRPr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E6F5487E-CA71-6AB6-4950-E342311B5034}"/>
              </a:ext>
            </a:extLst>
          </p:cNvPr>
          <p:cNvSpPr/>
          <p:nvPr/>
        </p:nvSpPr>
        <p:spPr>
          <a:xfrm>
            <a:off x="8327423" y="4640481"/>
            <a:ext cx="3172421" cy="997461"/>
          </a:xfrm>
          <a:custGeom>
            <a:avLst/>
            <a:gdLst>
              <a:gd name="connsiteX0" fmla="*/ 2619367 w 3172421"/>
              <a:gd name="connsiteY0" fmla="*/ 0 h 997462"/>
              <a:gd name="connsiteX1" fmla="*/ 2619367 w 3172421"/>
              <a:gd name="connsiteY1" fmla="*/ 1 h 997462"/>
              <a:gd name="connsiteX2" fmla="*/ 2619368 w 3172421"/>
              <a:gd name="connsiteY2" fmla="*/ 1 h 997462"/>
              <a:gd name="connsiteX3" fmla="*/ 2619368 w 3172421"/>
              <a:gd name="connsiteY3" fmla="*/ 2 h 997462"/>
              <a:gd name="connsiteX4" fmla="*/ 3172421 w 3172421"/>
              <a:gd name="connsiteY4" fmla="*/ 498732 h 997462"/>
              <a:gd name="connsiteX5" fmla="*/ 2619368 w 3172421"/>
              <a:gd name="connsiteY5" fmla="*/ 997460 h 997462"/>
              <a:gd name="connsiteX6" fmla="*/ 2619368 w 3172421"/>
              <a:gd name="connsiteY6" fmla="*/ 997462 h 997462"/>
              <a:gd name="connsiteX7" fmla="*/ 0 w 3172421"/>
              <a:gd name="connsiteY7" fmla="*/ 997462 h 997462"/>
              <a:gd name="connsiteX8" fmla="*/ 0 w 3172421"/>
              <a:gd name="connsiteY8" fmla="*/ 1 h 997462"/>
              <a:gd name="connsiteX9" fmla="*/ 2619367 w 3172421"/>
              <a:gd name="connsiteY9" fmla="*/ 1 h 997462"/>
              <a:gd name="connsiteX0" fmla="*/ 2619367 w 3172421"/>
              <a:gd name="connsiteY0" fmla="*/ 0 h 997461"/>
              <a:gd name="connsiteX1" fmla="*/ 2619367 w 3172421"/>
              <a:gd name="connsiteY1" fmla="*/ 0 h 997461"/>
              <a:gd name="connsiteX2" fmla="*/ 2619368 w 3172421"/>
              <a:gd name="connsiteY2" fmla="*/ 0 h 997461"/>
              <a:gd name="connsiteX3" fmla="*/ 2619368 w 3172421"/>
              <a:gd name="connsiteY3" fmla="*/ 1 h 997461"/>
              <a:gd name="connsiteX4" fmla="*/ 3172421 w 3172421"/>
              <a:gd name="connsiteY4" fmla="*/ 498731 h 997461"/>
              <a:gd name="connsiteX5" fmla="*/ 2619368 w 3172421"/>
              <a:gd name="connsiteY5" fmla="*/ 997459 h 997461"/>
              <a:gd name="connsiteX6" fmla="*/ 2619368 w 3172421"/>
              <a:gd name="connsiteY6" fmla="*/ 997461 h 997461"/>
              <a:gd name="connsiteX7" fmla="*/ 0 w 3172421"/>
              <a:gd name="connsiteY7" fmla="*/ 997461 h 997461"/>
              <a:gd name="connsiteX8" fmla="*/ 0 w 3172421"/>
              <a:gd name="connsiteY8" fmla="*/ 0 h 997461"/>
              <a:gd name="connsiteX9" fmla="*/ 2619367 w 3172421"/>
              <a:gd name="connsiteY9" fmla="*/ 0 h 997461"/>
              <a:gd name="connsiteX0" fmla="*/ 2619367 w 3172421"/>
              <a:gd name="connsiteY0" fmla="*/ 0 h 997461"/>
              <a:gd name="connsiteX1" fmla="*/ 2619367 w 3172421"/>
              <a:gd name="connsiteY1" fmla="*/ 0 h 997461"/>
              <a:gd name="connsiteX2" fmla="*/ 2619368 w 3172421"/>
              <a:gd name="connsiteY2" fmla="*/ 0 h 997461"/>
              <a:gd name="connsiteX3" fmla="*/ 2619368 w 3172421"/>
              <a:gd name="connsiteY3" fmla="*/ 1 h 997461"/>
              <a:gd name="connsiteX4" fmla="*/ 3172421 w 3172421"/>
              <a:gd name="connsiteY4" fmla="*/ 498731 h 997461"/>
              <a:gd name="connsiteX5" fmla="*/ 2619368 w 3172421"/>
              <a:gd name="connsiteY5" fmla="*/ 997459 h 997461"/>
              <a:gd name="connsiteX6" fmla="*/ 0 w 3172421"/>
              <a:gd name="connsiteY6" fmla="*/ 997461 h 997461"/>
              <a:gd name="connsiteX7" fmla="*/ 0 w 3172421"/>
              <a:gd name="connsiteY7" fmla="*/ 0 h 997461"/>
              <a:gd name="connsiteX8" fmla="*/ 2619367 w 3172421"/>
              <a:gd name="connsiteY8" fmla="*/ 0 h 99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2421" h="997461">
                <a:moveTo>
                  <a:pt x="2619367" y="0"/>
                </a:moveTo>
                <a:lnTo>
                  <a:pt x="2619367" y="0"/>
                </a:lnTo>
                <a:lnTo>
                  <a:pt x="2619368" y="0"/>
                </a:lnTo>
                <a:lnTo>
                  <a:pt x="2619368" y="1"/>
                </a:lnTo>
                <a:lnTo>
                  <a:pt x="3172421" y="498731"/>
                </a:lnTo>
                <a:lnTo>
                  <a:pt x="2619368" y="997459"/>
                </a:lnTo>
                <a:lnTo>
                  <a:pt x="0" y="997461"/>
                </a:lnTo>
                <a:lnTo>
                  <a:pt x="0" y="0"/>
                </a:lnTo>
                <a:lnTo>
                  <a:pt x="26193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 err="1">
              <a:ln>
                <a:noFill/>
              </a:ln>
              <a:solidFill>
                <a:srgbClr val="54554C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0" name="Vrije vorm: vorm 29">
            <a:extLst>
              <a:ext uri="{FF2B5EF4-FFF2-40B4-BE49-F238E27FC236}">
                <a16:creationId xmlns:a16="http://schemas.microsoft.com/office/drawing/2014/main" id="{8F4B5F99-413C-0A68-D294-DEB017272A95}"/>
              </a:ext>
            </a:extLst>
          </p:cNvPr>
          <p:cNvSpPr/>
          <p:nvPr/>
        </p:nvSpPr>
        <p:spPr>
          <a:xfrm>
            <a:off x="5723630" y="4640481"/>
            <a:ext cx="3172421" cy="997461"/>
          </a:xfrm>
          <a:custGeom>
            <a:avLst/>
            <a:gdLst>
              <a:gd name="connsiteX0" fmla="*/ 2619367 w 3172421"/>
              <a:gd name="connsiteY0" fmla="*/ 0 h 997462"/>
              <a:gd name="connsiteX1" fmla="*/ 2619367 w 3172421"/>
              <a:gd name="connsiteY1" fmla="*/ 1 h 997462"/>
              <a:gd name="connsiteX2" fmla="*/ 2619368 w 3172421"/>
              <a:gd name="connsiteY2" fmla="*/ 1 h 997462"/>
              <a:gd name="connsiteX3" fmla="*/ 2619368 w 3172421"/>
              <a:gd name="connsiteY3" fmla="*/ 2 h 997462"/>
              <a:gd name="connsiteX4" fmla="*/ 3172421 w 3172421"/>
              <a:gd name="connsiteY4" fmla="*/ 498732 h 997462"/>
              <a:gd name="connsiteX5" fmla="*/ 2619368 w 3172421"/>
              <a:gd name="connsiteY5" fmla="*/ 997460 h 997462"/>
              <a:gd name="connsiteX6" fmla="*/ 2619368 w 3172421"/>
              <a:gd name="connsiteY6" fmla="*/ 997462 h 997462"/>
              <a:gd name="connsiteX7" fmla="*/ 0 w 3172421"/>
              <a:gd name="connsiteY7" fmla="*/ 997462 h 997462"/>
              <a:gd name="connsiteX8" fmla="*/ 0 w 3172421"/>
              <a:gd name="connsiteY8" fmla="*/ 1 h 997462"/>
              <a:gd name="connsiteX9" fmla="*/ 2619367 w 3172421"/>
              <a:gd name="connsiteY9" fmla="*/ 1 h 997462"/>
              <a:gd name="connsiteX0" fmla="*/ 2619367 w 3172421"/>
              <a:gd name="connsiteY0" fmla="*/ 0 h 997461"/>
              <a:gd name="connsiteX1" fmla="*/ 2619367 w 3172421"/>
              <a:gd name="connsiteY1" fmla="*/ 0 h 997461"/>
              <a:gd name="connsiteX2" fmla="*/ 2619368 w 3172421"/>
              <a:gd name="connsiteY2" fmla="*/ 0 h 997461"/>
              <a:gd name="connsiteX3" fmla="*/ 2619368 w 3172421"/>
              <a:gd name="connsiteY3" fmla="*/ 1 h 997461"/>
              <a:gd name="connsiteX4" fmla="*/ 3172421 w 3172421"/>
              <a:gd name="connsiteY4" fmla="*/ 498731 h 997461"/>
              <a:gd name="connsiteX5" fmla="*/ 2619368 w 3172421"/>
              <a:gd name="connsiteY5" fmla="*/ 997459 h 997461"/>
              <a:gd name="connsiteX6" fmla="*/ 2619368 w 3172421"/>
              <a:gd name="connsiteY6" fmla="*/ 997461 h 997461"/>
              <a:gd name="connsiteX7" fmla="*/ 0 w 3172421"/>
              <a:gd name="connsiteY7" fmla="*/ 997461 h 997461"/>
              <a:gd name="connsiteX8" fmla="*/ 0 w 3172421"/>
              <a:gd name="connsiteY8" fmla="*/ 0 h 997461"/>
              <a:gd name="connsiteX9" fmla="*/ 2619367 w 3172421"/>
              <a:gd name="connsiteY9" fmla="*/ 0 h 997461"/>
              <a:gd name="connsiteX0" fmla="*/ 2619367 w 3172421"/>
              <a:gd name="connsiteY0" fmla="*/ 0 h 997461"/>
              <a:gd name="connsiteX1" fmla="*/ 2619367 w 3172421"/>
              <a:gd name="connsiteY1" fmla="*/ 0 h 997461"/>
              <a:gd name="connsiteX2" fmla="*/ 2619368 w 3172421"/>
              <a:gd name="connsiteY2" fmla="*/ 0 h 997461"/>
              <a:gd name="connsiteX3" fmla="*/ 2619368 w 3172421"/>
              <a:gd name="connsiteY3" fmla="*/ 1 h 997461"/>
              <a:gd name="connsiteX4" fmla="*/ 3172421 w 3172421"/>
              <a:gd name="connsiteY4" fmla="*/ 498731 h 997461"/>
              <a:gd name="connsiteX5" fmla="*/ 2619368 w 3172421"/>
              <a:gd name="connsiteY5" fmla="*/ 997459 h 997461"/>
              <a:gd name="connsiteX6" fmla="*/ 0 w 3172421"/>
              <a:gd name="connsiteY6" fmla="*/ 997461 h 997461"/>
              <a:gd name="connsiteX7" fmla="*/ 0 w 3172421"/>
              <a:gd name="connsiteY7" fmla="*/ 0 h 997461"/>
              <a:gd name="connsiteX8" fmla="*/ 2619367 w 3172421"/>
              <a:gd name="connsiteY8" fmla="*/ 0 h 99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2421" h="997461">
                <a:moveTo>
                  <a:pt x="2619367" y="0"/>
                </a:moveTo>
                <a:lnTo>
                  <a:pt x="2619367" y="0"/>
                </a:lnTo>
                <a:lnTo>
                  <a:pt x="2619368" y="0"/>
                </a:lnTo>
                <a:lnTo>
                  <a:pt x="2619368" y="1"/>
                </a:lnTo>
                <a:lnTo>
                  <a:pt x="3172421" y="498731"/>
                </a:lnTo>
                <a:lnTo>
                  <a:pt x="2619368" y="997459"/>
                </a:lnTo>
                <a:lnTo>
                  <a:pt x="0" y="997461"/>
                </a:lnTo>
                <a:lnTo>
                  <a:pt x="0" y="0"/>
                </a:lnTo>
                <a:lnTo>
                  <a:pt x="2619367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 err="1">
              <a:ln>
                <a:noFill/>
              </a:ln>
              <a:solidFill>
                <a:srgbClr val="54554C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1" name="Vrije vorm: vorm 30">
            <a:extLst>
              <a:ext uri="{FF2B5EF4-FFF2-40B4-BE49-F238E27FC236}">
                <a16:creationId xmlns:a16="http://schemas.microsoft.com/office/drawing/2014/main" id="{F064F16E-62C6-922B-FADD-0DD2661F347C}"/>
              </a:ext>
            </a:extLst>
          </p:cNvPr>
          <p:cNvSpPr/>
          <p:nvPr/>
        </p:nvSpPr>
        <p:spPr>
          <a:xfrm>
            <a:off x="3095425" y="4640481"/>
            <a:ext cx="3172421" cy="997461"/>
          </a:xfrm>
          <a:custGeom>
            <a:avLst/>
            <a:gdLst>
              <a:gd name="connsiteX0" fmla="*/ 2619367 w 3172421"/>
              <a:gd name="connsiteY0" fmla="*/ 0 h 997462"/>
              <a:gd name="connsiteX1" fmla="*/ 2619367 w 3172421"/>
              <a:gd name="connsiteY1" fmla="*/ 1 h 997462"/>
              <a:gd name="connsiteX2" fmla="*/ 2619368 w 3172421"/>
              <a:gd name="connsiteY2" fmla="*/ 1 h 997462"/>
              <a:gd name="connsiteX3" fmla="*/ 2619368 w 3172421"/>
              <a:gd name="connsiteY3" fmla="*/ 2 h 997462"/>
              <a:gd name="connsiteX4" fmla="*/ 3172421 w 3172421"/>
              <a:gd name="connsiteY4" fmla="*/ 498732 h 997462"/>
              <a:gd name="connsiteX5" fmla="*/ 2619368 w 3172421"/>
              <a:gd name="connsiteY5" fmla="*/ 997460 h 997462"/>
              <a:gd name="connsiteX6" fmla="*/ 2619368 w 3172421"/>
              <a:gd name="connsiteY6" fmla="*/ 997462 h 997462"/>
              <a:gd name="connsiteX7" fmla="*/ 0 w 3172421"/>
              <a:gd name="connsiteY7" fmla="*/ 997462 h 997462"/>
              <a:gd name="connsiteX8" fmla="*/ 0 w 3172421"/>
              <a:gd name="connsiteY8" fmla="*/ 1 h 997462"/>
              <a:gd name="connsiteX9" fmla="*/ 2619367 w 3172421"/>
              <a:gd name="connsiteY9" fmla="*/ 1 h 997462"/>
              <a:gd name="connsiteX0" fmla="*/ 2619367 w 3172421"/>
              <a:gd name="connsiteY0" fmla="*/ 0 h 997461"/>
              <a:gd name="connsiteX1" fmla="*/ 2619367 w 3172421"/>
              <a:gd name="connsiteY1" fmla="*/ 0 h 997461"/>
              <a:gd name="connsiteX2" fmla="*/ 2619368 w 3172421"/>
              <a:gd name="connsiteY2" fmla="*/ 0 h 997461"/>
              <a:gd name="connsiteX3" fmla="*/ 2619368 w 3172421"/>
              <a:gd name="connsiteY3" fmla="*/ 1 h 997461"/>
              <a:gd name="connsiteX4" fmla="*/ 3172421 w 3172421"/>
              <a:gd name="connsiteY4" fmla="*/ 498731 h 997461"/>
              <a:gd name="connsiteX5" fmla="*/ 2619368 w 3172421"/>
              <a:gd name="connsiteY5" fmla="*/ 997459 h 997461"/>
              <a:gd name="connsiteX6" fmla="*/ 2619368 w 3172421"/>
              <a:gd name="connsiteY6" fmla="*/ 997461 h 997461"/>
              <a:gd name="connsiteX7" fmla="*/ 0 w 3172421"/>
              <a:gd name="connsiteY7" fmla="*/ 997461 h 997461"/>
              <a:gd name="connsiteX8" fmla="*/ 0 w 3172421"/>
              <a:gd name="connsiteY8" fmla="*/ 0 h 997461"/>
              <a:gd name="connsiteX9" fmla="*/ 2619367 w 3172421"/>
              <a:gd name="connsiteY9" fmla="*/ 0 h 997461"/>
              <a:gd name="connsiteX0" fmla="*/ 2619367 w 3172421"/>
              <a:gd name="connsiteY0" fmla="*/ 0 h 997461"/>
              <a:gd name="connsiteX1" fmla="*/ 2619367 w 3172421"/>
              <a:gd name="connsiteY1" fmla="*/ 0 h 997461"/>
              <a:gd name="connsiteX2" fmla="*/ 2619368 w 3172421"/>
              <a:gd name="connsiteY2" fmla="*/ 0 h 997461"/>
              <a:gd name="connsiteX3" fmla="*/ 2619368 w 3172421"/>
              <a:gd name="connsiteY3" fmla="*/ 1 h 997461"/>
              <a:gd name="connsiteX4" fmla="*/ 3172421 w 3172421"/>
              <a:gd name="connsiteY4" fmla="*/ 498731 h 997461"/>
              <a:gd name="connsiteX5" fmla="*/ 2619368 w 3172421"/>
              <a:gd name="connsiteY5" fmla="*/ 997459 h 997461"/>
              <a:gd name="connsiteX6" fmla="*/ 0 w 3172421"/>
              <a:gd name="connsiteY6" fmla="*/ 997461 h 997461"/>
              <a:gd name="connsiteX7" fmla="*/ 0 w 3172421"/>
              <a:gd name="connsiteY7" fmla="*/ 0 h 997461"/>
              <a:gd name="connsiteX8" fmla="*/ 2619367 w 3172421"/>
              <a:gd name="connsiteY8" fmla="*/ 0 h 99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2421" h="997461">
                <a:moveTo>
                  <a:pt x="2619367" y="0"/>
                </a:moveTo>
                <a:lnTo>
                  <a:pt x="2619367" y="0"/>
                </a:lnTo>
                <a:lnTo>
                  <a:pt x="2619368" y="0"/>
                </a:lnTo>
                <a:lnTo>
                  <a:pt x="2619368" y="1"/>
                </a:lnTo>
                <a:lnTo>
                  <a:pt x="3172421" y="498731"/>
                </a:lnTo>
                <a:lnTo>
                  <a:pt x="2619368" y="997459"/>
                </a:lnTo>
                <a:lnTo>
                  <a:pt x="0" y="997461"/>
                </a:lnTo>
                <a:lnTo>
                  <a:pt x="0" y="0"/>
                </a:lnTo>
                <a:lnTo>
                  <a:pt x="261936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 err="1">
              <a:ln>
                <a:noFill/>
              </a:ln>
              <a:solidFill>
                <a:srgbClr val="54554C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2" name="Vrije vorm: vorm 31">
            <a:extLst>
              <a:ext uri="{FF2B5EF4-FFF2-40B4-BE49-F238E27FC236}">
                <a16:creationId xmlns:a16="http://schemas.microsoft.com/office/drawing/2014/main" id="{E40B6B3D-FF51-6177-33F9-31E2AF7B9100}"/>
              </a:ext>
            </a:extLst>
          </p:cNvPr>
          <p:cNvSpPr/>
          <p:nvPr/>
        </p:nvSpPr>
        <p:spPr>
          <a:xfrm>
            <a:off x="479426" y="4640481"/>
            <a:ext cx="3172421" cy="997461"/>
          </a:xfrm>
          <a:custGeom>
            <a:avLst/>
            <a:gdLst>
              <a:gd name="connsiteX0" fmla="*/ 2619367 w 3172421"/>
              <a:gd name="connsiteY0" fmla="*/ 0 h 997462"/>
              <a:gd name="connsiteX1" fmla="*/ 2619367 w 3172421"/>
              <a:gd name="connsiteY1" fmla="*/ 1 h 997462"/>
              <a:gd name="connsiteX2" fmla="*/ 2619368 w 3172421"/>
              <a:gd name="connsiteY2" fmla="*/ 1 h 997462"/>
              <a:gd name="connsiteX3" fmla="*/ 2619368 w 3172421"/>
              <a:gd name="connsiteY3" fmla="*/ 2 h 997462"/>
              <a:gd name="connsiteX4" fmla="*/ 3172421 w 3172421"/>
              <a:gd name="connsiteY4" fmla="*/ 498732 h 997462"/>
              <a:gd name="connsiteX5" fmla="*/ 2619368 w 3172421"/>
              <a:gd name="connsiteY5" fmla="*/ 997460 h 997462"/>
              <a:gd name="connsiteX6" fmla="*/ 2619368 w 3172421"/>
              <a:gd name="connsiteY6" fmla="*/ 997462 h 997462"/>
              <a:gd name="connsiteX7" fmla="*/ 0 w 3172421"/>
              <a:gd name="connsiteY7" fmla="*/ 997462 h 997462"/>
              <a:gd name="connsiteX8" fmla="*/ 0 w 3172421"/>
              <a:gd name="connsiteY8" fmla="*/ 1 h 997462"/>
              <a:gd name="connsiteX9" fmla="*/ 2619367 w 3172421"/>
              <a:gd name="connsiteY9" fmla="*/ 1 h 997462"/>
              <a:gd name="connsiteX0" fmla="*/ 2619367 w 3172421"/>
              <a:gd name="connsiteY0" fmla="*/ 0 h 997461"/>
              <a:gd name="connsiteX1" fmla="*/ 2619367 w 3172421"/>
              <a:gd name="connsiteY1" fmla="*/ 0 h 997461"/>
              <a:gd name="connsiteX2" fmla="*/ 2619368 w 3172421"/>
              <a:gd name="connsiteY2" fmla="*/ 0 h 997461"/>
              <a:gd name="connsiteX3" fmla="*/ 2619368 w 3172421"/>
              <a:gd name="connsiteY3" fmla="*/ 1 h 997461"/>
              <a:gd name="connsiteX4" fmla="*/ 3172421 w 3172421"/>
              <a:gd name="connsiteY4" fmla="*/ 498731 h 997461"/>
              <a:gd name="connsiteX5" fmla="*/ 2619368 w 3172421"/>
              <a:gd name="connsiteY5" fmla="*/ 997459 h 997461"/>
              <a:gd name="connsiteX6" fmla="*/ 2619368 w 3172421"/>
              <a:gd name="connsiteY6" fmla="*/ 997461 h 997461"/>
              <a:gd name="connsiteX7" fmla="*/ 0 w 3172421"/>
              <a:gd name="connsiteY7" fmla="*/ 997461 h 997461"/>
              <a:gd name="connsiteX8" fmla="*/ 0 w 3172421"/>
              <a:gd name="connsiteY8" fmla="*/ 0 h 997461"/>
              <a:gd name="connsiteX9" fmla="*/ 2619367 w 3172421"/>
              <a:gd name="connsiteY9" fmla="*/ 0 h 997461"/>
              <a:gd name="connsiteX0" fmla="*/ 2619367 w 3172421"/>
              <a:gd name="connsiteY0" fmla="*/ 0 h 997461"/>
              <a:gd name="connsiteX1" fmla="*/ 2619367 w 3172421"/>
              <a:gd name="connsiteY1" fmla="*/ 0 h 997461"/>
              <a:gd name="connsiteX2" fmla="*/ 2619368 w 3172421"/>
              <a:gd name="connsiteY2" fmla="*/ 0 h 997461"/>
              <a:gd name="connsiteX3" fmla="*/ 2619368 w 3172421"/>
              <a:gd name="connsiteY3" fmla="*/ 1 h 997461"/>
              <a:gd name="connsiteX4" fmla="*/ 3172421 w 3172421"/>
              <a:gd name="connsiteY4" fmla="*/ 498731 h 997461"/>
              <a:gd name="connsiteX5" fmla="*/ 2619368 w 3172421"/>
              <a:gd name="connsiteY5" fmla="*/ 997459 h 997461"/>
              <a:gd name="connsiteX6" fmla="*/ 0 w 3172421"/>
              <a:gd name="connsiteY6" fmla="*/ 997461 h 997461"/>
              <a:gd name="connsiteX7" fmla="*/ 0 w 3172421"/>
              <a:gd name="connsiteY7" fmla="*/ 0 h 997461"/>
              <a:gd name="connsiteX8" fmla="*/ 2619367 w 3172421"/>
              <a:gd name="connsiteY8" fmla="*/ 0 h 997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2421" h="997461">
                <a:moveTo>
                  <a:pt x="2619367" y="0"/>
                </a:moveTo>
                <a:lnTo>
                  <a:pt x="2619367" y="0"/>
                </a:lnTo>
                <a:lnTo>
                  <a:pt x="2619368" y="0"/>
                </a:lnTo>
                <a:lnTo>
                  <a:pt x="2619368" y="1"/>
                </a:lnTo>
                <a:lnTo>
                  <a:pt x="3172421" y="498731"/>
                </a:lnTo>
                <a:lnTo>
                  <a:pt x="2619368" y="997459"/>
                </a:lnTo>
                <a:lnTo>
                  <a:pt x="0" y="997461"/>
                </a:lnTo>
                <a:lnTo>
                  <a:pt x="0" y="0"/>
                </a:lnTo>
                <a:lnTo>
                  <a:pt x="2619367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 err="1">
              <a:ln>
                <a:noFill/>
              </a:ln>
              <a:solidFill>
                <a:srgbClr val="54554C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02F771AD-B904-1C68-8751-A227E3E77852}"/>
              </a:ext>
            </a:extLst>
          </p:cNvPr>
          <p:cNvSpPr txBox="1">
            <a:spLocks/>
          </p:cNvSpPr>
          <p:nvPr/>
        </p:nvSpPr>
        <p:spPr>
          <a:xfrm>
            <a:off x="692156" y="4944917"/>
            <a:ext cx="2295843" cy="4264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Tx/>
              <a:buNone/>
              <a:defRPr sz="12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1pPr>
            <a:lvl2pPr marL="536575" indent="-2698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1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2pPr>
            <a:lvl3pPr marL="808038" indent="-2714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Segoe UI Light" panose="020B0502040204020203" pitchFamily="34" charset="0"/>
              <a:buChar char="–"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8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7pPr>
            <a:lvl8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i="1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EE2E9"/>
              </a:buClr>
              <a:buSzPct val="110000"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srgbClr val="211F26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Kunstwerkpaspoorten</a:t>
            </a:r>
            <a:r>
              <a:rPr kumimoji="0" lang="nl-NL" sz="1200" b="0" i="0" u="none" strike="noStrike" kern="1200" cap="none" spc="0" normalizeH="0" noProof="0" dirty="0">
                <a:ln>
                  <a:noFill/>
                </a:ln>
                <a:solidFill>
                  <a:srgbClr val="211F26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 worden opgesteld voor assets</a:t>
            </a:r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srgbClr val="211F26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5" name="Tijdelijke aanduiding voor tekst 33">
            <a:extLst>
              <a:ext uri="{FF2B5EF4-FFF2-40B4-BE49-F238E27FC236}">
                <a16:creationId xmlns:a16="http://schemas.microsoft.com/office/drawing/2014/main" id="{DA7C79C2-68B7-7329-C466-0D3780953BDB}"/>
              </a:ext>
            </a:extLst>
          </p:cNvPr>
          <p:cNvSpPr txBox="1">
            <a:spLocks/>
          </p:cNvSpPr>
          <p:nvPr/>
        </p:nvSpPr>
        <p:spPr>
          <a:xfrm>
            <a:off x="3836860" y="4776016"/>
            <a:ext cx="1586722" cy="57396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Tx/>
              <a:buNone/>
              <a:defRPr sz="12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1pPr>
            <a:lvl2pPr marL="536575" indent="-2698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1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2pPr>
            <a:lvl3pPr marL="808038" indent="-2714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Segoe UI Light" panose="020B0502040204020203" pitchFamily="34" charset="0"/>
              <a:buChar char="–"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8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7pPr>
            <a:lvl8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i="1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EE2E9"/>
              </a:buClr>
              <a:buSzPct val="110000"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srgbClr val="211F26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A.d.h.v. </a:t>
            </a:r>
            <a:r>
              <a:rPr lang="nl-NL" noProof="0" dirty="0">
                <a:latin typeface="Corbel"/>
              </a:rPr>
              <a:t>paspoort worden acties en bijbehorende kosten in kaart gebracht</a:t>
            </a:r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srgbClr val="211F26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8" name="Tijdelijke aanduiding voor tekst 33">
            <a:extLst>
              <a:ext uri="{FF2B5EF4-FFF2-40B4-BE49-F238E27FC236}">
                <a16:creationId xmlns:a16="http://schemas.microsoft.com/office/drawing/2014/main" id="{EC385621-5B04-EEE3-5ACD-EA5526B5E5AC}"/>
              </a:ext>
            </a:extLst>
          </p:cNvPr>
          <p:cNvSpPr txBox="1">
            <a:spLocks/>
          </p:cNvSpPr>
          <p:nvPr/>
        </p:nvSpPr>
        <p:spPr>
          <a:xfrm>
            <a:off x="6431158" y="4678348"/>
            <a:ext cx="1546230" cy="88474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Tx/>
              <a:buNone/>
              <a:defRPr sz="12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1pPr>
            <a:lvl2pPr marL="536575" indent="-2698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1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2pPr>
            <a:lvl3pPr marL="808038" indent="-2714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Segoe UI Light" panose="020B0502040204020203" pitchFamily="34" charset="0"/>
              <a:buChar char="–"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8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7pPr>
            <a:lvl8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i="1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EE2E9"/>
              </a:buClr>
              <a:buSzPct val="110000"/>
              <a:buFontTx/>
              <a:buNone/>
              <a:tabLst/>
              <a:defRPr/>
            </a:pPr>
            <a:r>
              <a:rPr lang="nl-NL" dirty="0">
                <a:latin typeface="Corbel"/>
              </a:rPr>
              <a:t>Model analyseert beste acties en planning door afweging te maken van risico’s en kosten</a:t>
            </a:r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srgbClr val="211F26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9" name="Tijdelijke aanduiding voor tekst 33">
            <a:extLst>
              <a:ext uri="{FF2B5EF4-FFF2-40B4-BE49-F238E27FC236}">
                <a16:creationId xmlns:a16="http://schemas.microsoft.com/office/drawing/2014/main" id="{9808B265-905C-230C-1DDF-FC0D39EA5227}"/>
              </a:ext>
            </a:extLst>
          </p:cNvPr>
          <p:cNvSpPr txBox="1">
            <a:spLocks/>
          </p:cNvSpPr>
          <p:nvPr/>
        </p:nvSpPr>
        <p:spPr>
          <a:xfrm>
            <a:off x="9068858" y="4852231"/>
            <a:ext cx="2258179" cy="57396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Tx/>
              <a:buNone/>
              <a:defRPr sz="12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1pPr>
            <a:lvl2pPr marL="536575" indent="-2698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1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2pPr>
            <a:lvl3pPr marL="808038" indent="-2714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Segoe UI Light" panose="020B0502040204020203" pitchFamily="34" charset="0"/>
              <a:buChar char="–"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8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7pPr>
            <a:lvl8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  <a:defRPr sz="24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i="1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BEE2E9"/>
              </a:buClr>
              <a:buSzPct val="110000"/>
              <a:buFontTx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 dirty="0">
                <a:ln>
                  <a:noFill/>
                </a:ln>
                <a:solidFill>
                  <a:srgbClr val="211F26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Inzicht</a:t>
            </a:r>
            <a:r>
              <a:rPr kumimoji="0" lang="nl-NL" sz="1200" b="0" i="0" u="none" strike="noStrike" kern="1200" cap="none" spc="0" normalizeH="0" noProof="0" dirty="0">
                <a:ln>
                  <a:noFill/>
                </a:ln>
                <a:solidFill>
                  <a:srgbClr val="211F26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t> in verwachte onderhoudskosten en risico’s bij uitstel onderhoud</a:t>
            </a:r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srgbClr val="211F26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Tijdelijke aanduiding voor verticale tekst 2">
            <a:extLst>
              <a:ext uri="{FF2B5EF4-FFF2-40B4-BE49-F238E27FC236}">
                <a16:creationId xmlns:a16="http://schemas.microsoft.com/office/drawing/2014/main" id="{15BE6666-F837-F572-43F7-E262B2E7F361}"/>
              </a:ext>
            </a:extLst>
          </p:cNvPr>
          <p:cNvSpPr txBox="1">
            <a:spLocks/>
          </p:cNvSpPr>
          <p:nvPr/>
        </p:nvSpPr>
        <p:spPr>
          <a:xfrm>
            <a:off x="498475" y="2964321"/>
            <a:ext cx="9797847" cy="17140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1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8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1pPr>
            <a:lvl2pPr marL="536575" indent="-2698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1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18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2pPr>
            <a:lvl3pPr marL="808038" indent="-2714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Segoe UI Light" panose="020B0502040204020203" pitchFamily="34" charset="0"/>
              <a:buChar char="–"/>
              <a:defRPr sz="18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800" b="0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rabicPeriod"/>
              <a:tabLst/>
              <a:defRPr sz="20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7pPr>
            <a:lvl8pPr marL="268288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+mj-lt"/>
              <a:buAutoNum type="alphaLcPeriod"/>
              <a:defRPr sz="2000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000" i="1" kern="1200">
                <a:solidFill>
                  <a:srgbClr val="211F26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r>
              <a:rPr lang="nl-NL" dirty="0"/>
              <a:t>Buiten de scope</a:t>
            </a:r>
          </a:p>
          <a:p>
            <a:r>
              <a:rPr lang="nl-NL" dirty="0"/>
              <a:t>Modelleren van degradatie assets o.b.v. beschikbare data: Expert kennis en externe factoren</a:t>
            </a:r>
          </a:p>
          <a:p>
            <a:r>
              <a:rPr lang="nl-NL" dirty="0"/>
              <a:t>Specifieke parameters voor kortingen door samenvoegen van onderhoud: Kostenexpert</a:t>
            </a:r>
          </a:p>
        </p:txBody>
      </p:sp>
    </p:spTree>
    <p:extLst>
      <p:ext uri="{BB962C8B-B14F-4D97-AF65-F5344CB8AC3E}">
        <p14:creationId xmlns:p14="http://schemas.microsoft.com/office/powerpoint/2010/main" val="82877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719 -0.00023 L -2.08333E-7 3.7037E-7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4" grpId="0"/>
      <p:bldP spid="34" grpId="1"/>
      <p:bldP spid="35" grpId="0"/>
      <p:bldP spid="35" grpId="1"/>
      <p:bldP spid="38" grpId="0"/>
      <p:bldP spid="38" grpId="1"/>
      <p:bldP spid="39" grpId="0"/>
      <p:bldP spid="3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799C0F3-D678-8E3E-9AC4-FB6154E8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7123"/>
            <a:ext cx="10972800" cy="282971"/>
          </a:xfrm>
        </p:spPr>
        <p:txBody>
          <a:bodyPr/>
          <a:lstStyle/>
          <a:p>
            <a:r>
              <a:rPr lang="nl-NL" dirty="0"/>
              <a:t>Quote slide #1</a:t>
            </a:r>
          </a:p>
        </p:txBody>
      </p:sp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8D62FD19-A074-EFE2-CEF9-4BA2A84DAB0D}"/>
              </a:ext>
            </a:extLst>
          </p:cNvPr>
          <p:cNvSpPr/>
          <p:nvPr/>
        </p:nvSpPr>
        <p:spPr>
          <a:xfrm>
            <a:off x="736120" y="603849"/>
            <a:ext cx="2559170" cy="140323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Dataset van acties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(LCC)</a:t>
            </a:r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1F60F494-3E01-AD4F-6FD1-36757B1DFDA2}"/>
              </a:ext>
            </a:extLst>
          </p:cNvPr>
          <p:cNvSpPr/>
          <p:nvPr/>
        </p:nvSpPr>
        <p:spPr>
          <a:xfrm>
            <a:off x="3453441" y="603849"/>
            <a:ext cx="2559170" cy="140323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Kosten van acties &amp; voordeel combineren (Kosten expert)</a:t>
            </a:r>
          </a:p>
        </p:txBody>
      </p:sp>
      <p:sp>
        <p:nvSpPr>
          <p:cNvPr id="8" name="Rechthoek: afgeronde hoeken 7">
            <a:extLst>
              <a:ext uri="{FF2B5EF4-FFF2-40B4-BE49-F238E27FC236}">
                <a16:creationId xmlns:a16="http://schemas.microsoft.com/office/drawing/2014/main" id="{621630CA-C6C8-EBA3-29B2-B4140B23ED68}"/>
              </a:ext>
            </a:extLst>
          </p:cNvPr>
          <p:cNvSpPr/>
          <p:nvPr/>
        </p:nvSpPr>
        <p:spPr>
          <a:xfrm>
            <a:off x="6170762" y="603849"/>
            <a:ext cx="2559170" cy="140323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Risico’s van acties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(Bruggen expert)</a:t>
            </a:r>
          </a:p>
        </p:txBody>
      </p:sp>
      <p:sp>
        <p:nvSpPr>
          <p:cNvPr id="10" name="Rechthoek: afgeronde hoeken 9">
            <a:extLst>
              <a:ext uri="{FF2B5EF4-FFF2-40B4-BE49-F238E27FC236}">
                <a16:creationId xmlns:a16="http://schemas.microsoft.com/office/drawing/2014/main" id="{D0D2F05A-9A96-736E-075A-11326A48F742}"/>
              </a:ext>
            </a:extLst>
          </p:cNvPr>
          <p:cNvSpPr/>
          <p:nvPr/>
        </p:nvSpPr>
        <p:spPr>
          <a:xfrm>
            <a:off x="8888083" y="603849"/>
            <a:ext cx="2559170" cy="140323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Connecties tussen verschillende acties</a:t>
            </a:r>
          </a:p>
        </p:txBody>
      </p:sp>
      <p:sp>
        <p:nvSpPr>
          <p:cNvPr id="13" name="Rechthoek: afgeronde hoeken 12">
            <a:extLst>
              <a:ext uri="{FF2B5EF4-FFF2-40B4-BE49-F238E27FC236}">
                <a16:creationId xmlns:a16="http://schemas.microsoft.com/office/drawing/2014/main" id="{D9423C11-FC34-4445-25C3-B5A5C4496903}"/>
              </a:ext>
            </a:extLst>
          </p:cNvPr>
          <p:cNvSpPr/>
          <p:nvPr/>
        </p:nvSpPr>
        <p:spPr>
          <a:xfrm>
            <a:off x="4816415" y="2899913"/>
            <a:ext cx="2559170" cy="140323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tx1"/>
                </a:solidFill>
              </a:rPr>
              <a:t>Optimalisatiemodel</a:t>
            </a:r>
          </a:p>
        </p:txBody>
      </p:sp>
      <p:cxnSp>
        <p:nvCxnSpPr>
          <p:cNvPr id="15" name="Verbindingslijn: gebogen 14">
            <a:extLst>
              <a:ext uri="{FF2B5EF4-FFF2-40B4-BE49-F238E27FC236}">
                <a16:creationId xmlns:a16="http://schemas.microsoft.com/office/drawing/2014/main" id="{C4235E2B-5EC7-6D48-F203-64B4712933C1}"/>
              </a:ext>
            </a:extLst>
          </p:cNvPr>
          <p:cNvCxnSpPr>
            <a:stCxn id="3" idx="2"/>
          </p:cNvCxnSpPr>
          <p:nvPr/>
        </p:nvCxnSpPr>
        <p:spPr>
          <a:xfrm>
            <a:off x="2015705" y="2007079"/>
            <a:ext cx="914400" cy="914400"/>
          </a:xfrm>
          <a:prstGeom prst="bentConnector3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Verbindingslijn: gebogen 16">
            <a:extLst>
              <a:ext uri="{FF2B5EF4-FFF2-40B4-BE49-F238E27FC236}">
                <a16:creationId xmlns:a16="http://schemas.microsoft.com/office/drawing/2014/main" id="{A66C2CAF-37F7-5092-15AF-FDDCFF223957}"/>
              </a:ext>
            </a:extLst>
          </p:cNvPr>
          <p:cNvCxnSpPr>
            <a:cxnSpLocks/>
            <a:stCxn id="3" idx="2"/>
            <a:endCxn id="13" idx="1"/>
          </p:cNvCxnSpPr>
          <p:nvPr/>
        </p:nvCxnSpPr>
        <p:spPr>
          <a:xfrm rot="16200000" flipH="1">
            <a:off x="2618836" y="1403948"/>
            <a:ext cx="1594449" cy="2800710"/>
          </a:xfrm>
          <a:prstGeom prst="bent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Verbindingslijn: gebogen 21">
            <a:extLst>
              <a:ext uri="{FF2B5EF4-FFF2-40B4-BE49-F238E27FC236}">
                <a16:creationId xmlns:a16="http://schemas.microsoft.com/office/drawing/2014/main" id="{EE98F277-4FF2-0721-5EC2-9F0A57EF2BC2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16200000" flipH="1">
            <a:off x="4968096" y="1772009"/>
            <a:ext cx="892834" cy="1362974"/>
          </a:xfrm>
          <a:prstGeom prst="bent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Verbindingslijn: gebogen 23">
            <a:extLst>
              <a:ext uri="{FF2B5EF4-FFF2-40B4-BE49-F238E27FC236}">
                <a16:creationId xmlns:a16="http://schemas.microsoft.com/office/drawing/2014/main" id="{7209CDC1-DEEE-95F8-8DFE-17E2E10F47A8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6614304" y="2063870"/>
            <a:ext cx="892834" cy="779253"/>
          </a:xfrm>
          <a:prstGeom prst="bentConnector3">
            <a:avLst/>
          </a:prstGeom>
          <a:ln w="127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Verbindingslijn: gebogen 31">
            <a:extLst>
              <a:ext uri="{FF2B5EF4-FFF2-40B4-BE49-F238E27FC236}">
                <a16:creationId xmlns:a16="http://schemas.microsoft.com/office/drawing/2014/main" id="{CA396CBF-4D65-1463-FEBE-4247FD667CDB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5400000">
            <a:off x="6326757" y="1776323"/>
            <a:ext cx="892834" cy="135434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Verbindingslijn: gebogen 40">
            <a:extLst>
              <a:ext uri="{FF2B5EF4-FFF2-40B4-BE49-F238E27FC236}">
                <a16:creationId xmlns:a16="http://schemas.microsoft.com/office/drawing/2014/main" id="{910EE661-E2DC-33AE-D0E7-C86A9B2802C7}"/>
              </a:ext>
            </a:extLst>
          </p:cNvPr>
          <p:cNvCxnSpPr>
            <a:stCxn id="10" idx="2"/>
            <a:endCxn id="13" idx="3"/>
          </p:cNvCxnSpPr>
          <p:nvPr/>
        </p:nvCxnSpPr>
        <p:spPr>
          <a:xfrm rot="5400000">
            <a:off x="7974403" y="1408262"/>
            <a:ext cx="1594449" cy="2792083"/>
          </a:xfrm>
          <a:prstGeom prst="bent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Rechthoek: afgeronde hoeken 42">
            <a:extLst>
              <a:ext uri="{FF2B5EF4-FFF2-40B4-BE49-F238E27FC236}">
                <a16:creationId xmlns:a16="http://schemas.microsoft.com/office/drawing/2014/main" id="{09D97980-DA4E-BCEA-033C-D644B8806E4A}"/>
              </a:ext>
            </a:extLst>
          </p:cNvPr>
          <p:cNvSpPr/>
          <p:nvPr/>
        </p:nvSpPr>
        <p:spPr>
          <a:xfrm>
            <a:off x="3453441" y="4841143"/>
            <a:ext cx="2559170" cy="140323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Planning van acties</a:t>
            </a:r>
          </a:p>
        </p:txBody>
      </p:sp>
      <p:sp>
        <p:nvSpPr>
          <p:cNvPr id="45" name="Rechthoek: afgeronde hoeken 44">
            <a:extLst>
              <a:ext uri="{FF2B5EF4-FFF2-40B4-BE49-F238E27FC236}">
                <a16:creationId xmlns:a16="http://schemas.microsoft.com/office/drawing/2014/main" id="{AC4D5DED-9357-036B-BDCB-992716BB24FD}"/>
              </a:ext>
            </a:extLst>
          </p:cNvPr>
          <p:cNvSpPr/>
          <p:nvPr/>
        </p:nvSpPr>
        <p:spPr>
          <a:xfrm>
            <a:off x="6212457" y="4841143"/>
            <a:ext cx="2559170" cy="140323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Simulatie van gevolgen</a:t>
            </a:r>
          </a:p>
        </p:txBody>
      </p:sp>
      <p:cxnSp>
        <p:nvCxnSpPr>
          <p:cNvPr id="47" name="Verbindingslijn: gebogen 46">
            <a:extLst>
              <a:ext uri="{FF2B5EF4-FFF2-40B4-BE49-F238E27FC236}">
                <a16:creationId xmlns:a16="http://schemas.microsoft.com/office/drawing/2014/main" id="{97340C8A-3214-1AEB-3E6E-50338C73956F}"/>
              </a:ext>
            </a:extLst>
          </p:cNvPr>
          <p:cNvCxnSpPr>
            <a:stCxn id="13" idx="2"/>
            <a:endCxn id="43" idx="0"/>
          </p:cNvCxnSpPr>
          <p:nvPr/>
        </p:nvCxnSpPr>
        <p:spPr>
          <a:xfrm rot="5400000">
            <a:off x="5145513" y="3890656"/>
            <a:ext cx="538000" cy="1362974"/>
          </a:xfrm>
          <a:prstGeom prst="bent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Verbindingslijn: gebogen 48">
            <a:extLst>
              <a:ext uri="{FF2B5EF4-FFF2-40B4-BE49-F238E27FC236}">
                <a16:creationId xmlns:a16="http://schemas.microsoft.com/office/drawing/2014/main" id="{2DAB2908-F9B8-5290-D6C6-CF205973D0D9}"/>
              </a:ext>
            </a:extLst>
          </p:cNvPr>
          <p:cNvCxnSpPr>
            <a:stCxn id="13" idx="2"/>
            <a:endCxn id="45" idx="0"/>
          </p:cNvCxnSpPr>
          <p:nvPr/>
        </p:nvCxnSpPr>
        <p:spPr>
          <a:xfrm rot="16200000" flipH="1">
            <a:off x="6525021" y="3874122"/>
            <a:ext cx="538000" cy="1396042"/>
          </a:xfrm>
          <a:prstGeom prst="bentConnector3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89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C71591B-EA90-C6D4-2B46-1DF4AD9DAB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9425" y="5854462"/>
            <a:ext cx="3584046" cy="243205"/>
          </a:xfrm>
        </p:spPr>
        <p:txBody>
          <a:bodyPr/>
          <a:lstStyle/>
          <a:p>
            <a:r>
              <a:rPr lang="nl-NL" dirty="0"/>
              <a:t>www.movares.com</a:t>
            </a:r>
          </a:p>
        </p:txBody>
      </p:sp>
      <p:sp>
        <p:nvSpPr>
          <p:cNvPr id="3" name="Ovaal 2">
            <a:extLst>
              <a:ext uri="{FF2B5EF4-FFF2-40B4-BE49-F238E27FC236}">
                <a16:creationId xmlns:a16="http://schemas.microsoft.com/office/drawing/2014/main" id="{025BA46C-EB63-588C-65F5-4638BD2C84F2}"/>
              </a:ext>
            </a:extLst>
          </p:cNvPr>
          <p:cNvSpPr/>
          <p:nvPr/>
        </p:nvSpPr>
        <p:spPr>
          <a:xfrm>
            <a:off x="10739120" y="5749449"/>
            <a:ext cx="453231" cy="45323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 err="1">
              <a:ln>
                <a:noFill/>
              </a:ln>
              <a:solidFill>
                <a:srgbClr val="54554C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" name="Ovaal 3">
            <a:extLst>
              <a:ext uri="{FF2B5EF4-FFF2-40B4-BE49-F238E27FC236}">
                <a16:creationId xmlns:a16="http://schemas.microsoft.com/office/drawing/2014/main" id="{9E620C4A-E1A8-D1C3-EBAF-89074B337A40}"/>
              </a:ext>
            </a:extLst>
          </p:cNvPr>
          <p:cNvSpPr/>
          <p:nvPr/>
        </p:nvSpPr>
        <p:spPr>
          <a:xfrm>
            <a:off x="11274504" y="5749449"/>
            <a:ext cx="453231" cy="45323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nl-NL" sz="1600" b="0" i="0" u="none" strike="noStrike" kern="1200" cap="none" spc="0" normalizeH="0" baseline="0" noProof="0" dirty="0" err="1">
              <a:ln>
                <a:noFill/>
              </a:ln>
              <a:solidFill>
                <a:srgbClr val="54554C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900D4AE8-6296-909C-169A-CC457DDA2094}"/>
              </a:ext>
            </a:extLst>
          </p:cNvPr>
          <p:cNvGrpSpPr/>
          <p:nvPr/>
        </p:nvGrpSpPr>
        <p:grpSpPr>
          <a:xfrm>
            <a:off x="11388446" y="5863590"/>
            <a:ext cx="225346" cy="224948"/>
            <a:chOff x="2858439" y="185737"/>
            <a:chExt cx="6496689" cy="6485238"/>
          </a:xfrm>
          <a:solidFill>
            <a:srgbClr val="FFFFFF"/>
          </a:solidFill>
        </p:grpSpPr>
        <p:sp>
          <p:nvSpPr>
            <p:cNvPr id="6" name="Vrije vorm: vorm 5">
              <a:extLst>
                <a:ext uri="{FF2B5EF4-FFF2-40B4-BE49-F238E27FC236}">
                  <a16:creationId xmlns:a16="http://schemas.microsoft.com/office/drawing/2014/main" id="{F2EEFBDD-3A35-BD95-2750-B219A92DA27B}"/>
                </a:ext>
              </a:extLst>
            </p:cNvPr>
            <p:cNvSpPr/>
            <p:nvPr/>
          </p:nvSpPr>
          <p:spPr>
            <a:xfrm>
              <a:off x="2858439" y="185737"/>
              <a:ext cx="6496689" cy="6485238"/>
            </a:xfrm>
            <a:custGeom>
              <a:avLst/>
              <a:gdLst>
                <a:gd name="connsiteX0" fmla="*/ 6480178 w 6496689"/>
                <a:gd name="connsiteY0" fmla="*/ 1906684 h 6485238"/>
                <a:gd name="connsiteX1" fmla="*/ 6329142 w 6496689"/>
                <a:gd name="connsiteY1" fmla="*/ 1119919 h 6485238"/>
                <a:gd name="connsiteX2" fmla="*/ 5953386 w 6496689"/>
                <a:gd name="connsiteY2" fmla="*/ 544767 h 6485238"/>
                <a:gd name="connsiteX3" fmla="*/ 5378348 w 6496689"/>
                <a:gd name="connsiteY3" fmla="*/ 171031 h 6485238"/>
                <a:gd name="connsiteX4" fmla="*/ 4590093 w 6496689"/>
                <a:gd name="connsiteY4" fmla="*/ 20290 h 6485238"/>
                <a:gd name="connsiteX5" fmla="*/ 3249610 w 6496689"/>
                <a:gd name="connsiteY5" fmla="*/ 0 h 6485238"/>
                <a:gd name="connsiteX6" fmla="*/ 1910415 w 6496689"/>
                <a:gd name="connsiteY6" fmla="*/ 19003 h 6485238"/>
                <a:gd name="connsiteX7" fmla="*/ 1122161 w 6496689"/>
                <a:gd name="connsiteY7" fmla="*/ 169745 h 6485238"/>
                <a:gd name="connsiteX8" fmla="*/ 545833 w 6496689"/>
                <a:gd name="connsiteY8" fmla="*/ 544767 h 6485238"/>
                <a:gd name="connsiteX9" fmla="*/ 171366 w 6496689"/>
                <a:gd name="connsiteY9" fmla="*/ 1118682 h 6485238"/>
                <a:gd name="connsiteX10" fmla="*/ 20330 w 6496689"/>
                <a:gd name="connsiteY10" fmla="*/ 1905397 h 6485238"/>
                <a:gd name="connsiteX11" fmla="*/ 0 w 6496689"/>
                <a:gd name="connsiteY11" fmla="*/ 3243263 h 6485238"/>
                <a:gd name="connsiteX12" fmla="*/ 19041 w 6496689"/>
                <a:gd name="connsiteY12" fmla="*/ 4579842 h 6485238"/>
                <a:gd name="connsiteX13" fmla="*/ 170126 w 6496689"/>
                <a:gd name="connsiteY13" fmla="*/ 5366606 h 6485238"/>
                <a:gd name="connsiteX14" fmla="*/ 545833 w 6496689"/>
                <a:gd name="connsiteY14" fmla="*/ 5941759 h 6485238"/>
                <a:gd name="connsiteX15" fmla="*/ 1120871 w 6496689"/>
                <a:gd name="connsiteY15" fmla="*/ 6315494 h 6485238"/>
                <a:gd name="connsiteX16" fmla="*/ 1909175 w 6496689"/>
                <a:gd name="connsiteY16" fmla="*/ 6466235 h 6485238"/>
                <a:gd name="connsiteX17" fmla="*/ 3248370 w 6496689"/>
                <a:gd name="connsiteY17" fmla="*/ 6485239 h 6485238"/>
                <a:gd name="connsiteX18" fmla="*/ 4587565 w 6496689"/>
                <a:gd name="connsiteY18" fmla="*/ 6466235 h 6485238"/>
                <a:gd name="connsiteX19" fmla="*/ 5375819 w 6496689"/>
                <a:gd name="connsiteY19" fmla="*/ 6315494 h 6485238"/>
                <a:gd name="connsiteX20" fmla="*/ 6326613 w 6496689"/>
                <a:gd name="connsiteY20" fmla="*/ 5366606 h 6485238"/>
                <a:gd name="connsiteX21" fmla="*/ 6477650 w 6496689"/>
                <a:gd name="connsiteY21" fmla="*/ 4579842 h 6485238"/>
                <a:gd name="connsiteX22" fmla="*/ 6496690 w 6496689"/>
                <a:gd name="connsiteY22" fmla="*/ 3243263 h 6485238"/>
                <a:gd name="connsiteX23" fmla="*/ 6480178 w 6496689"/>
                <a:gd name="connsiteY23" fmla="*/ 1906684 h 6485238"/>
                <a:gd name="connsiteX24" fmla="*/ 5895025 w 6496689"/>
                <a:gd name="connsiteY24" fmla="*/ 4554504 h 6485238"/>
                <a:gd name="connsiteX25" fmla="*/ 5783309 w 6496689"/>
                <a:gd name="connsiteY25" fmla="*/ 5156281 h 6485238"/>
                <a:gd name="connsiteX26" fmla="*/ 5166371 w 6496689"/>
                <a:gd name="connsiteY26" fmla="*/ 5772014 h 6485238"/>
                <a:gd name="connsiteX27" fmla="*/ 4563417 w 6496689"/>
                <a:gd name="connsiteY27" fmla="*/ 5883461 h 6485238"/>
                <a:gd name="connsiteX28" fmla="*/ 3250899 w 6496689"/>
                <a:gd name="connsiteY28" fmla="*/ 5902465 h 6485238"/>
                <a:gd name="connsiteX29" fmla="*/ 1938331 w 6496689"/>
                <a:gd name="connsiteY29" fmla="*/ 5883461 h 6485238"/>
                <a:gd name="connsiteX30" fmla="*/ 1335377 w 6496689"/>
                <a:gd name="connsiteY30" fmla="*/ 5772014 h 6485238"/>
                <a:gd name="connsiteX31" fmla="*/ 962199 w 6496689"/>
                <a:gd name="connsiteY31" fmla="*/ 5530016 h 6485238"/>
                <a:gd name="connsiteX32" fmla="*/ 719728 w 6496689"/>
                <a:gd name="connsiteY32" fmla="*/ 5157568 h 6485238"/>
                <a:gd name="connsiteX33" fmla="*/ 608062 w 6496689"/>
                <a:gd name="connsiteY33" fmla="*/ 4555790 h 6485238"/>
                <a:gd name="connsiteX34" fmla="*/ 589021 w 6496689"/>
                <a:gd name="connsiteY34" fmla="*/ 3245787 h 6485238"/>
                <a:gd name="connsiteX35" fmla="*/ 608062 w 6496689"/>
                <a:gd name="connsiteY35" fmla="*/ 1935832 h 6485238"/>
                <a:gd name="connsiteX36" fmla="*/ 719728 w 6496689"/>
                <a:gd name="connsiteY36" fmla="*/ 1334055 h 6485238"/>
                <a:gd name="connsiteX37" fmla="*/ 963488 w 6496689"/>
                <a:gd name="connsiteY37" fmla="*/ 961557 h 6485238"/>
                <a:gd name="connsiteX38" fmla="*/ 1336666 w 6496689"/>
                <a:gd name="connsiteY38" fmla="*/ 719609 h 6485238"/>
                <a:gd name="connsiteX39" fmla="*/ 1939621 w 6496689"/>
                <a:gd name="connsiteY39" fmla="*/ 608112 h 6485238"/>
                <a:gd name="connsiteX40" fmla="*/ 3252138 w 6496689"/>
                <a:gd name="connsiteY40" fmla="*/ 589108 h 6485238"/>
                <a:gd name="connsiteX41" fmla="*/ 4564706 w 6496689"/>
                <a:gd name="connsiteY41" fmla="*/ 608112 h 6485238"/>
                <a:gd name="connsiteX42" fmla="*/ 5167661 w 6496689"/>
                <a:gd name="connsiteY42" fmla="*/ 719609 h 6485238"/>
                <a:gd name="connsiteX43" fmla="*/ 5540838 w 6496689"/>
                <a:gd name="connsiteY43" fmla="*/ 961557 h 6485238"/>
                <a:gd name="connsiteX44" fmla="*/ 5783309 w 6496689"/>
                <a:gd name="connsiteY44" fmla="*/ 1334055 h 6485238"/>
                <a:gd name="connsiteX45" fmla="*/ 5895025 w 6496689"/>
                <a:gd name="connsiteY45" fmla="*/ 1935832 h 6485238"/>
                <a:gd name="connsiteX46" fmla="*/ 5914065 w 6496689"/>
                <a:gd name="connsiteY46" fmla="*/ 3245787 h 6485238"/>
                <a:gd name="connsiteX47" fmla="*/ 5895025 w 6496689"/>
                <a:gd name="connsiteY47" fmla="*/ 4554504 h 6485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6496689" h="6485238">
                  <a:moveTo>
                    <a:pt x="6480178" y="1906684"/>
                  </a:moveTo>
                  <a:cubicBezTo>
                    <a:pt x="6464956" y="1562097"/>
                    <a:pt x="6409123" y="1325197"/>
                    <a:pt x="6329142" y="1119919"/>
                  </a:cubicBezTo>
                  <a:cubicBezTo>
                    <a:pt x="6246633" y="902023"/>
                    <a:pt x="6119695" y="706940"/>
                    <a:pt x="5953386" y="544767"/>
                  </a:cubicBezTo>
                  <a:cubicBezTo>
                    <a:pt x="5790896" y="380070"/>
                    <a:pt x="5594142" y="252093"/>
                    <a:pt x="5378348" y="171031"/>
                  </a:cubicBezTo>
                  <a:cubicBezTo>
                    <a:pt x="5171479" y="91207"/>
                    <a:pt x="4935354" y="35483"/>
                    <a:pt x="4590093" y="20290"/>
                  </a:cubicBezTo>
                  <a:cubicBezTo>
                    <a:pt x="4242254" y="3811"/>
                    <a:pt x="4131828" y="0"/>
                    <a:pt x="3249610" y="0"/>
                  </a:cubicBezTo>
                  <a:cubicBezTo>
                    <a:pt x="2367391" y="0"/>
                    <a:pt x="2256965" y="3811"/>
                    <a:pt x="1910415" y="19003"/>
                  </a:cubicBezTo>
                  <a:cubicBezTo>
                    <a:pt x="1565154" y="34196"/>
                    <a:pt x="1327790" y="89970"/>
                    <a:pt x="1122161" y="169745"/>
                  </a:cubicBezTo>
                  <a:cubicBezTo>
                    <a:pt x="903788" y="252093"/>
                    <a:pt x="708323" y="378783"/>
                    <a:pt x="545833" y="544767"/>
                  </a:cubicBezTo>
                  <a:cubicBezTo>
                    <a:pt x="380814" y="706940"/>
                    <a:pt x="252636" y="903309"/>
                    <a:pt x="171366" y="1118682"/>
                  </a:cubicBezTo>
                  <a:cubicBezTo>
                    <a:pt x="91385" y="1325197"/>
                    <a:pt x="35553" y="1560810"/>
                    <a:pt x="20330" y="1905397"/>
                  </a:cubicBezTo>
                  <a:cubicBezTo>
                    <a:pt x="3818" y="2252557"/>
                    <a:pt x="0" y="2362768"/>
                    <a:pt x="0" y="3243263"/>
                  </a:cubicBezTo>
                  <a:cubicBezTo>
                    <a:pt x="0" y="4123758"/>
                    <a:pt x="3818" y="4233968"/>
                    <a:pt x="19041" y="4579842"/>
                  </a:cubicBezTo>
                  <a:cubicBezTo>
                    <a:pt x="34263" y="4924428"/>
                    <a:pt x="90146" y="5161329"/>
                    <a:pt x="170126" y="5366606"/>
                  </a:cubicBezTo>
                  <a:cubicBezTo>
                    <a:pt x="252636" y="5584503"/>
                    <a:pt x="380814" y="5779585"/>
                    <a:pt x="545833" y="5941759"/>
                  </a:cubicBezTo>
                  <a:cubicBezTo>
                    <a:pt x="708323" y="6106455"/>
                    <a:pt x="905077" y="6234432"/>
                    <a:pt x="1120871" y="6315494"/>
                  </a:cubicBezTo>
                  <a:cubicBezTo>
                    <a:pt x="1327790" y="6395318"/>
                    <a:pt x="1563865" y="6451042"/>
                    <a:pt x="1909175" y="6466235"/>
                  </a:cubicBezTo>
                  <a:cubicBezTo>
                    <a:pt x="2255676" y="6481477"/>
                    <a:pt x="2366152" y="6485239"/>
                    <a:pt x="3248370" y="6485239"/>
                  </a:cubicBezTo>
                  <a:cubicBezTo>
                    <a:pt x="4130588" y="6485239"/>
                    <a:pt x="4241014" y="6481477"/>
                    <a:pt x="4587565" y="6466235"/>
                  </a:cubicBezTo>
                  <a:cubicBezTo>
                    <a:pt x="4932826" y="6451042"/>
                    <a:pt x="5170189" y="6395318"/>
                    <a:pt x="5375819" y="6315494"/>
                  </a:cubicBezTo>
                  <a:cubicBezTo>
                    <a:pt x="5812515" y="6146986"/>
                    <a:pt x="6157776" y="5802400"/>
                    <a:pt x="6326613" y="5366606"/>
                  </a:cubicBezTo>
                  <a:cubicBezTo>
                    <a:pt x="6406544" y="5160091"/>
                    <a:pt x="6462427" y="4924428"/>
                    <a:pt x="6477650" y="4579842"/>
                  </a:cubicBezTo>
                  <a:cubicBezTo>
                    <a:pt x="6492872" y="4233968"/>
                    <a:pt x="6496690" y="4123758"/>
                    <a:pt x="6496690" y="3243263"/>
                  </a:cubicBezTo>
                  <a:cubicBezTo>
                    <a:pt x="6496690" y="2362768"/>
                    <a:pt x="6495401" y="2252557"/>
                    <a:pt x="6480178" y="1906684"/>
                  </a:cubicBezTo>
                  <a:close/>
                  <a:moveTo>
                    <a:pt x="5895025" y="4554504"/>
                  </a:moveTo>
                  <a:cubicBezTo>
                    <a:pt x="5881042" y="4871228"/>
                    <a:pt x="5827738" y="5042260"/>
                    <a:pt x="5783309" y="5156281"/>
                  </a:cubicBezTo>
                  <a:cubicBezTo>
                    <a:pt x="5674123" y="5438809"/>
                    <a:pt x="5449453" y="5663041"/>
                    <a:pt x="5166371" y="5772014"/>
                  </a:cubicBezTo>
                  <a:cubicBezTo>
                    <a:pt x="5052127" y="5816355"/>
                    <a:pt x="4879522" y="5869555"/>
                    <a:pt x="4563417" y="5883461"/>
                  </a:cubicBezTo>
                  <a:cubicBezTo>
                    <a:pt x="4220684" y="5898704"/>
                    <a:pt x="4117894" y="5902465"/>
                    <a:pt x="3250899" y="5902465"/>
                  </a:cubicBezTo>
                  <a:cubicBezTo>
                    <a:pt x="2383903" y="5902465"/>
                    <a:pt x="2279824" y="5898704"/>
                    <a:pt x="1938331" y="5883461"/>
                  </a:cubicBezTo>
                  <a:cubicBezTo>
                    <a:pt x="1620987" y="5869555"/>
                    <a:pt x="1449621" y="5816355"/>
                    <a:pt x="1335377" y="5772014"/>
                  </a:cubicBezTo>
                  <a:cubicBezTo>
                    <a:pt x="1194505" y="5720051"/>
                    <a:pt x="1066278" y="5637703"/>
                    <a:pt x="962199" y="5530016"/>
                  </a:cubicBezTo>
                  <a:cubicBezTo>
                    <a:pt x="854302" y="5424854"/>
                    <a:pt x="771792" y="5298164"/>
                    <a:pt x="719728" y="5157568"/>
                  </a:cubicBezTo>
                  <a:cubicBezTo>
                    <a:pt x="675300" y="5043547"/>
                    <a:pt x="621996" y="4871228"/>
                    <a:pt x="608062" y="4555790"/>
                  </a:cubicBezTo>
                  <a:cubicBezTo>
                    <a:pt x="592790" y="4213727"/>
                    <a:pt x="589021" y="4111089"/>
                    <a:pt x="589021" y="3245787"/>
                  </a:cubicBezTo>
                  <a:cubicBezTo>
                    <a:pt x="589021" y="2380484"/>
                    <a:pt x="592790" y="2276608"/>
                    <a:pt x="608062" y="1935832"/>
                  </a:cubicBezTo>
                  <a:cubicBezTo>
                    <a:pt x="621996" y="1619107"/>
                    <a:pt x="675300" y="1448076"/>
                    <a:pt x="719728" y="1334055"/>
                  </a:cubicBezTo>
                  <a:cubicBezTo>
                    <a:pt x="771792" y="1193409"/>
                    <a:pt x="854302" y="1065482"/>
                    <a:pt x="963488" y="961557"/>
                  </a:cubicBezTo>
                  <a:cubicBezTo>
                    <a:pt x="1068807" y="853870"/>
                    <a:pt x="1195745" y="771522"/>
                    <a:pt x="1336666" y="719609"/>
                  </a:cubicBezTo>
                  <a:cubicBezTo>
                    <a:pt x="1450910" y="675267"/>
                    <a:pt x="1623565" y="622067"/>
                    <a:pt x="1939621" y="608112"/>
                  </a:cubicBezTo>
                  <a:cubicBezTo>
                    <a:pt x="2282353" y="592919"/>
                    <a:pt x="2385192" y="589108"/>
                    <a:pt x="3252138" y="589108"/>
                  </a:cubicBezTo>
                  <a:cubicBezTo>
                    <a:pt x="4120423" y="589108"/>
                    <a:pt x="4223213" y="592919"/>
                    <a:pt x="4564706" y="608112"/>
                  </a:cubicBezTo>
                  <a:cubicBezTo>
                    <a:pt x="4882050" y="622067"/>
                    <a:pt x="5053417" y="675267"/>
                    <a:pt x="5167661" y="719609"/>
                  </a:cubicBezTo>
                  <a:cubicBezTo>
                    <a:pt x="5308532" y="771522"/>
                    <a:pt x="5436759" y="853870"/>
                    <a:pt x="5540838" y="961557"/>
                  </a:cubicBezTo>
                  <a:cubicBezTo>
                    <a:pt x="5648735" y="1066719"/>
                    <a:pt x="5731245" y="1193409"/>
                    <a:pt x="5783309" y="1334055"/>
                  </a:cubicBezTo>
                  <a:cubicBezTo>
                    <a:pt x="5827738" y="1448076"/>
                    <a:pt x="5881042" y="1620345"/>
                    <a:pt x="5895025" y="1935832"/>
                  </a:cubicBezTo>
                  <a:cubicBezTo>
                    <a:pt x="5910247" y="2277895"/>
                    <a:pt x="5914065" y="2380484"/>
                    <a:pt x="5914065" y="3245787"/>
                  </a:cubicBezTo>
                  <a:cubicBezTo>
                    <a:pt x="5914065" y="4111089"/>
                    <a:pt x="5910247" y="4212441"/>
                    <a:pt x="5895025" y="4554504"/>
                  </a:cubicBezTo>
                  <a:close/>
                </a:path>
              </a:pathLst>
            </a:custGeom>
            <a:grp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7443A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7" name="Vrije vorm: vorm 6">
              <a:extLst>
                <a:ext uri="{FF2B5EF4-FFF2-40B4-BE49-F238E27FC236}">
                  <a16:creationId xmlns:a16="http://schemas.microsoft.com/office/drawing/2014/main" id="{1442036B-F77B-8884-D000-966D295E9DC1}"/>
                </a:ext>
              </a:extLst>
            </p:cNvPr>
            <p:cNvSpPr/>
            <p:nvPr/>
          </p:nvSpPr>
          <p:spPr>
            <a:xfrm>
              <a:off x="4438815" y="1763026"/>
              <a:ext cx="3338465" cy="3331945"/>
            </a:xfrm>
            <a:custGeom>
              <a:avLst/>
              <a:gdLst>
                <a:gd name="connsiteX0" fmla="*/ 1669233 w 3338465"/>
                <a:gd name="connsiteY0" fmla="*/ 0 h 3331945"/>
                <a:gd name="connsiteX1" fmla="*/ 0 w 3338465"/>
                <a:gd name="connsiteY1" fmla="*/ 1665973 h 3331945"/>
                <a:gd name="connsiteX2" fmla="*/ 1669233 w 3338465"/>
                <a:gd name="connsiteY2" fmla="*/ 3331946 h 3331945"/>
                <a:gd name="connsiteX3" fmla="*/ 3338466 w 3338465"/>
                <a:gd name="connsiteY3" fmla="*/ 1665973 h 3331945"/>
                <a:gd name="connsiteX4" fmla="*/ 1669233 w 3338465"/>
                <a:gd name="connsiteY4" fmla="*/ 0 h 3331945"/>
                <a:gd name="connsiteX5" fmla="*/ 1669233 w 3338465"/>
                <a:gd name="connsiteY5" fmla="*/ 2746648 h 3331945"/>
                <a:gd name="connsiteX6" fmla="*/ 586443 w 3338465"/>
                <a:gd name="connsiteY6" fmla="*/ 1665973 h 3331945"/>
                <a:gd name="connsiteX7" fmla="*/ 1669233 w 3338465"/>
                <a:gd name="connsiteY7" fmla="*/ 585298 h 3331945"/>
                <a:gd name="connsiteX8" fmla="*/ 2752023 w 3338465"/>
                <a:gd name="connsiteY8" fmla="*/ 1665973 h 3331945"/>
                <a:gd name="connsiteX9" fmla="*/ 1669233 w 3338465"/>
                <a:gd name="connsiteY9" fmla="*/ 2746648 h 333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8465" h="3331945">
                  <a:moveTo>
                    <a:pt x="1669233" y="0"/>
                  </a:moveTo>
                  <a:cubicBezTo>
                    <a:pt x="747694" y="0"/>
                    <a:pt x="0" y="746184"/>
                    <a:pt x="0" y="1665973"/>
                  </a:cubicBezTo>
                  <a:cubicBezTo>
                    <a:pt x="0" y="2585762"/>
                    <a:pt x="747694" y="3331946"/>
                    <a:pt x="1669233" y="3331946"/>
                  </a:cubicBezTo>
                  <a:cubicBezTo>
                    <a:pt x="2590822" y="3331946"/>
                    <a:pt x="3338466" y="2585762"/>
                    <a:pt x="3338466" y="1665973"/>
                  </a:cubicBezTo>
                  <a:cubicBezTo>
                    <a:pt x="3338466" y="746184"/>
                    <a:pt x="2590822" y="0"/>
                    <a:pt x="1669233" y="0"/>
                  </a:cubicBezTo>
                  <a:close/>
                  <a:moveTo>
                    <a:pt x="1669233" y="2746648"/>
                  </a:moveTo>
                  <a:cubicBezTo>
                    <a:pt x="1071385" y="2746648"/>
                    <a:pt x="586443" y="2262702"/>
                    <a:pt x="586443" y="1665973"/>
                  </a:cubicBezTo>
                  <a:cubicBezTo>
                    <a:pt x="586443" y="1069243"/>
                    <a:pt x="1071385" y="585298"/>
                    <a:pt x="1669233" y="585298"/>
                  </a:cubicBezTo>
                  <a:cubicBezTo>
                    <a:pt x="2267130" y="585298"/>
                    <a:pt x="2752023" y="1069243"/>
                    <a:pt x="2752023" y="1665973"/>
                  </a:cubicBezTo>
                  <a:cubicBezTo>
                    <a:pt x="2752023" y="2262702"/>
                    <a:pt x="2267130" y="2746648"/>
                    <a:pt x="1669233" y="2746648"/>
                  </a:cubicBezTo>
                  <a:close/>
                </a:path>
              </a:pathLst>
            </a:custGeom>
            <a:grp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7443A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C826C7E6-8A61-6FC2-96B7-53F6D3370EF9}"/>
                </a:ext>
              </a:extLst>
            </p:cNvPr>
            <p:cNvSpPr/>
            <p:nvPr/>
          </p:nvSpPr>
          <p:spPr>
            <a:xfrm>
              <a:off x="7453590" y="1308229"/>
              <a:ext cx="779428" cy="777856"/>
            </a:xfrm>
            <a:custGeom>
              <a:avLst/>
              <a:gdLst>
                <a:gd name="connsiteX0" fmla="*/ 779428 w 779428"/>
                <a:gd name="connsiteY0" fmla="*/ 388928 h 777856"/>
                <a:gd name="connsiteX1" fmla="*/ 389689 w 779428"/>
                <a:gd name="connsiteY1" fmla="*/ 777856 h 777856"/>
                <a:gd name="connsiteX2" fmla="*/ 0 w 779428"/>
                <a:gd name="connsiteY2" fmla="*/ 388928 h 777856"/>
                <a:gd name="connsiteX3" fmla="*/ 389689 w 779428"/>
                <a:gd name="connsiteY3" fmla="*/ 0 h 777856"/>
                <a:gd name="connsiteX4" fmla="*/ 779428 w 779428"/>
                <a:gd name="connsiteY4" fmla="*/ 388928 h 77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9428" h="777856">
                  <a:moveTo>
                    <a:pt x="779428" y="388928"/>
                  </a:moveTo>
                  <a:cubicBezTo>
                    <a:pt x="779428" y="603707"/>
                    <a:pt x="604938" y="777856"/>
                    <a:pt x="389689" y="777856"/>
                  </a:cubicBezTo>
                  <a:cubicBezTo>
                    <a:pt x="174490" y="777856"/>
                    <a:pt x="0" y="603707"/>
                    <a:pt x="0" y="388928"/>
                  </a:cubicBezTo>
                  <a:cubicBezTo>
                    <a:pt x="0" y="174100"/>
                    <a:pt x="174490" y="0"/>
                    <a:pt x="389689" y="0"/>
                  </a:cubicBezTo>
                  <a:cubicBezTo>
                    <a:pt x="604938" y="0"/>
                    <a:pt x="779428" y="174100"/>
                    <a:pt x="779428" y="388928"/>
                  </a:cubicBezTo>
                  <a:close/>
                </a:path>
              </a:pathLst>
            </a:custGeom>
            <a:grpFill/>
            <a:ln w="1269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7443A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91AAD38A-D43D-C2AF-33EE-606CF68ABD09}"/>
              </a:ext>
            </a:extLst>
          </p:cNvPr>
          <p:cNvGrpSpPr/>
          <p:nvPr/>
        </p:nvGrpSpPr>
        <p:grpSpPr>
          <a:xfrm>
            <a:off x="10858896" y="5869225"/>
            <a:ext cx="213678" cy="213678"/>
            <a:chOff x="5532699" y="1449388"/>
            <a:chExt cx="4876799" cy="4876799"/>
          </a:xfrm>
          <a:solidFill>
            <a:srgbClr val="FFFFFF"/>
          </a:solidFill>
        </p:grpSpPr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B39CA129-3408-AEFF-0474-A9184E51275C}"/>
                </a:ext>
              </a:extLst>
            </p:cNvPr>
            <p:cNvSpPr/>
            <p:nvPr/>
          </p:nvSpPr>
          <p:spPr>
            <a:xfrm>
              <a:off x="7257663" y="2988424"/>
              <a:ext cx="3151835" cy="3337763"/>
            </a:xfrm>
            <a:custGeom>
              <a:avLst/>
              <a:gdLst>
                <a:gd name="connsiteX0" fmla="*/ 3150616 w 3151835"/>
                <a:gd name="connsiteY0" fmla="*/ 3337763 h 3337763"/>
                <a:gd name="connsiteX1" fmla="*/ 3150616 w 3151835"/>
                <a:gd name="connsiteY1" fmla="*/ 3337560 h 3337763"/>
                <a:gd name="connsiteX2" fmla="*/ 3151835 w 3151835"/>
                <a:gd name="connsiteY2" fmla="*/ 3337560 h 3337763"/>
                <a:gd name="connsiteX3" fmla="*/ 3151835 w 3151835"/>
                <a:gd name="connsiteY3" fmla="*/ 1548994 h 3337763"/>
                <a:gd name="connsiteX4" fmla="*/ 1940560 w 3151835"/>
                <a:gd name="connsiteY4" fmla="*/ 0 h 3337763"/>
                <a:gd name="connsiteX5" fmla="*/ 984098 w 3151835"/>
                <a:gd name="connsiteY5" fmla="*/ 525679 h 3337763"/>
                <a:gd name="connsiteX6" fmla="*/ 969874 w 3151835"/>
                <a:gd name="connsiteY6" fmla="*/ 525679 h 3337763"/>
                <a:gd name="connsiteX7" fmla="*/ 969874 w 3151835"/>
                <a:gd name="connsiteY7" fmla="*/ 81686 h 3337763"/>
                <a:gd name="connsiteX8" fmla="*/ 0 w 3151835"/>
                <a:gd name="connsiteY8" fmla="*/ 81686 h 3337763"/>
                <a:gd name="connsiteX9" fmla="*/ 0 w 3151835"/>
                <a:gd name="connsiteY9" fmla="*/ 3337560 h 3337763"/>
                <a:gd name="connsiteX10" fmla="*/ 1009904 w 3151835"/>
                <a:gd name="connsiteY10" fmla="*/ 3337560 h 3337763"/>
                <a:gd name="connsiteX11" fmla="*/ 1009904 w 3151835"/>
                <a:gd name="connsiteY11" fmla="*/ 1725371 h 3337763"/>
                <a:gd name="connsiteX12" fmla="*/ 1616049 w 3151835"/>
                <a:gd name="connsiteY12" fmla="*/ 890423 h 3337763"/>
                <a:gd name="connsiteX13" fmla="*/ 2141728 w 3151835"/>
                <a:gd name="connsiteY13" fmla="*/ 1752600 h 3337763"/>
                <a:gd name="connsiteX14" fmla="*/ 2141728 w 3151835"/>
                <a:gd name="connsiteY14" fmla="*/ 3337763 h 333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51835" h="3337763">
                  <a:moveTo>
                    <a:pt x="3150616" y="3337763"/>
                  </a:moveTo>
                  <a:lnTo>
                    <a:pt x="3150616" y="3337560"/>
                  </a:lnTo>
                  <a:lnTo>
                    <a:pt x="3151835" y="3337560"/>
                  </a:lnTo>
                  <a:lnTo>
                    <a:pt x="3151835" y="1548994"/>
                  </a:lnTo>
                  <a:cubicBezTo>
                    <a:pt x="3151835" y="674014"/>
                    <a:pt x="2963469" y="0"/>
                    <a:pt x="1940560" y="0"/>
                  </a:cubicBezTo>
                  <a:cubicBezTo>
                    <a:pt x="1448816" y="0"/>
                    <a:pt x="1118819" y="269850"/>
                    <a:pt x="984098" y="525679"/>
                  </a:cubicBezTo>
                  <a:lnTo>
                    <a:pt x="969874" y="525679"/>
                  </a:lnTo>
                  <a:lnTo>
                    <a:pt x="969874" y="81686"/>
                  </a:lnTo>
                  <a:lnTo>
                    <a:pt x="0" y="81686"/>
                  </a:lnTo>
                  <a:lnTo>
                    <a:pt x="0" y="3337560"/>
                  </a:lnTo>
                  <a:lnTo>
                    <a:pt x="1009904" y="3337560"/>
                  </a:lnTo>
                  <a:lnTo>
                    <a:pt x="1009904" y="1725371"/>
                  </a:lnTo>
                  <a:cubicBezTo>
                    <a:pt x="1009904" y="1300886"/>
                    <a:pt x="1090371" y="890423"/>
                    <a:pt x="1616049" y="890423"/>
                  </a:cubicBezTo>
                  <a:cubicBezTo>
                    <a:pt x="2134006" y="890423"/>
                    <a:pt x="2141728" y="1374851"/>
                    <a:pt x="2141728" y="1752600"/>
                  </a:cubicBezTo>
                  <a:lnTo>
                    <a:pt x="2141728" y="3337763"/>
                  </a:lnTo>
                  <a:close/>
                </a:path>
              </a:pathLst>
            </a:custGeom>
            <a:grpFill/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7443A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11" name="Vrije vorm: vorm 10">
              <a:extLst>
                <a:ext uri="{FF2B5EF4-FFF2-40B4-BE49-F238E27FC236}">
                  <a16:creationId xmlns:a16="http://schemas.microsoft.com/office/drawing/2014/main" id="{FD980EDE-3323-84D6-9A9B-E1FBC4D9ADFF}"/>
                </a:ext>
              </a:extLst>
            </p:cNvPr>
            <p:cNvSpPr/>
            <p:nvPr/>
          </p:nvSpPr>
          <p:spPr>
            <a:xfrm>
              <a:off x="5613166" y="3070314"/>
              <a:ext cx="1011123" cy="3255873"/>
            </a:xfrm>
            <a:custGeom>
              <a:avLst/>
              <a:gdLst>
                <a:gd name="connsiteX0" fmla="*/ 0 w 1011123"/>
                <a:gd name="connsiteY0" fmla="*/ 0 h 3255873"/>
                <a:gd name="connsiteX1" fmla="*/ 1011123 w 1011123"/>
                <a:gd name="connsiteY1" fmla="*/ 0 h 3255873"/>
                <a:gd name="connsiteX2" fmla="*/ 1011123 w 1011123"/>
                <a:gd name="connsiteY2" fmla="*/ 3255874 h 3255873"/>
                <a:gd name="connsiteX3" fmla="*/ 0 w 1011123"/>
                <a:gd name="connsiteY3" fmla="*/ 3255874 h 3255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1123" h="3255873">
                  <a:moveTo>
                    <a:pt x="0" y="0"/>
                  </a:moveTo>
                  <a:lnTo>
                    <a:pt x="1011123" y="0"/>
                  </a:lnTo>
                  <a:lnTo>
                    <a:pt x="1011123" y="3255874"/>
                  </a:lnTo>
                  <a:lnTo>
                    <a:pt x="0" y="3255874"/>
                  </a:lnTo>
                  <a:close/>
                </a:path>
              </a:pathLst>
            </a:custGeom>
            <a:grpFill/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7443A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12" name="Vrije vorm: vorm 11">
              <a:extLst>
                <a:ext uri="{FF2B5EF4-FFF2-40B4-BE49-F238E27FC236}">
                  <a16:creationId xmlns:a16="http://schemas.microsoft.com/office/drawing/2014/main" id="{E37F7006-3389-65B7-8192-E3DC7A4D1FC8}"/>
                </a:ext>
              </a:extLst>
            </p:cNvPr>
            <p:cNvSpPr/>
            <p:nvPr/>
          </p:nvSpPr>
          <p:spPr>
            <a:xfrm>
              <a:off x="5532699" y="1449388"/>
              <a:ext cx="1171244" cy="1176731"/>
            </a:xfrm>
            <a:custGeom>
              <a:avLst/>
              <a:gdLst>
                <a:gd name="connsiteX0" fmla="*/ 585622 w 1171244"/>
                <a:gd name="connsiteY0" fmla="*/ 0 h 1176731"/>
                <a:gd name="connsiteX1" fmla="*/ 0 w 1171244"/>
                <a:gd name="connsiteY1" fmla="*/ 585622 h 1176731"/>
                <a:gd name="connsiteX2" fmla="*/ 585622 w 1171244"/>
                <a:gd name="connsiteY2" fmla="*/ 1176731 h 1176731"/>
                <a:gd name="connsiteX3" fmla="*/ 1171245 w 1171244"/>
                <a:gd name="connsiteY3" fmla="*/ 585622 h 1176731"/>
                <a:gd name="connsiteX4" fmla="*/ 585622 w 1171244"/>
                <a:gd name="connsiteY4" fmla="*/ 0 h 1176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1244" h="1176731">
                  <a:moveTo>
                    <a:pt x="585622" y="0"/>
                  </a:moveTo>
                  <a:cubicBezTo>
                    <a:pt x="262331" y="0"/>
                    <a:pt x="0" y="262331"/>
                    <a:pt x="0" y="585622"/>
                  </a:cubicBezTo>
                  <a:cubicBezTo>
                    <a:pt x="0" y="908914"/>
                    <a:pt x="262331" y="1176731"/>
                    <a:pt x="585622" y="1176731"/>
                  </a:cubicBezTo>
                  <a:cubicBezTo>
                    <a:pt x="908914" y="1176731"/>
                    <a:pt x="1171245" y="908914"/>
                    <a:pt x="1171245" y="585622"/>
                  </a:cubicBezTo>
                  <a:cubicBezTo>
                    <a:pt x="1171042" y="262331"/>
                    <a:pt x="908710" y="0"/>
                    <a:pt x="585622" y="0"/>
                  </a:cubicBezTo>
                  <a:close/>
                </a:path>
              </a:pathLst>
            </a:custGeom>
            <a:grpFill/>
            <a:ln w="2032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17443A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186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Movares template set">
  <a:themeElements>
    <a:clrScheme name="Movares">
      <a:dk1>
        <a:srgbClr val="17443A"/>
      </a:dk1>
      <a:lt1>
        <a:srgbClr val="54554C"/>
      </a:lt1>
      <a:dk2>
        <a:srgbClr val="ED6A53"/>
      </a:dk2>
      <a:lt2>
        <a:srgbClr val="B3C2AF"/>
      </a:lt2>
      <a:accent1>
        <a:srgbClr val="BEE2E9"/>
      </a:accent1>
      <a:accent2>
        <a:srgbClr val="F3DECE"/>
      </a:accent2>
      <a:accent3>
        <a:srgbClr val="17443A"/>
      </a:accent3>
      <a:accent4>
        <a:srgbClr val="54554C"/>
      </a:accent4>
      <a:accent5>
        <a:srgbClr val="B3C2AF"/>
      </a:accent5>
      <a:accent6>
        <a:srgbClr val="ED6A53"/>
      </a:accent6>
      <a:hlink>
        <a:srgbClr val="F3DECE"/>
      </a:hlink>
      <a:folHlink>
        <a:srgbClr val="17443A"/>
      </a:folHlink>
    </a:clrScheme>
    <a:fontScheme name="Movares">
      <a:majorFont>
        <a:latin typeface="Aptos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711438-7fb7-4ad2-a01e-4233376b6db1">
      <Terms xmlns="http://schemas.microsoft.com/office/infopath/2007/PartnerControls"/>
    </lcf76f155ced4ddcb4097134ff3c332f>
    <TaxCatchAll xmlns="d76e3cfc-259e-4508-8c9d-f857cf7f6b13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45238A3E91B64C8377441354375F58" ma:contentTypeVersion="14" ma:contentTypeDescription="Een nieuw document maken." ma:contentTypeScope="" ma:versionID="235e429281f7f25c2ec836b4dfd26cea">
  <xsd:schema xmlns:xsd="http://www.w3.org/2001/XMLSchema" xmlns:xs="http://www.w3.org/2001/XMLSchema" xmlns:p="http://schemas.microsoft.com/office/2006/metadata/properties" xmlns:ns2="1f711438-7fb7-4ad2-a01e-4233376b6db1" xmlns:ns3="d76e3cfc-259e-4508-8c9d-f857cf7f6b13" targetNamespace="http://schemas.microsoft.com/office/2006/metadata/properties" ma:root="true" ma:fieldsID="21814819bbf100dccbed83767b517a05" ns2:_="" ns3:_="">
    <xsd:import namespace="1f711438-7fb7-4ad2-a01e-4233376b6db1"/>
    <xsd:import namespace="d76e3cfc-259e-4508-8c9d-f857cf7f6b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11438-7fb7-4ad2-a01e-4233376b6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a76d5018-49ed-472c-b0f6-6ebde2ccc2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6e3cfc-259e-4508-8c9d-f857cf7f6b1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a0b49ef-fc1b-4cd1-828a-78670aa4223b}" ma:internalName="TaxCatchAll" ma:showField="CatchAllData" ma:web="d76e3cfc-259e-4508-8c9d-f857cf7f6b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DEB87D-73E9-4E51-9EA0-2DFB8C78BA68}">
  <ds:schemaRefs>
    <ds:schemaRef ds:uri="http://schemas.microsoft.com/office/2006/metadata/properties"/>
    <ds:schemaRef ds:uri="http://schemas.microsoft.com/office/infopath/2007/PartnerControls"/>
    <ds:schemaRef ds:uri="1f711438-7fb7-4ad2-a01e-4233376b6db1"/>
    <ds:schemaRef ds:uri="d76e3cfc-259e-4508-8c9d-f857cf7f6b13"/>
  </ds:schemaRefs>
</ds:datastoreItem>
</file>

<file path=customXml/itemProps2.xml><?xml version="1.0" encoding="utf-8"?>
<ds:datastoreItem xmlns:ds="http://schemas.openxmlformats.org/officeDocument/2006/customXml" ds:itemID="{A2133F60-68B4-41B9-8147-5F4A6D38B3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B07B0B-6C35-47BF-9968-39181EFFAF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711438-7fb7-4ad2-a01e-4233376b6db1"/>
    <ds:schemaRef ds:uri="d76e3cfc-259e-4508-8c9d-f857cf7f6b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7a8bdbe-c970-42c4-8724-eddcdab61532}" enabled="0" method="" siteId="{17a8bdbe-c970-42c4-8724-eddcdab6153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226</Words>
  <Application>Microsoft Office PowerPoint</Application>
  <PresentationFormat>Breedbeeld</PresentationFormat>
  <Paragraphs>51</Paragraphs>
  <Slides>7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Corbel</vt:lpstr>
      <vt:lpstr>Segoe UI</vt:lpstr>
      <vt:lpstr>Segoe UI Light</vt:lpstr>
      <vt:lpstr>Movares template set</vt:lpstr>
      <vt:lpstr>Voortgang Stageopdracht</vt:lpstr>
      <vt:lpstr>Inhoud</vt:lpstr>
      <vt:lpstr>Kunstwerkpaspoorten</vt:lpstr>
      <vt:lpstr>Life Cycle Costs (LCC)</vt:lpstr>
      <vt:lpstr>Scope van het project</vt:lpstr>
      <vt:lpstr>Quote slide #1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Milo Wullink</dc:creator>
  <cp:lastModifiedBy>Milo Wullink</cp:lastModifiedBy>
  <cp:revision>1</cp:revision>
  <dcterms:created xsi:type="dcterms:W3CDTF">2026-09-21T08:37:22Z</dcterms:created>
  <dcterms:modified xsi:type="dcterms:W3CDTF">2026-09-21T14:13:34Z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0x0101005745238A3E91B64C8377441354375F58</vt:lpwstr>
  </property>
</Properties>
</file>