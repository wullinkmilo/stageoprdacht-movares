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1"/>
  </p:sldMasterIdLst>
  <p:sldIdLst>
    <p:sldId id="301" r:id="rId2"/>
    <p:sldId id="297" r:id="rId3"/>
  </p:sldIdLst>
  <p:sldSz cx="12192000" cy="6858000"/>
  <p:notesSz cx="6858000" cy="9144000"/>
  <p:custDataLst>
    <p:tags r:id="rId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57" userDrawn="1">
          <p15:clr>
            <a:srgbClr val="A4A3A4"/>
          </p15:clr>
        </p15:guide>
        <p15:guide id="3" pos="7380" userDrawn="1">
          <p15:clr>
            <a:srgbClr val="A4A3A4"/>
          </p15:clr>
        </p15:guide>
        <p15:guide id="4" orient="horz" pos="240" userDrawn="1">
          <p15:clr>
            <a:srgbClr val="A4A3A4"/>
          </p15:clr>
        </p15:guide>
        <p15:guide id="5" orient="horz" pos="40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7472A"/>
    <a:srgbClr val="FFFFFF"/>
    <a:srgbClr val="F3F3F3"/>
    <a:srgbClr val="211F26"/>
    <a:srgbClr val="DADA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94" autoAdjust="0"/>
    <p:restoredTop sz="94660"/>
  </p:normalViewPr>
  <p:slideViewPr>
    <p:cSldViewPr snapToGrid="0">
      <p:cViewPr varScale="1">
        <p:scale>
          <a:sx n="86" d="100"/>
          <a:sy n="86" d="100"/>
        </p:scale>
        <p:origin x="216" y="48"/>
      </p:cViewPr>
      <p:guideLst>
        <p:guide orient="horz" pos="2160"/>
        <p:guide pos="257"/>
        <p:guide pos="7380"/>
        <p:guide orient="horz" pos="240"/>
        <p:guide orient="horz" pos="400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1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dia #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>
            <a:extLst>
              <a:ext uri="{FF2B5EF4-FFF2-40B4-BE49-F238E27FC236}">
                <a16:creationId xmlns:a16="http://schemas.microsoft.com/office/drawing/2014/main" id="{6F94F487-F28D-56DE-661A-FCC17C33B2E8}"/>
              </a:ext>
            </a:extLst>
          </p:cNvPr>
          <p:cNvSpPr/>
          <p:nvPr userDrawn="1"/>
        </p:nvSpPr>
        <p:spPr>
          <a:xfrm>
            <a:off x="0" y="5049838"/>
            <a:ext cx="12192000" cy="180816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nl-NL" sz="1600" b="0" i="0" u="none" strike="noStrike" kern="1200" cap="none" spc="0" normalizeH="0" baseline="0" noProof="0" dirty="0" err="1">
              <a:ln>
                <a:noFill/>
              </a:ln>
              <a:solidFill>
                <a:srgbClr val="54554C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pic>
        <p:nvPicPr>
          <p:cNvPr id="71" name="Logo sky blue">
            <a:extLst>
              <a:ext uri="{FF2B5EF4-FFF2-40B4-BE49-F238E27FC236}">
                <a16:creationId xmlns:a16="http://schemas.microsoft.com/office/drawing/2014/main" id="{F8775A11-8094-9F56-2014-79ED34C63F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8950" y="5721825"/>
            <a:ext cx="2952750" cy="531183"/>
          </a:xfrm>
          <a:prstGeom prst="rect">
            <a:avLst/>
          </a:prstGeom>
        </p:spPr>
      </p:pic>
      <p:sp>
        <p:nvSpPr>
          <p:cNvPr id="7" name="Rechthoek 6">
            <a:extLst>
              <a:ext uri="{FF2B5EF4-FFF2-40B4-BE49-F238E27FC236}">
                <a16:creationId xmlns:a16="http://schemas.microsoft.com/office/drawing/2014/main" id="{7D3AA19E-3DC8-4556-BC42-05B65FEB6237}"/>
              </a:ext>
            </a:extLst>
          </p:cNvPr>
          <p:cNvSpPr/>
          <p:nvPr userDrawn="1"/>
        </p:nvSpPr>
        <p:spPr>
          <a:xfrm>
            <a:off x="0" y="-425941"/>
            <a:ext cx="655629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srgbClr val="BEE2E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Titeldia</a:t>
            </a:r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92802361-24B4-128D-9602-9136BE6815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152" y="558801"/>
            <a:ext cx="4741181" cy="1428750"/>
          </a:xfrm>
        </p:spPr>
        <p:txBody>
          <a:bodyPr/>
          <a:lstStyle>
            <a:lvl1pPr>
              <a:lnSpc>
                <a:spcPts val="5700"/>
              </a:lnSpc>
              <a:tabLst>
                <a:tab pos="3321050" algn="l"/>
              </a:tabLst>
              <a:defRPr sz="5000" b="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Titel van de presentatie</a:t>
            </a:r>
          </a:p>
        </p:txBody>
      </p:sp>
      <p:sp>
        <p:nvSpPr>
          <p:cNvPr id="2" name="Vrije vorm: vorm 1">
            <a:extLst>
              <a:ext uri="{FF2B5EF4-FFF2-40B4-BE49-F238E27FC236}">
                <a16:creationId xmlns:a16="http://schemas.microsoft.com/office/drawing/2014/main" id="{242B73D6-19EF-8365-0C6C-3E11B47AC084}"/>
              </a:ext>
            </a:extLst>
          </p:cNvPr>
          <p:cNvSpPr/>
          <p:nvPr userDrawn="1"/>
        </p:nvSpPr>
        <p:spPr>
          <a:xfrm>
            <a:off x="10727973" y="3177525"/>
            <a:ext cx="1002350" cy="696918"/>
          </a:xfrm>
          <a:custGeom>
            <a:avLst/>
            <a:gdLst>
              <a:gd name="connsiteX0" fmla="*/ 18764 w 181927"/>
              <a:gd name="connsiteY0" fmla="*/ 0 h 126491"/>
              <a:gd name="connsiteX1" fmla="*/ 102965 w 181927"/>
              <a:gd name="connsiteY1" fmla="*/ 42577 h 126491"/>
              <a:gd name="connsiteX2" fmla="*/ 181928 w 181927"/>
              <a:gd name="connsiteY2" fmla="*/ 94202 h 126491"/>
              <a:gd name="connsiteX3" fmla="*/ 163259 w 181927"/>
              <a:gd name="connsiteY3" fmla="*/ 126492 h 126491"/>
              <a:gd name="connsiteX4" fmla="*/ 79058 w 181927"/>
              <a:gd name="connsiteY4" fmla="*/ 83915 h 126491"/>
              <a:gd name="connsiteX5" fmla="*/ 0 w 181927"/>
              <a:gd name="connsiteY5" fmla="*/ 32290 h 126491"/>
              <a:gd name="connsiteX6" fmla="*/ 18669 w 181927"/>
              <a:gd name="connsiteY6" fmla="*/ 0 h 126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1927" h="126491">
                <a:moveTo>
                  <a:pt x="18764" y="0"/>
                </a:moveTo>
                <a:cubicBezTo>
                  <a:pt x="18764" y="0"/>
                  <a:pt x="58865" y="17145"/>
                  <a:pt x="102965" y="42577"/>
                </a:cubicBezTo>
                <a:cubicBezTo>
                  <a:pt x="147066" y="68008"/>
                  <a:pt x="181928" y="94202"/>
                  <a:pt x="181928" y="94202"/>
                </a:cubicBezTo>
                <a:lnTo>
                  <a:pt x="163259" y="126492"/>
                </a:lnTo>
                <a:cubicBezTo>
                  <a:pt x="163259" y="126492"/>
                  <a:pt x="123158" y="109347"/>
                  <a:pt x="79058" y="83915"/>
                </a:cubicBezTo>
                <a:cubicBezTo>
                  <a:pt x="34957" y="58483"/>
                  <a:pt x="0" y="32290"/>
                  <a:pt x="0" y="32290"/>
                </a:cubicBezTo>
                <a:lnTo>
                  <a:pt x="18669" y="0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7443A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3" name="Vrije vorm: vorm 2">
            <a:extLst>
              <a:ext uri="{FF2B5EF4-FFF2-40B4-BE49-F238E27FC236}">
                <a16:creationId xmlns:a16="http://schemas.microsoft.com/office/drawing/2014/main" id="{31BFB822-90C4-8EA6-D887-C7AEF9EDF90B}"/>
              </a:ext>
            </a:extLst>
          </p:cNvPr>
          <p:cNvSpPr/>
          <p:nvPr userDrawn="1"/>
        </p:nvSpPr>
        <p:spPr>
          <a:xfrm>
            <a:off x="8930038" y="4215560"/>
            <a:ext cx="1001827" cy="696917"/>
          </a:xfrm>
          <a:custGeom>
            <a:avLst/>
            <a:gdLst>
              <a:gd name="connsiteX0" fmla="*/ 18669 w 181832"/>
              <a:gd name="connsiteY0" fmla="*/ 0 h 126491"/>
              <a:gd name="connsiteX1" fmla="*/ 102870 w 181832"/>
              <a:gd name="connsiteY1" fmla="*/ 42577 h 126491"/>
              <a:gd name="connsiteX2" fmla="*/ 181832 w 181832"/>
              <a:gd name="connsiteY2" fmla="*/ 94202 h 126491"/>
              <a:gd name="connsiteX3" fmla="*/ 163163 w 181832"/>
              <a:gd name="connsiteY3" fmla="*/ 126492 h 126491"/>
              <a:gd name="connsiteX4" fmla="*/ 78962 w 181832"/>
              <a:gd name="connsiteY4" fmla="*/ 83915 h 126491"/>
              <a:gd name="connsiteX5" fmla="*/ 0 w 181832"/>
              <a:gd name="connsiteY5" fmla="*/ 32290 h 126491"/>
              <a:gd name="connsiteX6" fmla="*/ 18669 w 181832"/>
              <a:gd name="connsiteY6" fmla="*/ 0 h 126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1832" h="126491">
                <a:moveTo>
                  <a:pt x="18669" y="0"/>
                </a:moveTo>
                <a:cubicBezTo>
                  <a:pt x="18669" y="0"/>
                  <a:pt x="58769" y="17145"/>
                  <a:pt x="102870" y="42577"/>
                </a:cubicBezTo>
                <a:cubicBezTo>
                  <a:pt x="146971" y="68008"/>
                  <a:pt x="181832" y="94202"/>
                  <a:pt x="181832" y="94202"/>
                </a:cubicBezTo>
                <a:lnTo>
                  <a:pt x="163163" y="126492"/>
                </a:lnTo>
                <a:cubicBezTo>
                  <a:pt x="163163" y="126492"/>
                  <a:pt x="123063" y="109347"/>
                  <a:pt x="78962" y="83915"/>
                </a:cubicBezTo>
                <a:cubicBezTo>
                  <a:pt x="34957" y="58483"/>
                  <a:pt x="0" y="32290"/>
                  <a:pt x="0" y="32290"/>
                </a:cubicBezTo>
                <a:lnTo>
                  <a:pt x="18669" y="0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7443A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4" name="Vrije vorm: vorm 3">
            <a:extLst>
              <a:ext uri="{FF2B5EF4-FFF2-40B4-BE49-F238E27FC236}">
                <a16:creationId xmlns:a16="http://schemas.microsoft.com/office/drawing/2014/main" id="{D39E7814-2EC5-CEF2-E6BD-FB3FC13A8874}"/>
              </a:ext>
            </a:extLst>
          </p:cNvPr>
          <p:cNvSpPr/>
          <p:nvPr userDrawn="1"/>
        </p:nvSpPr>
        <p:spPr>
          <a:xfrm>
            <a:off x="8930038" y="5254124"/>
            <a:ext cx="1002350" cy="697446"/>
          </a:xfrm>
          <a:custGeom>
            <a:avLst/>
            <a:gdLst>
              <a:gd name="connsiteX0" fmla="*/ 0 w 181927"/>
              <a:gd name="connsiteY0" fmla="*/ 94202 h 126587"/>
              <a:gd name="connsiteX1" fmla="*/ 79058 w 181927"/>
              <a:gd name="connsiteY1" fmla="*/ 42577 h 126587"/>
              <a:gd name="connsiteX2" fmla="*/ 163259 w 181927"/>
              <a:gd name="connsiteY2" fmla="*/ 0 h 126587"/>
              <a:gd name="connsiteX3" fmla="*/ 181928 w 181927"/>
              <a:gd name="connsiteY3" fmla="*/ 32290 h 126587"/>
              <a:gd name="connsiteX4" fmla="*/ 102965 w 181927"/>
              <a:gd name="connsiteY4" fmla="*/ 83915 h 126587"/>
              <a:gd name="connsiteX5" fmla="*/ 18764 w 181927"/>
              <a:gd name="connsiteY5" fmla="*/ 126587 h 126587"/>
              <a:gd name="connsiteX6" fmla="*/ 95 w 181927"/>
              <a:gd name="connsiteY6" fmla="*/ 94298 h 126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1927" h="126587">
                <a:moveTo>
                  <a:pt x="0" y="94202"/>
                </a:moveTo>
                <a:cubicBezTo>
                  <a:pt x="0" y="94202"/>
                  <a:pt x="34957" y="68008"/>
                  <a:pt x="79058" y="42577"/>
                </a:cubicBezTo>
                <a:cubicBezTo>
                  <a:pt x="123158" y="17145"/>
                  <a:pt x="163259" y="0"/>
                  <a:pt x="163259" y="0"/>
                </a:cubicBezTo>
                <a:lnTo>
                  <a:pt x="181928" y="32290"/>
                </a:lnTo>
                <a:cubicBezTo>
                  <a:pt x="181928" y="32290"/>
                  <a:pt x="146971" y="58483"/>
                  <a:pt x="102965" y="83915"/>
                </a:cubicBezTo>
                <a:cubicBezTo>
                  <a:pt x="58865" y="109347"/>
                  <a:pt x="18764" y="126587"/>
                  <a:pt x="18764" y="126587"/>
                </a:cubicBezTo>
                <a:lnTo>
                  <a:pt x="95" y="94298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7443A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Vrije vorm: vorm 4">
            <a:extLst>
              <a:ext uri="{FF2B5EF4-FFF2-40B4-BE49-F238E27FC236}">
                <a16:creationId xmlns:a16="http://schemas.microsoft.com/office/drawing/2014/main" id="{4E794514-6061-1AA1-33E6-98748FC6BADB}"/>
              </a:ext>
            </a:extLst>
          </p:cNvPr>
          <p:cNvSpPr/>
          <p:nvPr userDrawn="1"/>
        </p:nvSpPr>
        <p:spPr>
          <a:xfrm>
            <a:off x="10728497" y="2138961"/>
            <a:ext cx="1002350" cy="697447"/>
          </a:xfrm>
          <a:custGeom>
            <a:avLst/>
            <a:gdLst>
              <a:gd name="connsiteX0" fmla="*/ 0 w 181927"/>
              <a:gd name="connsiteY0" fmla="*/ 94202 h 126587"/>
              <a:gd name="connsiteX1" fmla="*/ 79057 w 181927"/>
              <a:gd name="connsiteY1" fmla="*/ 42577 h 126587"/>
              <a:gd name="connsiteX2" fmla="*/ 163259 w 181927"/>
              <a:gd name="connsiteY2" fmla="*/ 0 h 126587"/>
              <a:gd name="connsiteX3" fmla="*/ 181927 w 181927"/>
              <a:gd name="connsiteY3" fmla="*/ 32290 h 126587"/>
              <a:gd name="connsiteX4" fmla="*/ 102965 w 181927"/>
              <a:gd name="connsiteY4" fmla="*/ 83915 h 126587"/>
              <a:gd name="connsiteX5" fmla="*/ 18764 w 181927"/>
              <a:gd name="connsiteY5" fmla="*/ 126587 h 126587"/>
              <a:gd name="connsiteX6" fmla="*/ 95 w 181927"/>
              <a:gd name="connsiteY6" fmla="*/ 94298 h 126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1927" h="126587">
                <a:moveTo>
                  <a:pt x="0" y="94202"/>
                </a:moveTo>
                <a:cubicBezTo>
                  <a:pt x="0" y="94202"/>
                  <a:pt x="34957" y="68009"/>
                  <a:pt x="79057" y="42577"/>
                </a:cubicBezTo>
                <a:cubicBezTo>
                  <a:pt x="123158" y="17145"/>
                  <a:pt x="163259" y="0"/>
                  <a:pt x="163259" y="0"/>
                </a:cubicBezTo>
                <a:lnTo>
                  <a:pt x="181927" y="32290"/>
                </a:lnTo>
                <a:cubicBezTo>
                  <a:pt x="181927" y="32290"/>
                  <a:pt x="146971" y="58484"/>
                  <a:pt x="102965" y="83915"/>
                </a:cubicBezTo>
                <a:cubicBezTo>
                  <a:pt x="58960" y="109347"/>
                  <a:pt x="18764" y="126587"/>
                  <a:pt x="18764" y="126587"/>
                </a:cubicBezTo>
                <a:lnTo>
                  <a:pt x="95" y="94298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7443A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Vrije vorm: vorm 5">
            <a:extLst>
              <a:ext uri="{FF2B5EF4-FFF2-40B4-BE49-F238E27FC236}">
                <a16:creationId xmlns:a16="http://schemas.microsoft.com/office/drawing/2014/main" id="{E8AB75AF-1753-B6EF-E51E-2399429F3819}"/>
              </a:ext>
            </a:extLst>
          </p:cNvPr>
          <p:cNvSpPr/>
          <p:nvPr userDrawn="1"/>
        </p:nvSpPr>
        <p:spPr>
          <a:xfrm>
            <a:off x="10198983" y="1449388"/>
            <a:ext cx="262396" cy="1038035"/>
          </a:xfrm>
          <a:custGeom>
            <a:avLst/>
            <a:gdLst>
              <a:gd name="connsiteX0" fmla="*/ 42481 w 47625"/>
              <a:gd name="connsiteY0" fmla="*/ 0 h 188404"/>
              <a:gd name="connsiteX1" fmla="*/ 47625 w 47625"/>
              <a:gd name="connsiteY1" fmla="*/ 94202 h 188404"/>
              <a:gd name="connsiteX2" fmla="*/ 42481 w 47625"/>
              <a:gd name="connsiteY2" fmla="*/ 188405 h 188404"/>
              <a:gd name="connsiteX3" fmla="*/ 5143 w 47625"/>
              <a:gd name="connsiteY3" fmla="*/ 188405 h 188404"/>
              <a:gd name="connsiteX4" fmla="*/ 0 w 47625"/>
              <a:gd name="connsiteY4" fmla="*/ 94202 h 188404"/>
              <a:gd name="connsiteX5" fmla="*/ 5143 w 47625"/>
              <a:gd name="connsiteY5" fmla="*/ 0 h 188404"/>
              <a:gd name="connsiteX6" fmla="*/ 42481 w 47625"/>
              <a:gd name="connsiteY6" fmla="*/ 0 h 188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625" h="188404">
                <a:moveTo>
                  <a:pt x="42481" y="0"/>
                </a:moveTo>
                <a:cubicBezTo>
                  <a:pt x="42481" y="0"/>
                  <a:pt x="47625" y="43339"/>
                  <a:pt x="47625" y="94202"/>
                </a:cubicBezTo>
                <a:cubicBezTo>
                  <a:pt x="47625" y="145066"/>
                  <a:pt x="42481" y="188405"/>
                  <a:pt x="42481" y="188405"/>
                </a:cubicBezTo>
                <a:lnTo>
                  <a:pt x="5143" y="188405"/>
                </a:lnTo>
                <a:cubicBezTo>
                  <a:pt x="5143" y="188405"/>
                  <a:pt x="0" y="145066"/>
                  <a:pt x="0" y="94202"/>
                </a:cubicBezTo>
                <a:cubicBezTo>
                  <a:pt x="0" y="43339"/>
                  <a:pt x="5143" y="0"/>
                  <a:pt x="5143" y="0"/>
                </a:cubicBezTo>
                <a:lnTo>
                  <a:pt x="42481" y="0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7443A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6BBF73E3-BAE3-2FB0-E6D5-DC8C8F2681D8}"/>
              </a:ext>
            </a:extLst>
          </p:cNvPr>
          <p:cNvSpPr/>
          <p:nvPr userDrawn="1"/>
        </p:nvSpPr>
        <p:spPr>
          <a:xfrm>
            <a:off x="10198983" y="3525987"/>
            <a:ext cx="262396" cy="1038035"/>
          </a:xfrm>
          <a:custGeom>
            <a:avLst/>
            <a:gdLst>
              <a:gd name="connsiteX0" fmla="*/ 42481 w 47625"/>
              <a:gd name="connsiteY0" fmla="*/ 0 h 188404"/>
              <a:gd name="connsiteX1" fmla="*/ 47625 w 47625"/>
              <a:gd name="connsiteY1" fmla="*/ 94202 h 188404"/>
              <a:gd name="connsiteX2" fmla="*/ 42481 w 47625"/>
              <a:gd name="connsiteY2" fmla="*/ 188404 h 188404"/>
              <a:gd name="connsiteX3" fmla="*/ 5143 w 47625"/>
              <a:gd name="connsiteY3" fmla="*/ 188404 h 188404"/>
              <a:gd name="connsiteX4" fmla="*/ 0 w 47625"/>
              <a:gd name="connsiteY4" fmla="*/ 94202 h 188404"/>
              <a:gd name="connsiteX5" fmla="*/ 5143 w 47625"/>
              <a:gd name="connsiteY5" fmla="*/ 0 h 188404"/>
              <a:gd name="connsiteX6" fmla="*/ 42481 w 47625"/>
              <a:gd name="connsiteY6" fmla="*/ 0 h 188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625" h="188404">
                <a:moveTo>
                  <a:pt x="42481" y="0"/>
                </a:moveTo>
                <a:cubicBezTo>
                  <a:pt x="42481" y="0"/>
                  <a:pt x="47625" y="43339"/>
                  <a:pt x="47625" y="94202"/>
                </a:cubicBezTo>
                <a:cubicBezTo>
                  <a:pt x="47625" y="145066"/>
                  <a:pt x="42481" y="188404"/>
                  <a:pt x="42481" y="188404"/>
                </a:cubicBezTo>
                <a:lnTo>
                  <a:pt x="5143" y="188404"/>
                </a:lnTo>
                <a:cubicBezTo>
                  <a:pt x="5143" y="188404"/>
                  <a:pt x="0" y="145066"/>
                  <a:pt x="0" y="94202"/>
                </a:cubicBezTo>
                <a:cubicBezTo>
                  <a:pt x="0" y="43339"/>
                  <a:pt x="5143" y="0"/>
                  <a:pt x="5143" y="0"/>
                </a:cubicBezTo>
                <a:lnTo>
                  <a:pt x="42481" y="0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7443A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9" name="Vrije vorm: vorm 8">
            <a:extLst>
              <a:ext uri="{FF2B5EF4-FFF2-40B4-BE49-F238E27FC236}">
                <a16:creationId xmlns:a16="http://schemas.microsoft.com/office/drawing/2014/main" id="{5D98561E-46B3-F43D-6F1F-8A12B9237A1E}"/>
              </a:ext>
            </a:extLst>
          </p:cNvPr>
          <p:cNvSpPr/>
          <p:nvPr userDrawn="1"/>
        </p:nvSpPr>
        <p:spPr>
          <a:xfrm>
            <a:off x="10198983" y="5602585"/>
            <a:ext cx="262396" cy="1038035"/>
          </a:xfrm>
          <a:custGeom>
            <a:avLst/>
            <a:gdLst>
              <a:gd name="connsiteX0" fmla="*/ 42481 w 47625"/>
              <a:gd name="connsiteY0" fmla="*/ 0 h 188404"/>
              <a:gd name="connsiteX1" fmla="*/ 47625 w 47625"/>
              <a:gd name="connsiteY1" fmla="*/ 94202 h 188404"/>
              <a:gd name="connsiteX2" fmla="*/ 42481 w 47625"/>
              <a:gd name="connsiteY2" fmla="*/ 188404 h 188404"/>
              <a:gd name="connsiteX3" fmla="*/ 5143 w 47625"/>
              <a:gd name="connsiteY3" fmla="*/ 188404 h 188404"/>
              <a:gd name="connsiteX4" fmla="*/ 0 w 47625"/>
              <a:gd name="connsiteY4" fmla="*/ 94202 h 188404"/>
              <a:gd name="connsiteX5" fmla="*/ 5143 w 47625"/>
              <a:gd name="connsiteY5" fmla="*/ 0 h 188404"/>
              <a:gd name="connsiteX6" fmla="*/ 42481 w 47625"/>
              <a:gd name="connsiteY6" fmla="*/ 0 h 188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625" h="188404">
                <a:moveTo>
                  <a:pt x="42481" y="0"/>
                </a:moveTo>
                <a:cubicBezTo>
                  <a:pt x="42481" y="0"/>
                  <a:pt x="47625" y="43339"/>
                  <a:pt x="47625" y="94202"/>
                </a:cubicBezTo>
                <a:cubicBezTo>
                  <a:pt x="47625" y="145066"/>
                  <a:pt x="42481" y="188404"/>
                  <a:pt x="42481" y="188404"/>
                </a:cubicBezTo>
                <a:lnTo>
                  <a:pt x="5143" y="188404"/>
                </a:lnTo>
                <a:cubicBezTo>
                  <a:pt x="5143" y="188404"/>
                  <a:pt x="0" y="145066"/>
                  <a:pt x="0" y="94202"/>
                </a:cubicBezTo>
                <a:cubicBezTo>
                  <a:pt x="0" y="43339"/>
                  <a:pt x="5143" y="0"/>
                  <a:pt x="5143" y="0"/>
                </a:cubicBezTo>
                <a:lnTo>
                  <a:pt x="42481" y="0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7443A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0" name="Tijdelijke aanduiding voor tekst 13">
            <a:extLst>
              <a:ext uri="{FF2B5EF4-FFF2-40B4-BE49-F238E27FC236}">
                <a16:creationId xmlns:a16="http://schemas.microsoft.com/office/drawing/2014/main" id="{8A1054E0-ED70-A6AC-8AC6-E2DAFEA74F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9425" y="3448005"/>
            <a:ext cx="3921125" cy="345439"/>
          </a:xfrm>
        </p:spPr>
        <p:txBody>
          <a:bodyPr/>
          <a:lstStyle>
            <a:lvl1pPr marL="0" indent="0">
              <a:lnSpc>
                <a:spcPts val="3000"/>
              </a:lnSpc>
              <a:buNone/>
              <a:defRPr sz="2600">
                <a:solidFill>
                  <a:schemeClr val="tx1"/>
                </a:solidFill>
              </a:defRPr>
            </a:lvl1pPr>
          </a:lstStyle>
          <a:p>
            <a:pPr lvl="0"/>
            <a:fld id="{0B256E86-B2EF-409B-A3BD-26894C0B04A9}" type="datetime4">
              <a:rPr lang="nl-NL" smtClean="0"/>
              <a:t>28 oktober 2024</a:t>
            </a:fld>
            <a:endParaRPr lang="nl-NL" dirty="0"/>
          </a:p>
        </p:txBody>
      </p:sp>
      <p:sp>
        <p:nvSpPr>
          <p:cNvPr id="11" name="Tijdelijke aanduiding voor tekst 13">
            <a:extLst>
              <a:ext uri="{FF2B5EF4-FFF2-40B4-BE49-F238E27FC236}">
                <a16:creationId xmlns:a16="http://schemas.microsoft.com/office/drawing/2014/main" id="{5D07B8D2-9EE9-6404-F587-F0DAC475F1B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5" y="3826661"/>
            <a:ext cx="3921125" cy="345439"/>
          </a:xfrm>
        </p:spPr>
        <p:txBody>
          <a:bodyPr/>
          <a:lstStyle>
            <a:lvl1pPr marL="0" indent="0">
              <a:lnSpc>
                <a:spcPts val="3000"/>
              </a:lnSpc>
              <a:buNone/>
              <a:defRPr sz="260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Plaats</a:t>
            </a:r>
          </a:p>
        </p:txBody>
      </p:sp>
      <p:sp>
        <p:nvSpPr>
          <p:cNvPr id="13" name="Tijdelijke aanduiding voor tekst 13">
            <a:extLst>
              <a:ext uri="{FF2B5EF4-FFF2-40B4-BE49-F238E27FC236}">
                <a16:creationId xmlns:a16="http://schemas.microsoft.com/office/drawing/2014/main" id="{BA12BBE8-1C8A-F8A7-8F8C-92AD3C49D1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4211906"/>
            <a:ext cx="3921125" cy="345439"/>
          </a:xfrm>
        </p:spPr>
        <p:txBody>
          <a:bodyPr/>
          <a:lstStyle>
            <a:lvl1pPr marL="0" indent="0">
              <a:lnSpc>
                <a:spcPts val="3000"/>
              </a:lnSpc>
              <a:buNone/>
              <a:defRPr sz="260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Naam van de spreker</a:t>
            </a:r>
          </a:p>
        </p:txBody>
      </p:sp>
    </p:spTree>
    <p:extLst>
      <p:ext uri="{BB962C8B-B14F-4D97-AF65-F5344CB8AC3E}">
        <p14:creationId xmlns:p14="http://schemas.microsoft.com/office/powerpoint/2010/main" val="953164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2.08333E-7 0.03889 L 2.08333E-7 -7.40741E-7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0.03889 L 2.08333E-7 -7.40741E-7 " pathEditMode="relative" rAng="0" ptsTypes="AA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19 -0.00023 L -2.08333E-7 3.7037E-7 " pathEditMode="relative" rAng="0" ptsTypes="AA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19 -0.00023 L -2.08333E-7 3.7037E-7 " pathEditMode="relative" rAng="0" ptsTypes="AA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0.03472 L 8.33333E-7 -7.40741E-7 " pathEditMode="relative" rAng="0" ptsTypes="AA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.01667 -0.00046 L -2.08333E-7 3.7037E-7 " pathEditMode="relative" rAng="0" ptsTypes="AA">
                                      <p:cBhvr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3" y="23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2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.01667 -0.00046 L -2.08333E-7 3.7037E-7 " pathEditMode="relative" rAng="0" ptsTypes="AA">
                                      <p:cBhvr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3" y="23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2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8.33333E-7 -0.03472 L 8.33333E-7 -7.40741E-7 " pathEditMode="relative" rAng="0" ptsTypes="AA">
                                      <p:cBhvr>
                                        <p:cTn id="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2.08333E-7 0.03889 L 2.08333E-7 -7.40741E-7 " pathEditMode="relative" rAng="0" ptsTypes="AA">
                                      <p:cBhvr>
                                        <p:cTn id="5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2.08333E-7 0.03889 L 2.08333E-7 -7.40741E-7 " pathEditMode="relative" rAng="0" ptsTypes="AA">
                                      <p:cBhvr>
                                        <p:cTn id="5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2.08333E-7 0.03889 L 2.08333E-7 -7.40741E-7 " pathEditMode="relative" rAng="0" ptsTypes="AA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12" grpId="0"/>
      <p:bldP spid="12" grpId="1"/>
      <p:bldP spid="2" grpId="0" animBg="1"/>
      <p:bldP spid="2" grpId="1" animBg="1"/>
      <p:bldP spid="3" grpId="0" animBg="1"/>
      <p:bldP spid="3" grpId="1" animBg="1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8" grpId="0" animBg="1"/>
      <p:bldP spid="8" grpId="1" animBg="1"/>
      <p:bldP spid="9" grpId="0" animBg="1"/>
      <p:bldP spid="9" grpId="1" animBg="1"/>
      <p:bldP spid="10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500"/>
                  </p:stCondLst>
                  <p:childTnLst>
                    <p:animMotion origin="layout" path="M 2.08333E-7 0.03889 L 2.08333E-7 -7.40741E-7 " pathEditMode="relative" rAng="0" ptsTypes="AA">
                      <p:cBhvr>
                        <p:cTn dur="500" fill="hold"/>
                        <p:tgtEl>
                          <p:spTgt spid="10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-1944"/>
                    </p:animMotion>
                  </p:childTnLst>
                </p:cTn>
              </p:par>
            </p:tnLst>
          </p:tmpl>
        </p:tmplLst>
      </p:bldP>
      <p:bldP spid="11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500"/>
                  </p:stCondLst>
                  <p:childTnLst>
                    <p:animMotion origin="layout" path="M 2.08333E-7 0.03889 L 2.08333E-7 -7.40741E-7 " pathEditMode="relative" rAng="0" ptsTypes="AA">
                      <p:cBhvr>
                        <p:cTn dur="500" fill="hold"/>
                        <p:tgtEl>
                          <p:spTgt spid="11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-1944"/>
                    </p:animMotion>
                  </p:childTnLst>
                </p:cTn>
              </p:par>
            </p:tnLst>
          </p:tmpl>
        </p:tmplLst>
      </p:bldP>
      <p:bldP spid="13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500"/>
                  </p:stCondLst>
                  <p:childTnLst>
                    <p:animMotion origin="layout" path="M 2.08333E-7 0.03889 L 2.08333E-7 -7.40741E-7 " pathEditMode="relative" rAng="0" ptsTypes="AA">
                      <p:cBhvr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-1944"/>
                    </p:animMotion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2" orient="horz" pos="318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oorstellen 1 pers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EC4E4988-42E3-8CD7-CE02-66F5C6966A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447" r="7107" b="1422"/>
          <a:stretch/>
        </p:blipFill>
        <p:spPr>
          <a:xfrm>
            <a:off x="10537160" y="0"/>
            <a:ext cx="1652839" cy="6858000"/>
          </a:xfrm>
          <a:prstGeom prst="rect">
            <a:avLst/>
          </a:prstGeom>
        </p:spPr>
      </p:pic>
      <p:sp>
        <p:nvSpPr>
          <p:cNvPr id="60" name="Vrije vorm: vorm 59">
            <a:extLst>
              <a:ext uri="{FF2B5EF4-FFF2-40B4-BE49-F238E27FC236}">
                <a16:creationId xmlns:a16="http://schemas.microsoft.com/office/drawing/2014/main" id="{80F442F8-8935-2B0E-99DC-37F3C1DF5FB6}"/>
              </a:ext>
            </a:extLst>
          </p:cNvPr>
          <p:cNvSpPr/>
          <p:nvPr/>
        </p:nvSpPr>
        <p:spPr>
          <a:xfrm>
            <a:off x="10569055" y="6490550"/>
            <a:ext cx="211113" cy="146931"/>
          </a:xfrm>
          <a:custGeom>
            <a:avLst/>
            <a:gdLst>
              <a:gd name="connsiteX0" fmla="*/ 0 w 211113"/>
              <a:gd name="connsiteY0" fmla="*/ 109374 h 146931"/>
              <a:gd name="connsiteX1" fmla="*/ 91725 w 211113"/>
              <a:gd name="connsiteY1" fmla="*/ 49466 h 146931"/>
              <a:gd name="connsiteX2" fmla="*/ 189435 w 211113"/>
              <a:gd name="connsiteY2" fmla="*/ 0 h 146931"/>
              <a:gd name="connsiteX3" fmla="*/ 211114 w 211113"/>
              <a:gd name="connsiteY3" fmla="*/ 37496 h 146931"/>
              <a:gd name="connsiteX4" fmla="*/ 119389 w 211113"/>
              <a:gd name="connsiteY4" fmla="*/ 97405 h 146931"/>
              <a:gd name="connsiteX5" fmla="*/ 21679 w 211113"/>
              <a:gd name="connsiteY5" fmla="*/ 146931 h 146931"/>
              <a:gd name="connsiteX6" fmla="*/ 0 w 211113"/>
              <a:gd name="connsiteY6" fmla="*/ 109374 h 146931"/>
              <a:gd name="connsiteX7" fmla="*/ 0 w 211113"/>
              <a:gd name="connsiteY7" fmla="*/ 109374 h 146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113" h="146931">
                <a:moveTo>
                  <a:pt x="0" y="109374"/>
                </a:moveTo>
                <a:cubicBezTo>
                  <a:pt x="0" y="109374"/>
                  <a:pt x="40550" y="79023"/>
                  <a:pt x="91725" y="49466"/>
                </a:cubicBezTo>
                <a:cubicBezTo>
                  <a:pt x="142900" y="19908"/>
                  <a:pt x="189435" y="0"/>
                  <a:pt x="189435" y="0"/>
                </a:cubicBezTo>
                <a:lnTo>
                  <a:pt x="211114" y="37496"/>
                </a:lnTo>
                <a:cubicBezTo>
                  <a:pt x="211114" y="37496"/>
                  <a:pt x="170564" y="67847"/>
                  <a:pt x="119389" y="97405"/>
                </a:cubicBezTo>
                <a:cubicBezTo>
                  <a:pt x="68214" y="126962"/>
                  <a:pt x="21679" y="146931"/>
                  <a:pt x="21679" y="146931"/>
                </a:cubicBezTo>
                <a:lnTo>
                  <a:pt x="0" y="109374"/>
                </a:lnTo>
                <a:lnTo>
                  <a:pt x="0" y="109374"/>
                </a:lnTo>
                <a:close/>
              </a:path>
            </a:pathLst>
          </a:custGeom>
          <a:solidFill>
            <a:srgbClr val="B3C1AF"/>
          </a:solidFill>
          <a:ln w="609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7443A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5" name="Vrije vorm: vorm 64">
            <a:extLst>
              <a:ext uri="{FF2B5EF4-FFF2-40B4-BE49-F238E27FC236}">
                <a16:creationId xmlns:a16="http://schemas.microsoft.com/office/drawing/2014/main" id="{E96D576B-27B8-BB59-305C-024659B3A543}"/>
              </a:ext>
            </a:extLst>
          </p:cNvPr>
          <p:cNvSpPr/>
          <p:nvPr/>
        </p:nvSpPr>
        <p:spPr>
          <a:xfrm>
            <a:off x="10836413" y="6564076"/>
            <a:ext cx="55389" cy="218747"/>
          </a:xfrm>
          <a:custGeom>
            <a:avLst/>
            <a:gdLst>
              <a:gd name="connsiteX0" fmla="*/ 49343 w 55389"/>
              <a:gd name="connsiteY0" fmla="*/ 0 h 218747"/>
              <a:gd name="connsiteX1" fmla="*/ 55389 w 55389"/>
              <a:gd name="connsiteY1" fmla="*/ 109374 h 218747"/>
              <a:gd name="connsiteX2" fmla="*/ 49343 w 55389"/>
              <a:gd name="connsiteY2" fmla="*/ 218747 h 218747"/>
              <a:gd name="connsiteX3" fmla="*/ 6046 w 55389"/>
              <a:gd name="connsiteY3" fmla="*/ 218747 h 218747"/>
              <a:gd name="connsiteX4" fmla="*/ 0 w 55389"/>
              <a:gd name="connsiteY4" fmla="*/ 109374 h 218747"/>
              <a:gd name="connsiteX5" fmla="*/ 6046 w 55389"/>
              <a:gd name="connsiteY5" fmla="*/ 0 h 218747"/>
              <a:gd name="connsiteX6" fmla="*/ 49343 w 55389"/>
              <a:gd name="connsiteY6" fmla="*/ 0 h 218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389" h="218747">
                <a:moveTo>
                  <a:pt x="49343" y="0"/>
                </a:moveTo>
                <a:cubicBezTo>
                  <a:pt x="49343" y="0"/>
                  <a:pt x="55389" y="50259"/>
                  <a:pt x="55389" y="109374"/>
                </a:cubicBezTo>
                <a:cubicBezTo>
                  <a:pt x="55389" y="168488"/>
                  <a:pt x="49343" y="218747"/>
                  <a:pt x="49343" y="218747"/>
                </a:cubicBezTo>
                <a:lnTo>
                  <a:pt x="6046" y="218747"/>
                </a:lnTo>
                <a:cubicBezTo>
                  <a:pt x="6046" y="218747"/>
                  <a:pt x="0" y="168488"/>
                  <a:pt x="0" y="109374"/>
                </a:cubicBezTo>
                <a:cubicBezTo>
                  <a:pt x="0" y="50259"/>
                  <a:pt x="6046" y="0"/>
                  <a:pt x="6046" y="0"/>
                </a:cubicBezTo>
                <a:lnTo>
                  <a:pt x="49343" y="0"/>
                </a:lnTo>
                <a:close/>
              </a:path>
            </a:pathLst>
          </a:custGeom>
          <a:solidFill>
            <a:srgbClr val="B3C1AF"/>
          </a:solidFill>
          <a:ln w="609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7443A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6" name="Vrije vorm: vorm 65">
            <a:extLst>
              <a:ext uri="{FF2B5EF4-FFF2-40B4-BE49-F238E27FC236}">
                <a16:creationId xmlns:a16="http://schemas.microsoft.com/office/drawing/2014/main" id="{7DCD85D2-6957-A7A0-3F86-0C69141418B4}"/>
              </a:ext>
            </a:extLst>
          </p:cNvPr>
          <p:cNvSpPr/>
          <p:nvPr/>
        </p:nvSpPr>
        <p:spPr>
          <a:xfrm>
            <a:off x="11594395" y="6564076"/>
            <a:ext cx="55389" cy="218747"/>
          </a:xfrm>
          <a:custGeom>
            <a:avLst/>
            <a:gdLst>
              <a:gd name="connsiteX0" fmla="*/ 49343 w 55389"/>
              <a:gd name="connsiteY0" fmla="*/ 0 h 218747"/>
              <a:gd name="connsiteX1" fmla="*/ 55389 w 55389"/>
              <a:gd name="connsiteY1" fmla="*/ 109374 h 218747"/>
              <a:gd name="connsiteX2" fmla="*/ 49343 w 55389"/>
              <a:gd name="connsiteY2" fmla="*/ 218747 h 218747"/>
              <a:gd name="connsiteX3" fmla="*/ 6046 w 55389"/>
              <a:gd name="connsiteY3" fmla="*/ 218747 h 218747"/>
              <a:gd name="connsiteX4" fmla="*/ 0 w 55389"/>
              <a:gd name="connsiteY4" fmla="*/ 109374 h 218747"/>
              <a:gd name="connsiteX5" fmla="*/ 6046 w 55389"/>
              <a:gd name="connsiteY5" fmla="*/ 0 h 218747"/>
              <a:gd name="connsiteX6" fmla="*/ 49343 w 55389"/>
              <a:gd name="connsiteY6" fmla="*/ 0 h 218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389" h="218747">
                <a:moveTo>
                  <a:pt x="49343" y="0"/>
                </a:moveTo>
                <a:cubicBezTo>
                  <a:pt x="49343" y="0"/>
                  <a:pt x="55389" y="50259"/>
                  <a:pt x="55389" y="109374"/>
                </a:cubicBezTo>
                <a:cubicBezTo>
                  <a:pt x="55389" y="168488"/>
                  <a:pt x="49343" y="218747"/>
                  <a:pt x="49343" y="218747"/>
                </a:cubicBezTo>
                <a:lnTo>
                  <a:pt x="6046" y="218747"/>
                </a:lnTo>
                <a:cubicBezTo>
                  <a:pt x="6046" y="218747"/>
                  <a:pt x="0" y="168488"/>
                  <a:pt x="0" y="109374"/>
                </a:cubicBezTo>
                <a:cubicBezTo>
                  <a:pt x="0" y="50259"/>
                  <a:pt x="6046" y="0"/>
                  <a:pt x="6046" y="0"/>
                </a:cubicBezTo>
                <a:lnTo>
                  <a:pt x="49343" y="0"/>
                </a:lnTo>
                <a:close/>
              </a:path>
            </a:pathLst>
          </a:custGeom>
          <a:solidFill>
            <a:srgbClr val="B3C1AF"/>
          </a:solidFill>
          <a:ln w="609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7443A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7" name="Vrije vorm: vorm 66">
            <a:extLst>
              <a:ext uri="{FF2B5EF4-FFF2-40B4-BE49-F238E27FC236}">
                <a16:creationId xmlns:a16="http://schemas.microsoft.com/office/drawing/2014/main" id="{B368D2B6-3A5D-A391-F5FD-ABC3AA766332}"/>
              </a:ext>
            </a:extLst>
          </p:cNvPr>
          <p:cNvSpPr/>
          <p:nvPr/>
        </p:nvSpPr>
        <p:spPr>
          <a:xfrm>
            <a:off x="10569055" y="6709420"/>
            <a:ext cx="211113" cy="146869"/>
          </a:xfrm>
          <a:custGeom>
            <a:avLst/>
            <a:gdLst>
              <a:gd name="connsiteX0" fmla="*/ 21679 w 211113"/>
              <a:gd name="connsiteY0" fmla="*/ 0 h 146869"/>
              <a:gd name="connsiteX1" fmla="*/ 119389 w 211113"/>
              <a:gd name="connsiteY1" fmla="*/ 49465 h 146869"/>
              <a:gd name="connsiteX2" fmla="*/ 211114 w 211113"/>
              <a:gd name="connsiteY2" fmla="*/ 109373 h 146869"/>
              <a:gd name="connsiteX3" fmla="*/ 189435 w 211113"/>
              <a:gd name="connsiteY3" fmla="*/ 146869 h 146869"/>
              <a:gd name="connsiteX4" fmla="*/ 91725 w 211113"/>
              <a:gd name="connsiteY4" fmla="*/ 97404 h 146869"/>
              <a:gd name="connsiteX5" fmla="*/ 0 w 211113"/>
              <a:gd name="connsiteY5" fmla="*/ 37496 h 146869"/>
              <a:gd name="connsiteX6" fmla="*/ 21679 w 211113"/>
              <a:gd name="connsiteY6" fmla="*/ 0 h 146869"/>
              <a:gd name="connsiteX7" fmla="*/ 21679 w 211113"/>
              <a:gd name="connsiteY7" fmla="*/ 0 h 146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113" h="146869">
                <a:moveTo>
                  <a:pt x="21679" y="0"/>
                </a:moveTo>
                <a:cubicBezTo>
                  <a:pt x="21679" y="0"/>
                  <a:pt x="68214" y="19908"/>
                  <a:pt x="119389" y="49465"/>
                </a:cubicBezTo>
                <a:cubicBezTo>
                  <a:pt x="170564" y="79022"/>
                  <a:pt x="211114" y="109373"/>
                  <a:pt x="211114" y="109373"/>
                </a:cubicBezTo>
                <a:lnTo>
                  <a:pt x="189435" y="146869"/>
                </a:lnTo>
                <a:cubicBezTo>
                  <a:pt x="189435" y="146869"/>
                  <a:pt x="142900" y="126961"/>
                  <a:pt x="91725" y="97404"/>
                </a:cubicBezTo>
                <a:cubicBezTo>
                  <a:pt x="40550" y="67847"/>
                  <a:pt x="0" y="37496"/>
                  <a:pt x="0" y="37496"/>
                </a:cubicBezTo>
                <a:lnTo>
                  <a:pt x="21679" y="0"/>
                </a:lnTo>
                <a:lnTo>
                  <a:pt x="21679" y="0"/>
                </a:lnTo>
                <a:close/>
              </a:path>
            </a:pathLst>
          </a:custGeom>
          <a:solidFill>
            <a:srgbClr val="B3C1AF"/>
          </a:solidFill>
          <a:ln w="609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7443A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8" name="Vrije vorm: vorm 67">
            <a:extLst>
              <a:ext uri="{FF2B5EF4-FFF2-40B4-BE49-F238E27FC236}">
                <a16:creationId xmlns:a16="http://schemas.microsoft.com/office/drawing/2014/main" id="{C322E5BE-FA87-B400-4F08-161076336E3C}"/>
              </a:ext>
            </a:extLst>
          </p:cNvPr>
          <p:cNvSpPr/>
          <p:nvPr/>
        </p:nvSpPr>
        <p:spPr>
          <a:xfrm>
            <a:off x="11334793" y="6709420"/>
            <a:ext cx="211114" cy="146869"/>
          </a:xfrm>
          <a:custGeom>
            <a:avLst/>
            <a:gdLst>
              <a:gd name="connsiteX0" fmla="*/ 21679 w 211114"/>
              <a:gd name="connsiteY0" fmla="*/ 0 h 146869"/>
              <a:gd name="connsiteX1" fmla="*/ 119389 w 211114"/>
              <a:gd name="connsiteY1" fmla="*/ 49465 h 146869"/>
              <a:gd name="connsiteX2" fmla="*/ 211114 w 211114"/>
              <a:gd name="connsiteY2" fmla="*/ 109373 h 146869"/>
              <a:gd name="connsiteX3" fmla="*/ 189435 w 211114"/>
              <a:gd name="connsiteY3" fmla="*/ 146869 h 146869"/>
              <a:gd name="connsiteX4" fmla="*/ 91725 w 211114"/>
              <a:gd name="connsiteY4" fmla="*/ 97404 h 146869"/>
              <a:gd name="connsiteX5" fmla="*/ 0 w 211114"/>
              <a:gd name="connsiteY5" fmla="*/ 37496 h 146869"/>
              <a:gd name="connsiteX6" fmla="*/ 21679 w 211114"/>
              <a:gd name="connsiteY6" fmla="*/ 0 h 146869"/>
              <a:gd name="connsiteX7" fmla="*/ 21679 w 211114"/>
              <a:gd name="connsiteY7" fmla="*/ 0 h 146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114" h="146869">
                <a:moveTo>
                  <a:pt x="21679" y="0"/>
                </a:moveTo>
                <a:cubicBezTo>
                  <a:pt x="21679" y="0"/>
                  <a:pt x="68214" y="19908"/>
                  <a:pt x="119389" y="49465"/>
                </a:cubicBezTo>
                <a:cubicBezTo>
                  <a:pt x="170565" y="79022"/>
                  <a:pt x="211114" y="109373"/>
                  <a:pt x="211114" y="109373"/>
                </a:cubicBezTo>
                <a:lnTo>
                  <a:pt x="189435" y="146869"/>
                </a:lnTo>
                <a:cubicBezTo>
                  <a:pt x="189435" y="146869"/>
                  <a:pt x="142900" y="126961"/>
                  <a:pt x="91725" y="97404"/>
                </a:cubicBezTo>
                <a:cubicBezTo>
                  <a:pt x="40550" y="67847"/>
                  <a:pt x="0" y="37496"/>
                  <a:pt x="0" y="37496"/>
                </a:cubicBezTo>
                <a:lnTo>
                  <a:pt x="21679" y="0"/>
                </a:lnTo>
                <a:lnTo>
                  <a:pt x="21679" y="0"/>
                </a:lnTo>
                <a:close/>
              </a:path>
            </a:pathLst>
          </a:custGeom>
          <a:solidFill>
            <a:srgbClr val="B3C1AF"/>
          </a:solidFill>
          <a:ln w="609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7443A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09" name="Vrije vorm: vorm 108">
            <a:extLst>
              <a:ext uri="{FF2B5EF4-FFF2-40B4-BE49-F238E27FC236}">
                <a16:creationId xmlns:a16="http://schemas.microsoft.com/office/drawing/2014/main" id="{1934DC5B-5A8D-7C19-2C0D-B86021336972}"/>
              </a:ext>
            </a:extLst>
          </p:cNvPr>
          <p:cNvSpPr/>
          <p:nvPr/>
        </p:nvSpPr>
        <p:spPr>
          <a:xfrm>
            <a:off x="10948046" y="6490611"/>
            <a:ext cx="211113" cy="146931"/>
          </a:xfrm>
          <a:custGeom>
            <a:avLst/>
            <a:gdLst>
              <a:gd name="connsiteX0" fmla="*/ 21679 w 211113"/>
              <a:gd name="connsiteY0" fmla="*/ 0 h 146931"/>
              <a:gd name="connsiteX1" fmla="*/ 119389 w 211113"/>
              <a:gd name="connsiteY1" fmla="*/ 49465 h 146931"/>
              <a:gd name="connsiteX2" fmla="*/ 211114 w 211113"/>
              <a:gd name="connsiteY2" fmla="*/ 109374 h 146931"/>
              <a:gd name="connsiteX3" fmla="*/ 189435 w 211113"/>
              <a:gd name="connsiteY3" fmla="*/ 146931 h 146931"/>
              <a:gd name="connsiteX4" fmla="*/ 91725 w 211113"/>
              <a:gd name="connsiteY4" fmla="*/ 97405 h 146931"/>
              <a:gd name="connsiteX5" fmla="*/ 0 w 211113"/>
              <a:gd name="connsiteY5" fmla="*/ 37496 h 146931"/>
              <a:gd name="connsiteX6" fmla="*/ 21679 w 211113"/>
              <a:gd name="connsiteY6" fmla="*/ 0 h 146931"/>
              <a:gd name="connsiteX7" fmla="*/ 21679 w 211113"/>
              <a:gd name="connsiteY7" fmla="*/ 0 h 146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113" h="146931">
                <a:moveTo>
                  <a:pt x="21679" y="0"/>
                </a:moveTo>
                <a:cubicBezTo>
                  <a:pt x="21679" y="0"/>
                  <a:pt x="68214" y="19908"/>
                  <a:pt x="119389" y="49465"/>
                </a:cubicBezTo>
                <a:cubicBezTo>
                  <a:pt x="170564" y="79023"/>
                  <a:pt x="211114" y="109374"/>
                  <a:pt x="211114" y="109374"/>
                </a:cubicBezTo>
                <a:lnTo>
                  <a:pt x="189435" y="146931"/>
                </a:lnTo>
                <a:cubicBezTo>
                  <a:pt x="189435" y="146931"/>
                  <a:pt x="142900" y="126962"/>
                  <a:pt x="91725" y="97405"/>
                </a:cubicBezTo>
                <a:cubicBezTo>
                  <a:pt x="40549" y="67847"/>
                  <a:pt x="0" y="37496"/>
                  <a:pt x="0" y="37496"/>
                </a:cubicBezTo>
                <a:lnTo>
                  <a:pt x="21679" y="0"/>
                </a:lnTo>
                <a:lnTo>
                  <a:pt x="21679" y="0"/>
                </a:lnTo>
                <a:close/>
              </a:path>
            </a:pathLst>
          </a:custGeom>
          <a:solidFill>
            <a:srgbClr val="B3C1AF"/>
          </a:solidFill>
          <a:ln w="609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7443A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10" name="Vrije vorm: vorm 109">
            <a:extLst>
              <a:ext uri="{FF2B5EF4-FFF2-40B4-BE49-F238E27FC236}">
                <a16:creationId xmlns:a16="http://schemas.microsoft.com/office/drawing/2014/main" id="{CFCF2D7A-E397-3551-9172-D24144B5B76A}"/>
              </a:ext>
            </a:extLst>
          </p:cNvPr>
          <p:cNvSpPr/>
          <p:nvPr/>
        </p:nvSpPr>
        <p:spPr>
          <a:xfrm>
            <a:off x="11705968" y="6490611"/>
            <a:ext cx="211114" cy="146931"/>
          </a:xfrm>
          <a:custGeom>
            <a:avLst/>
            <a:gdLst>
              <a:gd name="connsiteX0" fmla="*/ 21679 w 211114"/>
              <a:gd name="connsiteY0" fmla="*/ 0 h 146931"/>
              <a:gd name="connsiteX1" fmla="*/ 119389 w 211114"/>
              <a:gd name="connsiteY1" fmla="*/ 49465 h 146931"/>
              <a:gd name="connsiteX2" fmla="*/ 211114 w 211114"/>
              <a:gd name="connsiteY2" fmla="*/ 109374 h 146931"/>
              <a:gd name="connsiteX3" fmla="*/ 189435 w 211114"/>
              <a:gd name="connsiteY3" fmla="*/ 146931 h 146931"/>
              <a:gd name="connsiteX4" fmla="*/ 91725 w 211114"/>
              <a:gd name="connsiteY4" fmla="*/ 97405 h 146931"/>
              <a:gd name="connsiteX5" fmla="*/ 0 w 211114"/>
              <a:gd name="connsiteY5" fmla="*/ 37496 h 146931"/>
              <a:gd name="connsiteX6" fmla="*/ 21679 w 211114"/>
              <a:gd name="connsiteY6" fmla="*/ 0 h 146931"/>
              <a:gd name="connsiteX7" fmla="*/ 21679 w 211114"/>
              <a:gd name="connsiteY7" fmla="*/ 0 h 146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114" h="146931">
                <a:moveTo>
                  <a:pt x="21679" y="0"/>
                </a:moveTo>
                <a:cubicBezTo>
                  <a:pt x="21679" y="0"/>
                  <a:pt x="68214" y="19908"/>
                  <a:pt x="119389" y="49465"/>
                </a:cubicBezTo>
                <a:cubicBezTo>
                  <a:pt x="170565" y="79023"/>
                  <a:pt x="211114" y="109374"/>
                  <a:pt x="211114" y="109374"/>
                </a:cubicBezTo>
                <a:lnTo>
                  <a:pt x="189435" y="146931"/>
                </a:lnTo>
                <a:cubicBezTo>
                  <a:pt x="189435" y="146931"/>
                  <a:pt x="142900" y="126962"/>
                  <a:pt x="91725" y="97405"/>
                </a:cubicBezTo>
                <a:cubicBezTo>
                  <a:pt x="40550" y="67847"/>
                  <a:pt x="0" y="37496"/>
                  <a:pt x="0" y="37496"/>
                </a:cubicBezTo>
                <a:lnTo>
                  <a:pt x="21679" y="0"/>
                </a:lnTo>
                <a:lnTo>
                  <a:pt x="21679" y="0"/>
                </a:lnTo>
                <a:close/>
              </a:path>
            </a:pathLst>
          </a:custGeom>
          <a:solidFill>
            <a:srgbClr val="B3C1AF"/>
          </a:solidFill>
          <a:ln w="609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7443A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11" name="Vrije vorm: vorm 110">
            <a:extLst>
              <a:ext uri="{FF2B5EF4-FFF2-40B4-BE49-F238E27FC236}">
                <a16:creationId xmlns:a16="http://schemas.microsoft.com/office/drawing/2014/main" id="{C6DA3CCA-6007-B9B1-E9D9-2F10CBB38653}"/>
              </a:ext>
            </a:extLst>
          </p:cNvPr>
          <p:cNvSpPr/>
          <p:nvPr/>
        </p:nvSpPr>
        <p:spPr>
          <a:xfrm>
            <a:off x="10948046" y="6709420"/>
            <a:ext cx="211113" cy="146869"/>
          </a:xfrm>
          <a:custGeom>
            <a:avLst/>
            <a:gdLst>
              <a:gd name="connsiteX0" fmla="*/ 0 w 211113"/>
              <a:gd name="connsiteY0" fmla="*/ 109373 h 146869"/>
              <a:gd name="connsiteX1" fmla="*/ 91725 w 211113"/>
              <a:gd name="connsiteY1" fmla="*/ 49465 h 146869"/>
              <a:gd name="connsiteX2" fmla="*/ 189435 w 211113"/>
              <a:gd name="connsiteY2" fmla="*/ 0 h 146869"/>
              <a:gd name="connsiteX3" fmla="*/ 211114 w 211113"/>
              <a:gd name="connsiteY3" fmla="*/ 37496 h 146869"/>
              <a:gd name="connsiteX4" fmla="*/ 119389 w 211113"/>
              <a:gd name="connsiteY4" fmla="*/ 97404 h 146869"/>
              <a:gd name="connsiteX5" fmla="*/ 21679 w 211113"/>
              <a:gd name="connsiteY5" fmla="*/ 146869 h 146869"/>
              <a:gd name="connsiteX6" fmla="*/ 0 w 211113"/>
              <a:gd name="connsiteY6" fmla="*/ 109373 h 146869"/>
              <a:gd name="connsiteX7" fmla="*/ 0 w 211113"/>
              <a:gd name="connsiteY7" fmla="*/ 109373 h 146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113" h="146869">
                <a:moveTo>
                  <a:pt x="0" y="109373"/>
                </a:moveTo>
                <a:cubicBezTo>
                  <a:pt x="0" y="109373"/>
                  <a:pt x="40549" y="79022"/>
                  <a:pt x="91725" y="49465"/>
                </a:cubicBezTo>
                <a:cubicBezTo>
                  <a:pt x="142900" y="19908"/>
                  <a:pt x="189435" y="0"/>
                  <a:pt x="189435" y="0"/>
                </a:cubicBezTo>
                <a:lnTo>
                  <a:pt x="211114" y="37496"/>
                </a:lnTo>
                <a:cubicBezTo>
                  <a:pt x="211114" y="37496"/>
                  <a:pt x="170564" y="67847"/>
                  <a:pt x="119389" y="97404"/>
                </a:cubicBezTo>
                <a:cubicBezTo>
                  <a:pt x="68214" y="126961"/>
                  <a:pt x="21679" y="146869"/>
                  <a:pt x="21679" y="146869"/>
                </a:cubicBezTo>
                <a:lnTo>
                  <a:pt x="0" y="109373"/>
                </a:lnTo>
                <a:lnTo>
                  <a:pt x="0" y="109373"/>
                </a:lnTo>
                <a:close/>
              </a:path>
            </a:pathLst>
          </a:custGeom>
          <a:solidFill>
            <a:srgbClr val="B3C1AF"/>
          </a:solidFill>
          <a:ln w="609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7443A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12" name="Vrije vorm: vorm 111">
            <a:extLst>
              <a:ext uri="{FF2B5EF4-FFF2-40B4-BE49-F238E27FC236}">
                <a16:creationId xmlns:a16="http://schemas.microsoft.com/office/drawing/2014/main" id="{C36F089E-130F-CF6E-0A72-73590615A0B2}"/>
              </a:ext>
            </a:extLst>
          </p:cNvPr>
          <p:cNvSpPr/>
          <p:nvPr/>
        </p:nvSpPr>
        <p:spPr>
          <a:xfrm>
            <a:off x="11706029" y="6709420"/>
            <a:ext cx="211114" cy="146869"/>
          </a:xfrm>
          <a:custGeom>
            <a:avLst/>
            <a:gdLst>
              <a:gd name="connsiteX0" fmla="*/ 0 w 211114"/>
              <a:gd name="connsiteY0" fmla="*/ 109373 h 146869"/>
              <a:gd name="connsiteX1" fmla="*/ 91725 w 211114"/>
              <a:gd name="connsiteY1" fmla="*/ 49465 h 146869"/>
              <a:gd name="connsiteX2" fmla="*/ 189435 w 211114"/>
              <a:gd name="connsiteY2" fmla="*/ 0 h 146869"/>
              <a:gd name="connsiteX3" fmla="*/ 211114 w 211114"/>
              <a:gd name="connsiteY3" fmla="*/ 37496 h 146869"/>
              <a:gd name="connsiteX4" fmla="*/ 119389 w 211114"/>
              <a:gd name="connsiteY4" fmla="*/ 97404 h 146869"/>
              <a:gd name="connsiteX5" fmla="*/ 21679 w 211114"/>
              <a:gd name="connsiteY5" fmla="*/ 146869 h 146869"/>
              <a:gd name="connsiteX6" fmla="*/ 0 w 211114"/>
              <a:gd name="connsiteY6" fmla="*/ 109373 h 146869"/>
              <a:gd name="connsiteX7" fmla="*/ 0 w 211114"/>
              <a:gd name="connsiteY7" fmla="*/ 109373 h 146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114" h="146869">
                <a:moveTo>
                  <a:pt x="0" y="109373"/>
                </a:moveTo>
                <a:cubicBezTo>
                  <a:pt x="0" y="109373"/>
                  <a:pt x="40550" y="79022"/>
                  <a:pt x="91725" y="49465"/>
                </a:cubicBezTo>
                <a:cubicBezTo>
                  <a:pt x="142900" y="19908"/>
                  <a:pt x="189435" y="0"/>
                  <a:pt x="189435" y="0"/>
                </a:cubicBezTo>
                <a:lnTo>
                  <a:pt x="211114" y="37496"/>
                </a:lnTo>
                <a:cubicBezTo>
                  <a:pt x="211114" y="37496"/>
                  <a:pt x="170565" y="67847"/>
                  <a:pt x="119389" y="97404"/>
                </a:cubicBezTo>
                <a:cubicBezTo>
                  <a:pt x="68214" y="126961"/>
                  <a:pt x="21679" y="146869"/>
                  <a:pt x="21679" y="146869"/>
                </a:cubicBezTo>
                <a:lnTo>
                  <a:pt x="0" y="109373"/>
                </a:lnTo>
                <a:lnTo>
                  <a:pt x="0" y="109373"/>
                </a:lnTo>
                <a:close/>
              </a:path>
            </a:pathLst>
          </a:custGeom>
          <a:solidFill>
            <a:srgbClr val="B3C1AF"/>
          </a:solidFill>
          <a:ln w="609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7443A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14" name="Vrije vorm: vorm 113">
            <a:extLst>
              <a:ext uri="{FF2B5EF4-FFF2-40B4-BE49-F238E27FC236}">
                <a16:creationId xmlns:a16="http://schemas.microsoft.com/office/drawing/2014/main" id="{DF14DD5D-C13C-BF8D-79AD-A8EB42B1B0D9}"/>
              </a:ext>
            </a:extLst>
          </p:cNvPr>
          <p:cNvSpPr/>
          <p:nvPr/>
        </p:nvSpPr>
        <p:spPr>
          <a:xfrm>
            <a:off x="11215404" y="6345268"/>
            <a:ext cx="55389" cy="218747"/>
          </a:xfrm>
          <a:custGeom>
            <a:avLst/>
            <a:gdLst>
              <a:gd name="connsiteX0" fmla="*/ 49343 w 55389"/>
              <a:gd name="connsiteY0" fmla="*/ 0 h 218747"/>
              <a:gd name="connsiteX1" fmla="*/ 55389 w 55389"/>
              <a:gd name="connsiteY1" fmla="*/ 109373 h 218747"/>
              <a:gd name="connsiteX2" fmla="*/ 49343 w 55389"/>
              <a:gd name="connsiteY2" fmla="*/ 218747 h 218747"/>
              <a:gd name="connsiteX3" fmla="*/ 6046 w 55389"/>
              <a:gd name="connsiteY3" fmla="*/ 218747 h 218747"/>
              <a:gd name="connsiteX4" fmla="*/ 0 w 55389"/>
              <a:gd name="connsiteY4" fmla="*/ 109373 h 218747"/>
              <a:gd name="connsiteX5" fmla="*/ 6046 w 55389"/>
              <a:gd name="connsiteY5" fmla="*/ 0 h 218747"/>
              <a:gd name="connsiteX6" fmla="*/ 49343 w 55389"/>
              <a:gd name="connsiteY6" fmla="*/ 0 h 218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389" h="218747">
                <a:moveTo>
                  <a:pt x="49343" y="0"/>
                </a:moveTo>
                <a:cubicBezTo>
                  <a:pt x="49343" y="0"/>
                  <a:pt x="55389" y="50320"/>
                  <a:pt x="55389" y="109373"/>
                </a:cubicBezTo>
                <a:cubicBezTo>
                  <a:pt x="55389" y="168427"/>
                  <a:pt x="49343" y="218747"/>
                  <a:pt x="49343" y="218747"/>
                </a:cubicBezTo>
                <a:lnTo>
                  <a:pt x="6046" y="218747"/>
                </a:lnTo>
                <a:cubicBezTo>
                  <a:pt x="6046" y="218747"/>
                  <a:pt x="0" y="168488"/>
                  <a:pt x="0" y="109373"/>
                </a:cubicBezTo>
                <a:cubicBezTo>
                  <a:pt x="0" y="50259"/>
                  <a:pt x="6046" y="0"/>
                  <a:pt x="6046" y="0"/>
                </a:cubicBezTo>
                <a:lnTo>
                  <a:pt x="49343" y="0"/>
                </a:lnTo>
                <a:close/>
              </a:path>
            </a:pathLst>
          </a:custGeom>
          <a:solidFill>
            <a:srgbClr val="B3C1AF"/>
          </a:solidFill>
          <a:ln w="609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7443A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58" name="Vrije vorm: vorm 157">
            <a:extLst>
              <a:ext uri="{FF2B5EF4-FFF2-40B4-BE49-F238E27FC236}">
                <a16:creationId xmlns:a16="http://schemas.microsoft.com/office/drawing/2014/main" id="{E62DEEFA-9676-849E-0A16-DEDCCA40B3C5}"/>
              </a:ext>
            </a:extLst>
          </p:cNvPr>
          <p:cNvSpPr/>
          <p:nvPr/>
        </p:nvSpPr>
        <p:spPr>
          <a:xfrm>
            <a:off x="11327037" y="6490550"/>
            <a:ext cx="211113" cy="146931"/>
          </a:xfrm>
          <a:custGeom>
            <a:avLst/>
            <a:gdLst>
              <a:gd name="connsiteX0" fmla="*/ 0 w 211113"/>
              <a:gd name="connsiteY0" fmla="*/ 109374 h 146931"/>
              <a:gd name="connsiteX1" fmla="*/ 91725 w 211113"/>
              <a:gd name="connsiteY1" fmla="*/ 49466 h 146931"/>
              <a:gd name="connsiteX2" fmla="*/ 189435 w 211113"/>
              <a:gd name="connsiteY2" fmla="*/ 0 h 146931"/>
              <a:gd name="connsiteX3" fmla="*/ 211114 w 211113"/>
              <a:gd name="connsiteY3" fmla="*/ 37496 h 146931"/>
              <a:gd name="connsiteX4" fmla="*/ 119389 w 211113"/>
              <a:gd name="connsiteY4" fmla="*/ 97405 h 146931"/>
              <a:gd name="connsiteX5" fmla="*/ 21679 w 211113"/>
              <a:gd name="connsiteY5" fmla="*/ 146931 h 146931"/>
              <a:gd name="connsiteX6" fmla="*/ 0 w 211113"/>
              <a:gd name="connsiteY6" fmla="*/ 109374 h 146931"/>
              <a:gd name="connsiteX7" fmla="*/ 0 w 211113"/>
              <a:gd name="connsiteY7" fmla="*/ 109374 h 146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113" h="146931">
                <a:moveTo>
                  <a:pt x="0" y="109374"/>
                </a:moveTo>
                <a:cubicBezTo>
                  <a:pt x="0" y="109374"/>
                  <a:pt x="40549" y="79023"/>
                  <a:pt x="91725" y="49466"/>
                </a:cubicBezTo>
                <a:cubicBezTo>
                  <a:pt x="142900" y="19908"/>
                  <a:pt x="189435" y="0"/>
                  <a:pt x="189435" y="0"/>
                </a:cubicBezTo>
                <a:lnTo>
                  <a:pt x="211114" y="37496"/>
                </a:lnTo>
                <a:cubicBezTo>
                  <a:pt x="211114" y="37496"/>
                  <a:pt x="170564" y="67847"/>
                  <a:pt x="119389" y="97405"/>
                </a:cubicBezTo>
                <a:cubicBezTo>
                  <a:pt x="68214" y="126962"/>
                  <a:pt x="21679" y="146931"/>
                  <a:pt x="21679" y="146931"/>
                </a:cubicBezTo>
                <a:lnTo>
                  <a:pt x="0" y="109374"/>
                </a:lnTo>
                <a:lnTo>
                  <a:pt x="0" y="109374"/>
                </a:lnTo>
                <a:close/>
              </a:path>
            </a:pathLst>
          </a:custGeom>
          <a:solidFill>
            <a:srgbClr val="B3C1AF"/>
          </a:solidFill>
          <a:ln w="609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7443A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203" name="Vrije vorm: vorm 202">
            <a:extLst>
              <a:ext uri="{FF2B5EF4-FFF2-40B4-BE49-F238E27FC236}">
                <a16:creationId xmlns:a16="http://schemas.microsoft.com/office/drawing/2014/main" id="{6BE908DF-7301-53FD-120E-DF2F1C86BBAD}"/>
              </a:ext>
            </a:extLst>
          </p:cNvPr>
          <p:cNvSpPr/>
          <p:nvPr/>
        </p:nvSpPr>
        <p:spPr>
          <a:xfrm>
            <a:off x="11973387" y="6345268"/>
            <a:ext cx="55389" cy="218747"/>
          </a:xfrm>
          <a:custGeom>
            <a:avLst/>
            <a:gdLst>
              <a:gd name="connsiteX0" fmla="*/ 49343 w 55389"/>
              <a:gd name="connsiteY0" fmla="*/ 0 h 218747"/>
              <a:gd name="connsiteX1" fmla="*/ 55389 w 55389"/>
              <a:gd name="connsiteY1" fmla="*/ 109373 h 218747"/>
              <a:gd name="connsiteX2" fmla="*/ 49343 w 55389"/>
              <a:gd name="connsiteY2" fmla="*/ 218747 h 218747"/>
              <a:gd name="connsiteX3" fmla="*/ 5985 w 55389"/>
              <a:gd name="connsiteY3" fmla="*/ 218747 h 218747"/>
              <a:gd name="connsiteX4" fmla="*/ 0 w 55389"/>
              <a:gd name="connsiteY4" fmla="*/ 109373 h 218747"/>
              <a:gd name="connsiteX5" fmla="*/ 5985 w 55389"/>
              <a:gd name="connsiteY5" fmla="*/ 0 h 218747"/>
              <a:gd name="connsiteX6" fmla="*/ 49343 w 55389"/>
              <a:gd name="connsiteY6" fmla="*/ 0 h 218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389" h="218747">
                <a:moveTo>
                  <a:pt x="49343" y="0"/>
                </a:moveTo>
                <a:cubicBezTo>
                  <a:pt x="49343" y="0"/>
                  <a:pt x="55389" y="50320"/>
                  <a:pt x="55389" y="109373"/>
                </a:cubicBezTo>
                <a:cubicBezTo>
                  <a:pt x="55389" y="168427"/>
                  <a:pt x="49343" y="218747"/>
                  <a:pt x="49343" y="218747"/>
                </a:cubicBezTo>
                <a:lnTo>
                  <a:pt x="5985" y="218747"/>
                </a:lnTo>
                <a:cubicBezTo>
                  <a:pt x="5985" y="218747"/>
                  <a:pt x="0" y="168488"/>
                  <a:pt x="0" y="109373"/>
                </a:cubicBezTo>
                <a:cubicBezTo>
                  <a:pt x="0" y="50259"/>
                  <a:pt x="5985" y="0"/>
                  <a:pt x="5985" y="0"/>
                </a:cubicBezTo>
                <a:lnTo>
                  <a:pt x="49343" y="0"/>
                </a:lnTo>
                <a:close/>
              </a:path>
            </a:pathLst>
          </a:custGeom>
          <a:solidFill>
            <a:srgbClr val="B3C1AF"/>
          </a:solidFill>
          <a:ln w="609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7443A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3F64921B-9895-1EB3-D78C-DD5E3451E08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498476" y="623174"/>
            <a:ext cx="6172878" cy="465851"/>
          </a:xfrm>
        </p:spPr>
        <p:txBody>
          <a:bodyPr/>
          <a:lstStyle>
            <a:lvl1pPr>
              <a:defRPr/>
            </a:lvl1pPr>
          </a:lstStyle>
          <a:p>
            <a:r>
              <a:rPr lang="nl-NL" dirty="0"/>
              <a:t>Plaats hier je titel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E391638A-D129-72DE-80CF-C3A843626C1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05714" y="1212850"/>
            <a:ext cx="6172878" cy="30505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l-NL" dirty="0"/>
              <a:t>Naam Achternaam</a:t>
            </a:r>
          </a:p>
        </p:txBody>
      </p:sp>
      <p:sp>
        <p:nvSpPr>
          <p:cNvPr id="8" name="Tijdelijke aanduiding voor tekst 6">
            <a:extLst>
              <a:ext uri="{FF2B5EF4-FFF2-40B4-BE49-F238E27FC236}">
                <a16:creationId xmlns:a16="http://schemas.microsoft.com/office/drawing/2014/main" id="{F69EEBFD-4114-C994-3A51-1C2B40709DA8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505714" y="1584707"/>
            <a:ext cx="6172878" cy="30505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l-NL" dirty="0"/>
              <a:t>Functie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75EC4409-BE97-B695-598C-12274B3D3E61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479425" y="2560320"/>
            <a:ext cx="6199167" cy="2306955"/>
          </a:xfrm>
        </p:spPr>
        <p:txBody>
          <a:bodyPr/>
          <a:lstStyle/>
          <a:p>
            <a:pPr lvl="0"/>
            <a:r>
              <a:rPr lang="nl-NL" noProof="0" dirty="0" err="1"/>
              <a:t>Bullet</a:t>
            </a:r>
            <a:endParaRPr lang="nl-NL" noProof="0" dirty="0"/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r>
              <a:rPr lang="nl-NL" noProof="0" dirty="0"/>
              <a:t> #1</a:t>
            </a:r>
          </a:p>
          <a:p>
            <a:pPr lvl="2"/>
            <a:r>
              <a:rPr lang="nl-NL" noProof="0" dirty="0"/>
              <a:t>Sub-</a:t>
            </a:r>
            <a:r>
              <a:rPr lang="nl-NL" noProof="0" dirty="0" err="1"/>
              <a:t>bullet</a:t>
            </a:r>
            <a:r>
              <a:rPr lang="nl-NL" noProof="0" dirty="0"/>
              <a:t> #2</a:t>
            </a:r>
          </a:p>
          <a:p>
            <a:pPr lvl="3"/>
            <a:r>
              <a:rPr lang="nl-NL" noProof="0" dirty="0"/>
              <a:t>Leestekst</a:t>
            </a:r>
          </a:p>
          <a:p>
            <a:pPr lvl="4"/>
            <a:r>
              <a:rPr lang="nl-NL" noProof="0" dirty="0"/>
              <a:t>Subtitel #1</a:t>
            </a:r>
          </a:p>
          <a:p>
            <a:pPr lvl="5"/>
            <a:r>
              <a:rPr lang="nl-NL" noProof="0" dirty="0"/>
              <a:t>Subtitel #2</a:t>
            </a:r>
          </a:p>
        </p:txBody>
      </p:sp>
      <p:sp>
        <p:nvSpPr>
          <p:cNvPr id="14" name="Tijdelijke aanduiding voor afbeelding 13">
            <a:extLst>
              <a:ext uri="{FF2B5EF4-FFF2-40B4-BE49-F238E27FC236}">
                <a16:creationId xmlns:a16="http://schemas.microsoft.com/office/drawing/2014/main" id="{F2E24D4A-A4D1-9DDF-ECE3-9C5E407F7607}"/>
              </a:ext>
            </a:extLst>
          </p:cNvPr>
          <p:cNvSpPr>
            <a:spLocks noGrp="1"/>
          </p:cNvSpPr>
          <p:nvPr userDrawn="1">
            <p:ph type="pic" sz="quarter" idx="13" hasCustomPrompt="1"/>
          </p:nvPr>
        </p:nvSpPr>
        <p:spPr>
          <a:xfrm>
            <a:off x="7870825" y="1212850"/>
            <a:ext cx="3101975" cy="4022725"/>
          </a:xfrm>
          <a:solidFill>
            <a:schemeClr val="bg1">
              <a:lumMod val="20000"/>
              <a:lumOff val="80000"/>
            </a:schemeClr>
          </a:solidFill>
        </p:spPr>
        <p:txBody>
          <a:bodyPr tIns="1188000"/>
          <a:lstStyle>
            <a:lvl1pPr marL="0" indent="0" algn="ctr">
              <a:buNone/>
              <a:defRPr sz="1100" i="1"/>
            </a:lvl1pPr>
          </a:lstStyle>
          <a:p>
            <a:r>
              <a:rPr lang="nl-NL" dirty="0"/>
              <a:t>Selecteer dit kader, ga naar ‘Slidebuilder’, </a:t>
            </a:r>
            <a:br>
              <a:rPr lang="nl-NL" dirty="0"/>
            </a:br>
            <a:r>
              <a:rPr lang="nl-NL" dirty="0"/>
              <a:t>klik op ‘Afbeeldingen’, selecteer een afbeelding en klik op ‘Invoegen’.</a:t>
            </a:r>
          </a:p>
        </p:txBody>
      </p:sp>
      <p:sp>
        <p:nvSpPr>
          <p:cNvPr id="15" name="Rechthoek 14">
            <a:extLst>
              <a:ext uri="{FF2B5EF4-FFF2-40B4-BE49-F238E27FC236}">
                <a16:creationId xmlns:a16="http://schemas.microsoft.com/office/drawing/2014/main" id="{1CD78CC0-F2C2-0A63-04FE-2093287A95E3}"/>
              </a:ext>
            </a:extLst>
          </p:cNvPr>
          <p:cNvSpPr/>
          <p:nvPr userDrawn="1"/>
        </p:nvSpPr>
        <p:spPr>
          <a:xfrm>
            <a:off x="0" y="6129338"/>
            <a:ext cx="12192000" cy="72866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nl-NL" sz="1600" b="0" i="0" u="none" strike="noStrike" kern="1200" cap="none" spc="0" normalizeH="0" baseline="0" noProof="0" dirty="0" err="1">
              <a:ln>
                <a:noFill/>
              </a:ln>
              <a:solidFill>
                <a:srgbClr val="54554C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pic>
        <p:nvPicPr>
          <p:cNvPr id="16" name="Logo sky blue">
            <a:extLst>
              <a:ext uri="{FF2B5EF4-FFF2-40B4-BE49-F238E27FC236}">
                <a16:creationId xmlns:a16="http://schemas.microsoft.com/office/drawing/2014/main" id="{A1E2274C-CD97-E345-D5AD-90FFAA4880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3842" y="6387054"/>
            <a:ext cx="1391277" cy="250283"/>
          </a:xfrm>
          <a:prstGeom prst="rect">
            <a:avLst/>
          </a:prstGeom>
        </p:spPr>
      </p:pic>
      <p:grpSp>
        <p:nvGrpSpPr>
          <p:cNvPr id="300" name="INSTRUCTIE">
            <a:extLst>
              <a:ext uri="{FF2B5EF4-FFF2-40B4-BE49-F238E27FC236}">
                <a16:creationId xmlns:a16="http://schemas.microsoft.com/office/drawing/2014/main" id="{D50AE56F-E667-5FB6-1CCF-FC27F6D709B9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301" name="Rechthoek 300">
              <a:extLst>
                <a:ext uri="{FF2B5EF4-FFF2-40B4-BE49-F238E27FC236}">
                  <a16:creationId xmlns:a16="http://schemas.microsoft.com/office/drawing/2014/main" id="{AD3A6303-8A5D-4217-1E91-4B0F1793F026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1200" cap="all" spc="0" normalizeH="0" baseline="0" noProof="0" dirty="0">
                  <a:ln>
                    <a:noFill/>
                  </a:ln>
                  <a:solidFill>
                    <a:srgbClr val="17443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LIJSTNIVEAU kiezen</a:t>
              </a:r>
            </a:p>
          </p:txBody>
        </p:sp>
        <p:sp>
          <p:nvSpPr>
            <p:cNvPr id="302" name="Ovaal 301">
              <a:extLst>
                <a:ext uri="{FF2B5EF4-FFF2-40B4-BE49-F238E27FC236}">
                  <a16:creationId xmlns:a16="http://schemas.microsoft.com/office/drawing/2014/main" id="{DFB5D66D-9CDE-0369-9814-114348EE72A3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303" name="Rechthoek 302">
              <a:extLst>
                <a:ext uri="{FF2B5EF4-FFF2-40B4-BE49-F238E27FC236}">
                  <a16:creationId xmlns:a16="http://schemas.microsoft.com/office/drawing/2014/main" id="{B54FFB22-0C73-69B5-9E0D-BAA1940F303B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7800" marR="0" lvl="0" indent="-17780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BEE2E9"/>
                </a:buClr>
                <a:buSzTx/>
                <a:buFontTx/>
                <a:buBlip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</a:buBlip>
                <a:tabLst/>
                <a:defRPr/>
              </a:pPr>
              <a:r>
                <a:rPr kumimoji="0" lang="nl-NL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rbel"/>
                  <a:ea typeface="+mn-ea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04" name="Ovaal 303">
              <a:extLst>
                <a:ext uri="{FF2B5EF4-FFF2-40B4-BE49-F238E27FC236}">
                  <a16:creationId xmlns:a16="http://schemas.microsoft.com/office/drawing/2014/main" id="{D35CE129-FA78-7610-7539-75EB0398A14C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305" name="Rechthoek 304">
              <a:extLst>
                <a:ext uri="{FF2B5EF4-FFF2-40B4-BE49-F238E27FC236}">
                  <a16:creationId xmlns:a16="http://schemas.microsoft.com/office/drawing/2014/main" id="{7F7F7A35-103D-7BC3-0237-003AF7A810C0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306" name="Rechthoek 305">
              <a:extLst>
                <a:ext uri="{FF2B5EF4-FFF2-40B4-BE49-F238E27FC236}">
                  <a16:creationId xmlns:a16="http://schemas.microsoft.com/office/drawing/2014/main" id="{7BF92D85-CCD3-A129-5E98-98A1CC37004C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61950" marR="0" lvl="0" indent="-18415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F3DECE"/>
                </a:buClr>
                <a:buSzTx/>
                <a:buFontTx/>
                <a:buBlip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</a:buBlip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rbel"/>
                  <a:ea typeface="+mn-ea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rbel"/>
                  <a:ea typeface="+mn-ea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rbel"/>
                  <a:ea typeface="+mn-ea"/>
                  <a:cs typeface="Calibri" panose="020F0502020204030204" pitchFamily="34" charset="0"/>
                </a:rPr>
                <a:t> #1</a:t>
              </a:r>
            </a:p>
          </p:txBody>
        </p:sp>
        <p:sp>
          <p:nvSpPr>
            <p:cNvPr id="307" name="Ovaal 306">
              <a:extLst>
                <a:ext uri="{FF2B5EF4-FFF2-40B4-BE49-F238E27FC236}">
                  <a16:creationId xmlns:a16="http://schemas.microsoft.com/office/drawing/2014/main" id="{6FFC7C63-5FB1-01E5-4513-F2A69CB873FF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308" name="Rechthoek 307">
              <a:extLst>
                <a:ext uri="{FF2B5EF4-FFF2-40B4-BE49-F238E27FC236}">
                  <a16:creationId xmlns:a16="http://schemas.microsoft.com/office/drawing/2014/main" id="{73AB4D90-EE31-060A-9FE2-1A36200D18E1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9750" marR="0" lvl="0" indent="-17780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17443A"/>
                </a:buClr>
                <a:buSzTx/>
                <a:buFont typeface="Calibri" panose="020F0502020204030204" pitchFamily="34" charset="0"/>
                <a:buChar char="–"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rbel"/>
                  <a:ea typeface="+mn-ea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rbel"/>
                  <a:ea typeface="+mn-ea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rbel"/>
                  <a:ea typeface="+mn-ea"/>
                  <a:cs typeface="Calibri" panose="020F0502020204030204" pitchFamily="34" charset="0"/>
                </a:rPr>
                <a:t> #2</a:t>
              </a:r>
            </a:p>
          </p:txBody>
        </p:sp>
        <p:sp>
          <p:nvSpPr>
            <p:cNvPr id="309" name="Ovaal 308">
              <a:extLst>
                <a:ext uri="{FF2B5EF4-FFF2-40B4-BE49-F238E27FC236}">
                  <a16:creationId xmlns:a16="http://schemas.microsoft.com/office/drawing/2014/main" id="{1B1A52C7-8194-B2A4-5B26-2FAE48E8E0AC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310" name="Rechthoek 309">
              <a:extLst>
                <a:ext uri="{FF2B5EF4-FFF2-40B4-BE49-F238E27FC236}">
                  <a16:creationId xmlns:a16="http://schemas.microsoft.com/office/drawing/2014/main" id="{195EC0DA-C0C4-9E33-EFC4-F55DE4EFD10E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BEE2E9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rbel"/>
                  <a:ea typeface="+mn-ea"/>
                  <a:cs typeface="Calibri" panose="020F0502020204030204" pitchFamily="34" charset="0"/>
                </a:rPr>
                <a:t>Leestekst</a:t>
              </a:r>
            </a:p>
          </p:txBody>
        </p:sp>
        <p:sp>
          <p:nvSpPr>
            <p:cNvPr id="311" name="Ovaal 310">
              <a:extLst>
                <a:ext uri="{FF2B5EF4-FFF2-40B4-BE49-F238E27FC236}">
                  <a16:creationId xmlns:a16="http://schemas.microsoft.com/office/drawing/2014/main" id="{E4A994B1-C889-7D12-A45A-90BBF73A982D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312" name="Rechthoek 311">
              <a:extLst>
                <a:ext uri="{FF2B5EF4-FFF2-40B4-BE49-F238E27FC236}">
                  <a16:creationId xmlns:a16="http://schemas.microsoft.com/office/drawing/2014/main" id="{41F7E9E1-1166-EF28-E6E4-EE45E9894726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BEE2E9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Calibri" panose="020F0502020204030204" pitchFamily="34" charset="0"/>
                </a:rPr>
                <a:t>Subtitel #1</a:t>
              </a:r>
            </a:p>
          </p:txBody>
        </p:sp>
        <p:sp>
          <p:nvSpPr>
            <p:cNvPr id="313" name="Ovaal 312">
              <a:extLst>
                <a:ext uri="{FF2B5EF4-FFF2-40B4-BE49-F238E27FC236}">
                  <a16:creationId xmlns:a16="http://schemas.microsoft.com/office/drawing/2014/main" id="{589CD20D-AFC1-4B0C-1D74-64D9E61B77BB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314" name="Rechthoek 313">
              <a:extLst>
                <a:ext uri="{FF2B5EF4-FFF2-40B4-BE49-F238E27FC236}">
                  <a16:creationId xmlns:a16="http://schemas.microsoft.com/office/drawing/2014/main" id="{35D27EE7-68A8-5AD5-58BB-326043A095A0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17443A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rbel"/>
                  <a:ea typeface="+mn-ea"/>
                  <a:cs typeface="Calibri" panose="020F0502020204030204" pitchFamily="34" charset="0"/>
                </a:rPr>
                <a:t>Numerieke </a:t>
              </a:r>
              <a:r>
                <a:rPr kumimoji="0" lang="nl-NL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rbel"/>
                  <a:ea typeface="+mn-ea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15" name="Ovaal 314">
              <a:extLst>
                <a:ext uri="{FF2B5EF4-FFF2-40B4-BE49-F238E27FC236}">
                  <a16:creationId xmlns:a16="http://schemas.microsoft.com/office/drawing/2014/main" id="{901CF250-9C87-FBF4-B612-FF9122574EA3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316" name="Rechthoek 315">
              <a:extLst>
                <a:ext uri="{FF2B5EF4-FFF2-40B4-BE49-F238E27FC236}">
                  <a16:creationId xmlns:a16="http://schemas.microsoft.com/office/drawing/2014/main" id="{5778B2C9-655E-C21F-FDBB-C415CD60DC43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17443A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rbel"/>
                  <a:ea typeface="+mn-ea"/>
                  <a:cs typeface="Calibri" panose="020F0502020204030204" pitchFamily="34" charset="0"/>
                </a:rPr>
                <a:t>Alfabetische </a:t>
              </a:r>
              <a:r>
                <a:rPr kumimoji="0" lang="nl-NL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rbel"/>
                  <a:ea typeface="+mn-ea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17" name="Ovaal 316">
              <a:extLst>
                <a:ext uri="{FF2B5EF4-FFF2-40B4-BE49-F238E27FC236}">
                  <a16:creationId xmlns:a16="http://schemas.microsoft.com/office/drawing/2014/main" id="{7C864AFB-FA6A-E981-90D5-EBCBE3981A5E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319" name="Ovaal 318">
              <a:extLst>
                <a:ext uri="{FF2B5EF4-FFF2-40B4-BE49-F238E27FC236}">
                  <a16:creationId xmlns:a16="http://schemas.microsoft.com/office/drawing/2014/main" id="{913B542D-DC40-3A95-9538-328973E45242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20" name="Rechthoek 319">
              <a:extLst>
                <a:ext uri="{FF2B5EF4-FFF2-40B4-BE49-F238E27FC236}">
                  <a16:creationId xmlns:a16="http://schemas.microsoft.com/office/drawing/2014/main" id="{25EB1303-F18B-1EAE-0677-D4FEC6F9607D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BEE2E9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Calibri" panose="020F0502020204030204" pitchFamily="34" charset="0"/>
                </a:rPr>
                <a:t>Subtitel #2</a:t>
              </a:r>
            </a:p>
          </p:txBody>
        </p:sp>
        <p:sp>
          <p:nvSpPr>
            <p:cNvPr id="321" name="Rechthoek 320">
              <a:extLst>
                <a:ext uri="{FF2B5EF4-FFF2-40B4-BE49-F238E27FC236}">
                  <a16:creationId xmlns:a16="http://schemas.microsoft.com/office/drawing/2014/main" id="{9D6B8025-B60B-04BD-7F1F-566C76517894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1" i="0" u="none" strike="noStrike" kern="1200" cap="all" spc="0" normalizeH="0" baseline="0" noProof="0" dirty="0">
                  <a:ln>
                    <a:noFill/>
                  </a:ln>
                  <a:solidFill>
                    <a:srgbClr val="211F26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MEER WETEN?</a:t>
              </a:r>
              <a:br>
                <a:rPr kumimoji="0" lang="nl-NL" sz="1200" b="1" i="0" u="none" strike="noStrike" kern="1200" cap="all" spc="0" normalizeH="0" baseline="0" noProof="0" dirty="0">
                  <a:ln>
                    <a:noFill/>
                  </a:ln>
                  <a:solidFill>
                    <a:srgbClr val="211F26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kumimoji="0" lang="nl-NL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11F26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kumimoji="0" lang="nl-NL" sz="1200" b="1" i="0" u="none" strike="noStrike" kern="1200" cap="all" spc="0" normalizeH="0" baseline="0" noProof="0" dirty="0">
                  <a:ln>
                    <a:noFill/>
                  </a:ln>
                  <a:solidFill>
                    <a:srgbClr val="211F26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 'SLIDEBUILDER’ </a:t>
              </a:r>
              <a:r>
                <a:rPr kumimoji="0" lang="nl-NL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11F26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kumimoji="0" lang="nl-NL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11F26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kumimoji="0" lang="nl-NL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11F26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kumimoji="0" lang="nl-NL" sz="1200" b="1" i="0" u="none" strike="noStrike" kern="1200" cap="all" spc="0" normalizeH="0" baseline="0" noProof="0" dirty="0">
                  <a:ln>
                    <a:noFill/>
                  </a:ln>
                  <a:solidFill>
                    <a:srgbClr val="211F26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‘Inspiratie'</a:t>
              </a:r>
            </a:p>
          </p:txBody>
        </p:sp>
        <p:grpSp>
          <p:nvGrpSpPr>
            <p:cNvPr id="322" name="ICOON_info">
              <a:extLst>
                <a:ext uri="{FF2B5EF4-FFF2-40B4-BE49-F238E27FC236}">
                  <a16:creationId xmlns:a16="http://schemas.microsoft.com/office/drawing/2014/main" id="{DC792E52-71F2-9474-0FA1-2124BFA06EE7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370" name="Ovaal 369">
                <a:extLst>
                  <a:ext uri="{FF2B5EF4-FFF2-40B4-BE49-F238E27FC236}">
                    <a16:creationId xmlns:a16="http://schemas.microsoft.com/office/drawing/2014/main" id="{A6B193C0-D8DE-06FA-7447-11C00E70898D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NL" sz="1600" b="0" i="0" u="none" strike="noStrike" kern="1200" cap="all" spc="0" normalizeH="0" baseline="0" noProof="0" dirty="0">
                  <a:ln>
                    <a:noFill/>
                  </a:ln>
                  <a:solidFill>
                    <a:srgbClr val="54554C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371" name="Graphic 163" descr="Informatie">
                <a:extLst>
                  <a:ext uri="{FF2B5EF4-FFF2-40B4-BE49-F238E27FC236}">
                    <a16:creationId xmlns:a16="http://schemas.microsoft.com/office/drawing/2014/main" id="{B6B55B87-5B33-BF6C-22AB-5C7AD0D94626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NL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11F26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23" name="VOORBEELD">
              <a:extLst>
                <a:ext uri="{FF2B5EF4-FFF2-40B4-BE49-F238E27FC236}">
                  <a16:creationId xmlns:a16="http://schemas.microsoft.com/office/drawing/2014/main" id="{284729F9-B720-D6F9-03D0-DEA23F189A09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330" name="Rechthoek 329">
                <a:extLst>
                  <a:ext uri="{FF2B5EF4-FFF2-40B4-BE49-F238E27FC236}">
                    <a16:creationId xmlns:a16="http://schemas.microsoft.com/office/drawing/2014/main" id="{72C18C2C-1239-F3F2-0352-1134686B7455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9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331" name="Rechthoek 330">
                <a:extLst>
                  <a:ext uri="{FF2B5EF4-FFF2-40B4-BE49-F238E27FC236}">
                    <a16:creationId xmlns:a16="http://schemas.microsoft.com/office/drawing/2014/main" id="{C47D4515-6CC6-63FA-13A9-4EF5D8228C7B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NL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211F26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grpSp>
            <p:nvGrpSpPr>
              <p:cNvPr id="332" name="Groep 331">
                <a:extLst>
                  <a:ext uri="{FF2B5EF4-FFF2-40B4-BE49-F238E27FC236}">
                    <a16:creationId xmlns:a16="http://schemas.microsoft.com/office/drawing/2014/main" id="{049100A8-D177-F10D-65E1-78BEAB955033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363" name="Groep 362">
                  <a:extLst>
                    <a:ext uri="{FF2B5EF4-FFF2-40B4-BE49-F238E27FC236}">
                      <a16:creationId xmlns:a16="http://schemas.microsoft.com/office/drawing/2014/main" id="{67C04B56-9DA9-CC1B-03C6-6B9C93ADAFA7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365" name="Rechte verbindingslijn 364">
                    <a:extLst>
                      <a:ext uri="{FF2B5EF4-FFF2-40B4-BE49-F238E27FC236}">
                        <a16:creationId xmlns:a16="http://schemas.microsoft.com/office/drawing/2014/main" id="{D002F440-3059-917F-A20D-332A41F8D7A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66" name="Rechte verbindingslijn 365">
                    <a:extLst>
                      <a:ext uri="{FF2B5EF4-FFF2-40B4-BE49-F238E27FC236}">
                        <a16:creationId xmlns:a16="http://schemas.microsoft.com/office/drawing/2014/main" id="{BB597521-D981-2983-9A26-4478A8092DE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67" name="Rechte verbindingslijn 366">
                    <a:extLst>
                      <a:ext uri="{FF2B5EF4-FFF2-40B4-BE49-F238E27FC236}">
                        <a16:creationId xmlns:a16="http://schemas.microsoft.com/office/drawing/2014/main" id="{90434DB2-132C-F3BF-4C13-6F6D7122088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68" name="Rechte verbindingslijn 367">
                    <a:extLst>
                      <a:ext uri="{FF2B5EF4-FFF2-40B4-BE49-F238E27FC236}">
                        <a16:creationId xmlns:a16="http://schemas.microsoft.com/office/drawing/2014/main" id="{D42A2285-B5E1-4D9C-CC35-F1195AACFD5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69" name="Rechte verbindingslijn 368">
                    <a:extLst>
                      <a:ext uri="{FF2B5EF4-FFF2-40B4-BE49-F238E27FC236}">
                        <a16:creationId xmlns:a16="http://schemas.microsoft.com/office/drawing/2014/main" id="{99A793C8-08EA-1B74-EB4E-87A4DAE3928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364" name="Pijl: rechts 363">
                  <a:extLst>
                    <a:ext uri="{FF2B5EF4-FFF2-40B4-BE49-F238E27FC236}">
                      <a16:creationId xmlns:a16="http://schemas.microsoft.com/office/drawing/2014/main" id="{5C50DF15-F7C9-6B60-2393-BEAEE91507AB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333" name="Groep 332">
                <a:extLst>
                  <a:ext uri="{FF2B5EF4-FFF2-40B4-BE49-F238E27FC236}">
                    <a16:creationId xmlns:a16="http://schemas.microsoft.com/office/drawing/2014/main" id="{BCDA4129-F0F2-1757-125B-33D7BC284E60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356" name="Groep 355">
                  <a:extLst>
                    <a:ext uri="{FF2B5EF4-FFF2-40B4-BE49-F238E27FC236}">
                      <a16:creationId xmlns:a16="http://schemas.microsoft.com/office/drawing/2014/main" id="{91218752-AA12-002C-EA81-6332053FF72B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358" name="Rechte verbindingslijn 357">
                    <a:extLst>
                      <a:ext uri="{FF2B5EF4-FFF2-40B4-BE49-F238E27FC236}">
                        <a16:creationId xmlns:a16="http://schemas.microsoft.com/office/drawing/2014/main" id="{15EA194C-3382-A326-2EE0-631C9CFDC6F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59" name="Rechte verbindingslijn 358">
                    <a:extLst>
                      <a:ext uri="{FF2B5EF4-FFF2-40B4-BE49-F238E27FC236}">
                        <a16:creationId xmlns:a16="http://schemas.microsoft.com/office/drawing/2014/main" id="{ADDEA756-53A4-4580-2EAC-82AD45083E9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60" name="Rechte verbindingslijn 359">
                    <a:extLst>
                      <a:ext uri="{FF2B5EF4-FFF2-40B4-BE49-F238E27FC236}">
                        <a16:creationId xmlns:a16="http://schemas.microsoft.com/office/drawing/2014/main" id="{C8468995-D720-97BB-5109-9B2D3DCB88E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61" name="Rechte verbindingslijn 360">
                    <a:extLst>
                      <a:ext uri="{FF2B5EF4-FFF2-40B4-BE49-F238E27FC236}">
                        <a16:creationId xmlns:a16="http://schemas.microsoft.com/office/drawing/2014/main" id="{5C15DAD5-E7C0-5A7F-E99E-986070431CB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62" name="Rechte verbindingslijn 361">
                    <a:extLst>
                      <a:ext uri="{FF2B5EF4-FFF2-40B4-BE49-F238E27FC236}">
                        <a16:creationId xmlns:a16="http://schemas.microsoft.com/office/drawing/2014/main" id="{C9145DC8-F69C-8CB2-DF5C-20A6EB4B024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357" name="Pijl: rechts 356">
                  <a:extLst>
                    <a:ext uri="{FF2B5EF4-FFF2-40B4-BE49-F238E27FC236}">
                      <a16:creationId xmlns:a16="http://schemas.microsoft.com/office/drawing/2014/main" id="{90283BEA-A135-75A7-44AA-7D722200A376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334" name="Rechte verbindingslijn 333">
                <a:extLst>
                  <a:ext uri="{FF2B5EF4-FFF2-40B4-BE49-F238E27FC236}">
                    <a16:creationId xmlns:a16="http://schemas.microsoft.com/office/drawing/2014/main" id="{3EC5A170-4C8A-9D79-0367-56F5321D7F8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335" name="Rechte verbindingslijn 334">
                <a:extLst>
                  <a:ext uri="{FF2B5EF4-FFF2-40B4-BE49-F238E27FC236}">
                    <a16:creationId xmlns:a16="http://schemas.microsoft.com/office/drawing/2014/main" id="{454DE12B-2AA4-FF5E-5830-83AE84FDC59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336" name="Rechthoek 335">
                <a:extLst>
                  <a:ext uri="{FF2B5EF4-FFF2-40B4-BE49-F238E27FC236}">
                    <a16:creationId xmlns:a16="http://schemas.microsoft.com/office/drawing/2014/main" id="{ECC4B5B1-3BA8-D357-619E-E16C95B28BA3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Lijstniveau verlagen</a:t>
                </a:r>
              </a:p>
            </p:txBody>
          </p:sp>
          <p:sp>
            <p:nvSpPr>
              <p:cNvPr id="337" name="Rechthoek 336">
                <a:extLst>
                  <a:ext uri="{FF2B5EF4-FFF2-40B4-BE49-F238E27FC236}">
                    <a16:creationId xmlns:a16="http://schemas.microsoft.com/office/drawing/2014/main" id="{419A826A-DF54-9920-3DEA-4F9F75374243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Lijstniveau verhogen</a:t>
                </a:r>
              </a:p>
            </p:txBody>
          </p:sp>
          <p:grpSp>
            <p:nvGrpSpPr>
              <p:cNvPr id="338" name="Groep 337">
                <a:extLst>
                  <a:ext uri="{FF2B5EF4-FFF2-40B4-BE49-F238E27FC236}">
                    <a16:creationId xmlns:a16="http://schemas.microsoft.com/office/drawing/2014/main" id="{BD575A2E-058C-F2BF-F8EA-0061F9CB4EA2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348" name="Rechthoek 347">
                  <a:extLst>
                    <a:ext uri="{FF2B5EF4-FFF2-40B4-BE49-F238E27FC236}">
                      <a16:creationId xmlns:a16="http://schemas.microsoft.com/office/drawing/2014/main" id="{151417A7-C666-C0E2-2E9C-1EB30FE1FA7E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349" name="Groep 348">
                  <a:extLst>
                    <a:ext uri="{FF2B5EF4-FFF2-40B4-BE49-F238E27FC236}">
                      <a16:creationId xmlns:a16="http://schemas.microsoft.com/office/drawing/2014/main" id="{CEDABDA8-6BD2-08FE-D6D0-569C6A025C1F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351" name="Rechte verbindingslijn 350">
                    <a:extLst>
                      <a:ext uri="{FF2B5EF4-FFF2-40B4-BE49-F238E27FC236}">
                        <a16:creationId xmlns:a16="http://schemas.microsoft.com/office/drawing/2014/main" id="{5AA92033-88EA-E02B-6083-0B4F290E615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52" name="Rechte verbindingslijn 351">
                    <a:extLst>
                      <a:ext uri="{FF2B5EF4-FFF2-40B4-BE49-F238E27FC236}">
                        <a16:creationId xmlns:a16="http://schemas.microsoft.com/office/drawing/2014/main" id="{CD98CD43-D275-93A8-FF80-F0D188E2E0B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53" name="Rechte verbindingslijn 352">
                    <a:extLst>
                      <a:ext uri="{FF2B5EF4-FFF2-40B4-BE49-F238E27FC236}">
                        <a16:creationId xmlns:a16="http://schemas.microsoft.com/office/drawing/2014/main" id="{C6FAA09E-B548-61D9-BDC0-0EAADD295DD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54" name="Rechte verbindingslijn 353">
                    <a:extLst>
                      <a:ext uri="{FF2B5EF4-FFF2-40B4-BE49-F238E27FC236}">
                        <a16:creationId xmlns:a16="http://schemas.microsoft.com/office/drawing/2014/main" id="{40AD175A-9E6C-46D4-2125-8F0B1EDE98C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55" name="Rechte verbindingslijn 354">
                    <a:extLst>
                      <a:ext uri="{FF2B5EF4-FFF2-40B4-BE49-F238E27FC236}">
                        <a16:creationId xmlns:a16="http://schemas.microsoft.com/office/drawing/2014/main" id="{23312DBC-CEEA-7C87-A0B3-2859A3BF0D3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350" name="Pijl: rechts 349">
                  <a:extLst>
                    <a:ext uri="{FF2B5EF4-FFF2-40B4-BE49-F238E27FC236}">
                      <a16:creationId xmlns:a16="http://schemas.microsoft.com/office/drawing/2014/main" id="{86862740-2752-27A8-790D-9C3FFC5D159B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339" name="Groep 338">
                <a:extLst>
                  <a:ext uri="{FF2B5EF4-FFF2-40B4-BE49-F238E27FC236}">
                    <a16:creationId xmlns:a16="http://schemas.microsoft.com/office/drawing/2014/main" id="{7CA14AFD-18D2-1E50-7A0F-6E6B75C8891B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340" name="Rechthoek 339">
                  <a:extLst>
                    <a:ext uri="{FF2B5EF4-FFF2-40B4-BE49-F238E27FC236}">
                      <a16:creationId xmlns:a16="http://schemas.microsoft.com/office/drawing/2014/main" id="{2FC004B6-8999-F5A2-D570-B720ADDF257B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341" name="Groep 340">
                  <a:extLst>
                    <a:ext uri="{FF2B5EF4-FFF2-40B4-BE49-F238E27FC236}">
                      <a16:creationId xmlns:a16="http://schemas.microsoft.com/office/drawing/2014/main" id="{04D4251C-82E5-46FC-AB79-106E49938D6C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343" name="Rechte verbindingslijn 342">
                    <a:extLst>
                      <a:ext uri="{FF2B5EF4-FFF2-40B4-BE49-F238E27FC236}">
                        <a16:creationId xmlns:a16="http://schemas.microsoft.com/office/drawing/2014/main" id="{4E833FE3-F981-55C8-70DC-605AB9C6037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44" name="Rechte verbindingslijn 343">
                    <a:extLst>
                      <a:ext uri="{FF2B5EF4-FFF2-40B4-BE49-F238E27FC236}">
                        <a16:creationId xmlns:a16="http://schemas.microsoft.com/office/drawing/2014/main" id="{3FF9C609-461C-2327-7CFD-FAA4DFE080F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45" name="Rechte verbindingslijn 344">
                    <a:extLst>
                      <a:ext uri="{FF2B5EF4-FFF2-40B4-BE49-F238E27FC236}">
                        <a16:creationId xmlns:a16="http://schemas.microsoft.com/office/drawing/2014/main" id="{D76FCD5A-C3E0-0C7B-FE69-54183B2881B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46" name="Rechte verbindingslijn 345">
                    <a:extLst>
                      <a:ext uri="{FF2B5EF4-FFF2-40B4-BE49-F238E27FC236}">
                        <a16:creationId xmlns:a16="http://schemas.microsoft.com/office/drawing/2014/main" id="{1CFE334E-4BE9-FBFA-3754-4031A7F86F8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47" name="Rechte verbindingslijn 346">
                    <a:extLst>
                      <a:ext uri="{FF2B5EF4-FFF2-40B4-BE49-F238E27FC236}">
                        <a16:creationId xmlns:a16="http://schemas.microsoft.com/office/drawing/2014/main" id="{4D80B579-EFA1-4DEF-B655-A94A7A103F3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342" name="Pijl: rechts 341">
                  <a:extLst>
                    <a:ext uri="{FF2B5EF4-FFF2-40B4-BE49-F238E27FC236}">
                      <a16:creationId xmlns:a16="http://schemas.microsoft.com/office/drawing/2014/main" id="{1CEB6169-78B0-B62C-9431-251051A21AD0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24" name="Groep 323">
              <a:extLst>
                <a:ext uri="{FF2B5EF4-FFF2-40B4-BE49-F238E27FC236}">
                  <a16:creationId xmlns:a16="http://schemas.microsoft.com/office/drawing/2014/main" id="{AD38339A-07CD-9F15-0526-08C2694328DE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25" name="Inspireren">
                <a:extLst>
                  <a:ext uri="{FF2B5EF4-FFF2-40B4-BE49-F238E27FC236}">
                    <a16:creationId xmlns:a16="http://schemas.microsoft.com/office/drawing/2014/main" id="{BAABDC99-8A53-F385-1196-E7BF041CC4CD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27" name="Freeform 12">
                  <a:extLst>
                    <a:ext uri="{FF2B5EF4-FFF2-40B4-BE49-F238E27FC236}">
                      <a16:creationId xmlns:a16="http://schemas.microsoft.com/office/drawing/2014/main" id="{F034B485-7CA4-9103-22D2-BA9C9DDBF3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9546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28" name="Freeform 13">
                  <a:extLst>
                    <a:ext uri="{FF2B5EF4-FFF2-40B4-BE49-F238E27FC236}">
                      <a16:creationId xmlns:a16="http://schemas.microsoft.com/office/drawing/2014/main" id="{4234B19E-80C8-ADD8-D74E-199D11E7FB1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9546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29" name="Freeform 14">
                  <a:extLst>
                    <a:ext uri="{FF2B5EF4-FFF2-40B4-BE49-F238E27FC236}">
                      <a16:creationId xmlns:a16="http://schemas.microsoft.com/office/drawing/2014/main" id="{5250D549-E042-3406-4E5B-FFE8113CA39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9546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26" name="Tekstvak 325">
                <a:extLst>
                  <a:ext uri="{FF2B5EF4-FFF2-40B4-BE49-F238E27FC236}">
                    <a16:creationId xmlns:a16="http://schemas.microsoft.com/office/drawing/2014/main" id="{E124A0D1-1135-69B7-6EE3-A4557DAA0FC1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  <p:sp>
          <p:nvSpPr>
            <p:cNvPr id="372" name="Rechthoek 371">
              <a:extLst>
                <a:ext uri="{FF2B5EF4-FFF2-40B4-BE49-F238E27FC236}">
                  <a16:creationId xmlns:a16="http://schemas.microsoft.com/office/drawing/2014/main" id="{DBCDB084-46C6-D3F9-DFFF-99657CFE8A59}"/>
                </a:ext>
              </a:extLst>
            </p:cNvPr>
            <p:cNvSpPr/>
            <p:nvPr userDrawn="1"/>
          </p:nvSpPr>
          <p:spPr>
            <a:xfrm>
              <a:off x="-3319415" y="4166566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BEE2E9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rbel"/>
                  <a:ea typeface="+mn-ea"/>
                  <a:cs typeface="Calibri" panose="020F0502020204030204" pitchFamily="34" charset="0"/>
                </a:rPr>
                <a:t>Bronvermelding</a:t>
              </a:r>
            </a:p>
          </p:txBody>
        </p:sp>
      </p:grpSp>
      <p:grpSp>
        <p:nvGrpSpPr>
          <p:cNvPr id="416" name="INSTRUCTIE">
            <a:extLst>
              <a:ext uri="{FF2B5EF4-FFF2-40B4-BE49-F238E27FC236}">
                <a16:creationId xmlns:a16="http://schemas.microsoft.com/office/drawing/2014/main" id="{67C22E60-EAC7-959F-FC07-F37A4871A4E9}"/>
              </a:ext>
            </a:extLst>
          </p:cNvPr>
          <p:cNvGrpSpPr/>
          <p:nvPr userDrawn="1"/>
        </p:nvGrpSpPr>
        <p:grpSpPr>
          <a:xfrm>
            <a:off x="12377595" y="0"/>
            <a:ext cx="3693113" cy="5247148"/>
            <a:chOff x="-3786164" y="0"/>
            <a:chExt cx="3693113" cy="5247148"/>
          </a:xfrm>
        </p:grpSpPr>
        <p:sp>
          <p:nvSpPr>
            <p:cNvPr id="417" name="Rechthoek 416">
              <a:extLst>
                <a:ext uri="{FF2B5EF4-FFF2-40B4-BE49-F238E27FC236}">
                  <a16:creationId xmlns:a16="http://schemas.microsoft.com/office/drawing/2014/main" id="{9B79EA6E-5E2E-6069-6659-53B7A255481A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5970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1200" cap="all" spc="0" normalizeH="0" baseline="0" noProof="0" dirty="0">
                  <a:ln>
                    <a:noFill/>
                  </a:ln>
                  <a:solidFill>
                    <a:srgbClr val="17443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Afbeelding invoegen/opmaken</a:t>
              </a:r>
            </a:p>
          </p:txBody>
        </p:sp>
        <p:sp>
          <p:nvSpPr>
            <p:cNvPr id="418" name="Rechthoek 417">
              <a:extLst>
                <a:ext uri="{FF2B5EF4-FFF2-40B4-BE49-F238E27FC236}">
                  <a16:creationId xmlns:a16="http://schemas.microsoft.com/office/drawing/2014/main" id="{1D803781-8EC5-0398-736D-E032FA28B1DD}"/>
                </a:ext>
              </a:extLst>
            </p:cNvPr>
            <p:cNvSpPr/>
            <p:nvPr userDrawn="1"/>
          </p:nvSpPr>
          <p:spPr>
            <a:xfrm>
              <a:off x="-3786164" y="4419148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1" i="0" u="none" strike="noStrike" kern="1200" cap="all" spc="0" normalizeH="0" baseline="0" noProof="0" dirty="0">
                  <a:ln>
                    <a:noFill/>
                  </a:ln>
                  <a:solidFill>
                    <a:srgbClr val="211F26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MEER WETEN?</a:t>
              </a:r>
              <a:br>
                <a:rPr kumimoji="0" lang="nl-NL" sz="1200" b="1" i="0" u="none" strike="noStrike" kern="1200" cap="all" spc="0" normalizeH="0" baseline="0" noProof="0" dirty="0">
                  <a:ln>
                    <a:noFill/>
                  </a:ln>
                  <a:solidFill>
                    <a:srgbClr val="211F26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kumimoji="0" lang="nl-NL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11F26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kumimoji="0" lang="nl-NL" sz="1200" b="1" i="0" u="none" strike="noStrike" kern="1200" cap="all" spc="0" normalizeH="0" baseline="0" noProof="0" dirty="0">
                  <a:ln>
                    <a:noFill/>
                  </a:ln>
                  <a:solidFill>
                    <a:srgbClr val="211F26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 'SLIDEBUILDER’ </a:t>
              </a:r>
              <a:r>
                <a:rPr kumimoji="0" lang="nl-NL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11F26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kumimoji="0" lang="nl-NL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11F26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kumimoji="0" lang="nl-NL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11F26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kumimoji="0" lang="nl-NL" sz="1200" b="1" i="0" u="none" strike="noStrike" kern="1200" cap="all" spc="0" normalizeH="0" baseline="0" noProof="0" dirty="0">
                  <a:ln>
                    <a:noFill/>
                  </a:ln>
                  <a:solidFill>
                    <a:srgbClr val="211F26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‘Inspiratie'</a:t>
              </a:r>
            </a:p>
          </p:txBody>
        </p:sp>
        <p:sp>
          <p:nvSpPr>
            <p:cNvPr id="419" name="Ovaal 418">
              <a:extLst>
                <a:ext uri="{FF2B5EF4-FFF2-40B4-BE49-F238E27FC236}">
                  <a16:creationId xmlns:a16="http://schemas.microsoft.com/office/drawing/2014/main" id="{CEA151D3-4370-9216-733A-4FD6C6FB79C3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420" name="Rechthoek 419">
              <a:extLst>
                <a:ext uri="{FF2B5EF4-FFF2-40B4-BE49-F238E27FC236}">
                  <a16:creationId xmlns:a16="http://schemas.microsoft.com/office/drawing/2014/main" id="{71B1B213-06E4-2A0E-9D3D-8443CB41E2AB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Wanneer nodig, verwijder de bestaande afbeelding d.m.v. de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‘Backspace toets’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 Selecteer het afbeeldingskader, ga naar de tab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‘Slidebuilder'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'Afbeeldingen’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421" name="Ovaal 420">
              <a:extLst>
                <a:ext uri="{FF2B5EF4-FFF2-40B4-BE49-F238E27FC236}">
                  <a16:creationId xmlns:a16="http://schemas.microsoft.com/office/drawing/2014/main" id="{2E252377-D97F-249D-9066-619C9C50FCF8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422" name="Rechthoek 421">
              <a:extLst>
                <a:ext uri="{FF2B5EF4-FFF2-40B4-BE49-F238E27FC236}">
                  <a16:creationId xmlns:a16="http://schemas.microsoft.com/office/drawing/2014/main" id="{1BA4657C-B10B-B827-ECA9-DBBBA07C1B6F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Kies de gewenste categorie en afbeelding</a:t>
              </a:r>
              <a:b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 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423" name="Rechthoek 422">
              <a:extLst>
                <a:ext uri="{FF2B5EF4-FFF2-40B4-BE49-F238E27FC236}">
                  <a16:creationId xmlns:a16="http://schemas.microsoft.com/office/drawing/2014/main" id="{9A55DDF0-4ADE-32AD-85E5-6BEDBCCC8A4B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1200" cap="none" spc="0" normalizeH="0" baseline="0" noProof="0">
                  <a:ln>
                    <a:noFill/>
                  </a:ln>
                  <a:solidFill>
                    <a:srgbClr val="211F26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Invoegen</a:t>
              </a:r>
            </a:p>
          </p:txBody>
        </p:sp>
        <p:sp>
          <p:nvSpPr>
            <p:cNvPr id="424" name="Ovaal 423">
              <a:extLst>
                <a:ext uri="{FF2B5EF4-FFF2-40B4-BE49-F238E27FC236}">
                  <a16:creationId xmlns:a16="http://schemas.microsoft.com/office/drawing/2014/main" id="{3E569EA8-0C37-001C-CE30-48A0A66B17BC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425" name="Rechthoek 424">
              <a:extLst>
                <a:ext uri="{FF2B5EF4-FFF2-40B4-BE49-F238E27FC236}">
                  <a16:creationId xmlns:a16="http://schemas.microsoft.com/office/drawing/2014/main" id="{1629246E-4629-6589-2E52-94C0BE39577F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97979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Om de afbeelding te schalen of bij te snijden, ga naar de tab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‘Hulpmiddelen voor afbeeldingen - Opmaak’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‘Bijsnijden’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 Schaal met de bolletjes de afbeelding en met de hoekjes het afbeeldingskader.</a:t>
              </a:r>
            </a:p>
          </p:txBody>
        </p:sp>
        <p:grpSp>
          <p:nvGrpSpPr>
            <p:cNvPr id="426" name="Groep 425">
              <a:extLst>
                <a:ext uri="{FF2B5EF4-FFF2-40B4-BE49-F238E27FC236}">
                  <a16:creationId xmlns:a16="http://schemas.microsoft.com/office/drawing/2014/main" id="{6F410069-B1DE-57B2-0322-D81BB7BF605A}"/>
                </a:ext>
              </a:extLst>
            </p:cNvPr>
            <p:cNvGrpSpPr/>
            <p:nvPr userDrawn="1"/>
          </p:nvGrpSpPr>
          <p:grpSpPr>
            <a:xfrm>
              <a:off x="-3354295" y="3728895"/>
              <a:ext cx="514284" cy="506545"/>
              <a:chOff x="12617641" y="3403239"/>
              <a:chExt cx="752963" cy="741634"/>
            </a:xfrm>
          </p:grpSpPr>
          <p:grpSp>
            <p:nvGrpSpPr>
              <p:cNvPr id="443" name="Groep 442">
                <a:extLst>
                  <a:ext uri="{FF2B5EF4-FFF2-40B4-BE49-F238E27FC236}">
                    <a16:creationId xmlns:a16="http://schemas.microsoft.com/office/drawing/2014/main" id="{F8985390-B0D9-0D48-E880-317731C9836C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446" name="Groep 445">
                  <a:extLst>
                    <a:ext uri="{FF2B5EF4-FFF2-40B4-BE49-F238E27FC236}">
                      <a16:creationId xmlns:a16="http://schemas.microsoft.com/office/drawing/2014/main" id="{CB4743AD-CE65-991F-4792-75A8012E4832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53" name="Groep 452">
                    <a:extLst>
                      <a:ext uri="{FF2B5EF4-FFF2-40B4-BE49-F238E27FC236}">
                        <a16:creationId xmlns:a16="http://schemas.microsoft.com/office/drawing/2014/main" id="{98077400-BEE2-CED5-8F70-C1707D1124B6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56" name="Rechthoek 455">
                      <a:extLst>
                        <a:ext uri="{FF2B5EF4-FFF2-40B4-BE49-F238E27FC236}">
                          <a16:creationId xmlns:a16="http://schemas.microsoft.com/office/drawing/2014/main" id="{656A014B-67D9-DAF5-4031-00E25ED94FE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l-NL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211F26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57" name="Rechthoek 456">
                      <a:extLst>
                        <a:ext uri="{FF2B5EF4-FFF2-40B4-BE49-F238E27FC236}">
                          <a16:creationId xmlns:a16="http://schemas.microsoft.com/office/drawing/2014/main" id="{C2923722-D224-78F1-1310-D4998380B2B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l-NL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211F26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58" name="Ovaal 457">
                      <a:extLst>
                        <a:ext uri="{FF2B5EF4-FFF2-40B4-BE49-F238E27FC236}">
                          <a16:creationId xmlns:a16="http://schemas.microsoft.com/office/drawing/2014/main" id="{E88CC7BA-86BF-96E3-226C-D3CC6A8E004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l-NL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211F26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54" name="Afbeelding 453">
                    <a:extLst>
                      <a:ext uri="{FF2B5EF4-FFF2-40B4-BE49-F238E27FC236}">
                        <a16:creationId xmlns:a16="http://schemas.microsoft.com/office/drawing/2014/main" id="{6E782B6A-8689-CDEA-1AD7-068AF4F6B0CE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5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6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55" name="Afbeelding 454">
                    <a:extLst>
                      <a:ext uri="{FF2B5EF4-FFF2-40B4-BE49-F238E27FC236}">
                        <a16:creationId xmlns:a16="http://schemas.microsoft.com/office/drawing/2014/main" id="{91A0FD3A-C41E-B21A-7045-EFFA5075301C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5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6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47" name="Groep 446">
                  <a:extLst>
                    <a:ext uri="{FF2B5EF4-FFF2-40B4-BE49-F238E27FC236}">
                      <a16:creationId xmlns:a16="http://schemas.microsoft.com/office/drawing/2014/main" id="{13FC82B2-3D1B-EE11-C574-8C0822748FC0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51" name="Rechthoek 450">
                    <a:extLst>
                      <a:ext uri="{FF2B5EF4-FFF2-40B4-BE49-F238E27FC236}">
                        <a16:creationId xmlns:a16="http://schemas.microsoft.com/office/drawing/2014/main" id="{3D540158-0B72-9088-0631-9A16305D0B5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nl-NL" sz="1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52" name="Rechthoek 451">
                    <a:extLst>
                      <a:ext uri="{FF2B5EF4-FFF2-40B4-BE49-F238E27FC236}">
                        <a16:creationId xmlns:a16="http://schemas.microsoft.com/office/drawing/2014/main" id="{EE169568-487D-7944-4EFF-3907AA38992C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nl-NL" sz="1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48" name="Groep 447">
                  <a:extLst>
                    <a:ext uri="{FF2B5EF4-FFF2-40B4-BE49-F238E27FC236}">
                      <a16:creationId xmlns:a16="http://schemas.microsoft.com/office/drawing/2014/main" id="{7D22D72D-BF96-416F-5CBF-A7036B0EFDB6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49" name="Rechthoek 448">
                    <a:extLst>
                      <a:ext uri="{FF2B5EF4-FFF2-40B4-BE49-F238E27FC236}">
                        <a16:creationId xmlns:a16="http://schemas.microsoft.com/office/drawing/2014/main" id="{C3069825-0EE5-37DC-B529-C1D240FD162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nl-NL" sz="1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50" name="Rechthoek 449">
                    <a:extLst>
                      <a:ext uri="{FF2B5EF4-FFF2-40B4-BE49-F238E27FC236}">
                        <a16:creationId xmlns:a16="http://schemas.microsoft.com/office/drawing/2014/main" id="{7E3879F7-A091-31A0-5E2B-51145772C603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nl-NL" sz="1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444" name="Rechthoek 443">
                <a:extLst>
                  <a:ext uri="{FF2B5EF4-FFF2-40B4-BE49-F238E27FC236}">
                    <a16:creationId xmlns:a16="http://schemas.microsoft.com/office/drawing/2014/main" id="{985CB460-B6BA-79AA-286D-5B6819917EE1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Bijsnijden</a:t>
                </a:r>
              </a:p>
            </p:txBody>
          </p:sp>
          <p:sp>
            <p:nvSpPr>
              <p:cNvPr id="445" name="Gelijkbenige driehoek 444">
                <a:extLst>
                  <a:ext uri="{FF2B5EF4-FFF2-40B4-BE49-F238E27FC236}">
                    <a16:creationId xmlns:a16="http://schemas.microsoft.com/office/drawing/2014/main" id="{69795FB8-26A3-0CAC-0C4B-4FB643189224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NL" sz="1000" b="1" i="0" u="none" strike="noStrike" kern="1200" cap="none" spc="0" normalizeH="0" baseline="0" noProof="0">
                  <a:ln>
                    <a:noFill/>
                  </a:ln>
                  <a:solidFill>
                    <a:srgbClr val="211F26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427" name="ICOON_info">
              <a:extLst>
                <a:ext uri="{FF2B5EF4-FFF2-40B4-BE49-F238E27FC236}">
                  <a16:creationId xmlns:a16="http://schemas.microsoft.com/office/drawing/2014/main" id="{4DF75B5B-F248-9F51-942E-6E008A1F2A55}"/>
                </a:ext>
              </a:extLst>
            </p:cNvPr>
            <p:cNvGrpSpPr/>
            <p:nvPr userDrawn="1"/>
          </p:nvGrpSpPr>
          <p:grpSpPr>
            <a:xfrm>
              <a:off x="-376736" y="4248099"/>
              <a:ext cx="283685" cy="283685"/>
              <a:chOff x="-510741" y="5913713"/>
              <a:chExt cx="267555" cy="267555"/>
            </a:xfrm>
          </p:grpSpPr>
          <p:sp>
            <p:nvSpPr>
              <p:cNvPr id="441" name="Ovaal 440">
                <a:extLst>
                  <a:ext uri="{FF2B5EF4-FFF2-40B4-BE49-F238E27FC236}">
                    <a16:creationId xmlns:a16="http://schemas.microsoft.com/office/drawing/2014/main" id="{5DE93119-5008-3C74-E8D3-EACDAA657111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NL" sz="1600" b="0" i="0" u="none" strike="noStrike" kern="1200" cap="all" spc="0" normalizeH="0" baseline="0" noProof="0">
                  <a:ln>
                    <a:noFill/>
                  </a:ln>
                  <a:solidFill>
                    <a:srgbClr val="54554C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442" name="Graphic 163" descr="Informatie">
                <a:extLst>
                  <a:ext uri="{FF2B5EF4-FFF2-40B4-BE49-F238E27FC236}">
                    <a16:creationId xmlns:a16="http://schemas.microsoft.com/office/drawing/2014/main" id="{DDA2557E-F906-B778-EFE4-0426C71F0C68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NL" sz="2000" b="0" i="0" u="none" strike="noStrike" kern="1200" cap="none" spc="0" normalizeH="0" baseline="0" noProof="0">
                  <a:ln>
                    <a:noFill/>
                  </a:ln>
                  <a:solidFill>
                    <a:srgbClr val="211F26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428" name="Groep 427">
              <a:extLst>
                <a:ext uri="{FF2B5EF4-FFF2-40B4-BE49-F238E27FC236}">
                  <a16:creationId xmlns:a16="http://schemas.microsoft.com/office/drawing/2014/main" id="{4F07FB5E-85AB-AE1B-89EA-B12DDA65C871}"/>
                </a:ext>
              </a:extLst>
            </p:cNvPr>
            <p:cNvGrpSpPr/>
            <p:nvPr userDrawn="1"/>
          </p:nvGrpSpPr>
          <p:grpSpPr>
            <a:xfrm>
              <a:off x="-938434" y="4556525"/>
              <a:ext cx="627798" cy="576693"/>
              <a:chOff x="-938434" y="4570310"/>
              <a:chExt cx="627798" cy="576693"/>
            </a:xfrm>
          </p:grpSpPr>
          <p:grpSp>
            <p:nvGrpSpPr>
              <p:cNvPr id="436" name="Inspireren">
                <a:extLst>
                  <a:ext uri="{FF2B5EF4-FFF2-40B4-BE49-F238E27FC236}">
                    <a16:creationId xmlns:a16="http://schemas.microsoft.com/office/drawing/2014/main" id="{50EB57D2-0E24-A055-F51B-600E0FADDCB2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438" name="Freeform 12">
                  <a:extLst>
                    <a:ext uri="{FF2B5EF4-FFF2-40B4-BE49-F238E27FC236}">
                      <a16:creationId xmlns:a16="http://schemas.microsoft.com/office/drawing/2014/main" id="{20A8A769-9EF7-24D4-AD3B-11E50056A9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9546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39" name="Freeform 13">
                  <a:extLst>
                    <a:ext uri="{FF2B5EF4-FFF2-40B4-BE49-F238E27FC236}">
                      <a16:creationId xmlns:a16="http://schemas.microsoft.com/office/drawing/2014/main" id="{FA47FF81-24C3-E5DD-E718-CC153A28924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9546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40" name="Freeform 14">
                  <a:extLst>
                    <a:ext uri="{FF2B5EF4-FFF2-40B4-BE49-F238E27FC236}">
                      <a16:creationId xmlns:a16="http://schemas.microsoft.com/office/drawing/2014/main" id="{CBF3D77F-1B61-D834-0AD1-A12BC7481CD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9546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437" name="Tekstvak 436">
                <a:extLst>
                  <a:ext uri="{FF2B5EF4-FFF2-40B4-BE49-F238E27FC236}">
                    <a16:creationId xmlns:a16="http://schemas.microsoft.com/office/drawing/2014/main" id="{A19E860F-50AA-48E8-A666-2D674B15895A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  <p:grpSp>
          <p:nvGrpSpPr>
            <p:cNvPr id="429" name="Groep 428">
              <a:extLst>
                <a:ext uri="{FF2B5EF4-FFF2-40B4-BE49-F238E27FC236}">
                  <a16:creationId xmlns:a16="http://schemas.microsoft.com/office/drawing/2014/main" id="{9884C335-7A2A-0250-7B87-AC119DF11054}"/>
                </a:ext>
              </a:extLst>
            </p:cNvPr>
            <p:cNvGrpSpPr/>
            <p:nvPr userDrawn="1"/>
          </p:nvGrpSpPr>
          <p:grpSpPr>
            <a:xfrm>
              <a:off x="-3367447" y="1226982"/>
              <a:ext cx="791775" cy="406485"/>
              <a:chOff x="-3565087" y="1409294"/>
              <a:chExt cx="627469" cy="322133"/>
            </a:xfrm>
          </p:grpSpPr>
          <p:grpSp>
            <p:nvGrpSpPr>
              <p:cNvPr id="430" name="Groep 429">
                <a:extLst>
                  <a:ext uri="{FF2B5EF4-FFF2-40B4-BE49-F238E27FC236}">
                    <a16:creationId xmlns:a16="http://schemas.microsoft.com/office/drawing/2014/main" id="{263D3500-BCF9-B811-E048-1812BAC3812D}"/>
                  </a:ext>
                </a:extLst>
              </p:cNvPr>
              <p:cNvGrpSpPr/>
              <p:nvPr userDrawn="1"/>
            </p:nvGrpSpPr>
            <p:grpSpPr>
              <a:xfrm>
                <a:off x="-3364916" y="1409294"/>
                <a:ext cx="225195" cy="195499"/>
                <a:chOff x="10307162" y="1361199"/>
                <a:chExt cx="2200275" cy="1914525"/>
              </a:xfrm>
            </p:grpSpPr>
            <p:sp>
              <p:nvSpPr>
                <p:cNvPr id="432" name="Vrije vorm: vorm 431">
                  <a:extLst>
                    <a:ext uri="{FF2B5EF4-FFF2-40B4-BE49-F238E27FC236}">
                      <a16:creationId xmlns:a16="http://schemas.microsoft.com/office/drawing/2014/main" id="{3079B725-A0FE-2803-79B1-812CA9C9E119}"/>
                    </a:ext>
                  </a:extLst>
                </p:cNvPr>
                <p:cNvSpPr/>
                <p:nvPr/>
              </p:nvSpPr>
              <p:spPr>
                <a:xfrm>
                  <a:off x="10683400" y="1831734"/>
                  <a:ext cx="371475" cy="371475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9546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7200" b="0" i="0" u="none" strike="noStrike" kern="120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+mn-cs"/>
                  </a:endParaRPr>
                </a:p>
              </p:txBody>
            </p:sp>
            <p:grpSp>
              <p:nvGrpSpPr>
                <p:cNvPr id="433" name="Groep 432">
                  <a:extLst>
                    <a:ext uri="{FF2B5EF4-FFF2-40B4-BE49-F238E27FC236}">
                      <a16:creationId xmlns:a16="http://schemas.microsoft.com/office/drawing/2014/main" id="{DEB38D6C-523F-599B-8F3E-39773F38EB74}"/>
                    </a:ext>
                  </a:extLst>
                </p:cNvPr>
                <p:cNvGrpSpPr/>
                <p:nvPr/>
              </p:nvGrpSpPr>
              <p:grpSpPr>
                <a:xfrm>
                  <a:off x="10307162" y="1361199"/>
                  <a:ext cx="2200275" cy="1914525"/>
                  <a:chOff x="10307162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434" name="Vrije vorm: vorm 433">
                    <a:extLst>
                      <a:ext uri="{FF2B5EF4-FFF2-40B4-BE49-F238E27FC236}">
                        <a16:creationId xmlns:a16="http://schemas.microsoft.com/office/drawing/2014/main" id="{6F178B71-9A38-90F3-2EFE-07D5AA11750C}"/>
                      </a:ext>
                    </a:extLst>
                  </p:cNvPr>
                  <p:cNvSpPr/>
                  <p:nvPr/>
                </p:nvSpPr>
                <p:spPr>
                  <a:xfrm>
                    <a:off x="10307162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95469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nl-NL" sz="7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Segoe UI" panose="020B0502040204020203" pitchFamily="34" charset="0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35" name="Vrije vorm: vorm 434">
                    <a:extLst>
                      <a:ext uri="{FF2B5EF4-FFF2-40B4-BE49-F238E27FC236}">
                        <a16:creationId xmlns:a16="http://schemas.microsoft.com/office/drawing/2014/main" id="{628CB666-73AF-5E94-410C-90394F2F3565}"/>
                      </a:ext>
                    </a:extLst>
                  </p:cNvPr>
                  <p:cNvSpPr/>
                  <p:nvPr/>
                </p:nvSpPr>
                <p:spPr>
                  <a:xfrm>
                    <a:off x="10682447" y="1953654"/>
                    <a:ext cx="1438275" cy="885825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95469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nl-NL" sz="7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Segoe UI" panose="020B0502040204020203" pitchFamily="34" charset="0"/>
                      <a:ea typeface="+mn-ea"/>
                      <a:cs typeface="+mn-cs"/>
                    </a:endParaRPr>
                  </a:p>
                </p:txBody>
              </p:sp>
            </p:grpSp>
          </p:grpSp>
          <p:sp>
            <p:nvSpPr>
              <p:cNvPr id="431" name="Tekstvak 430">
                <a:extLst>
                  <a:ext uri="{FF2B5EF4-FFF2-40B4-BE49-F238E27FC236}">
                    <a16:creationId xmlns:a16="http://schemas.microsoft.com/office/drawing/2014/main" id="{6115AC4F-50CC-ECB3-A342-8635011EE023}"/>
                  </a:ext>
                </a:extLst>
              </p:cNvPr>
              <p:cNvSpPr txBox="1"/>
              <p:nvPr userDrawn="1"/>
            </p:nvSpPr>
            <p:spPr>
              <a:xfrm>
                <a:off x="-3565087" y="1617700"/>
                <a:ext cx="627469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Afbeeldingen</a:t>
                </a:r>
              </a:p>
            </p:txBody>
          </p:sp>
        </p:grpSp>
      </p:grpSp>
      <p:sp>
        <p:nvSpPr>
          <p:cNvPr id="2" name="Rechthoek 1">
            <a:extLst>
              <a:ext uri="{FF2B5EF4-FFF2-40B4-BE49-F238E27FC236}">
                <a16:creationId xmlns:a16="http://schemas.microsoft.com/office/drawing/2014/main" id="{914F2BFC-917C-B651-2EB9-3015F30237A9}"/>
              </a:ext>
            </a:extLst>
          </p:cNvPr>
          <p:cNvSpPr/>
          <p:nvPr userDrawn="1"/>
        </p:nvSpPr>
        <p:spPr>
          <a:xfrm>
            <a:off x="0" y="-425941"/>
            <a:ext cx="1926297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srgbClr val="BEE2E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Voorstellen 1 persoon</a:t>
            </a:r>
          </a:p>
        </p:txBody>
      </p:sp>
      <p:sp>
        <p:nvSpPr>
          <p:cNvPr id="4" name="Tijdelijke aanduiding voor dianummer 5">
            <a:extLst>
              <a:ext uri="{FF2B5EF4-FFF2-40B4-BE49-F238E27FC236}">
                <a16:creationId xmlns:a16="http://schemas.microsoft.com/office/drawing/2014/main" id="{41319965-F8E8-56A3-3A27-417B2DEBD0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2575" y="6381750"/>
            <a:ext cx="252413" cy="2508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b="1">
                <a:solidFill>
                  <a:schemeClr val="accent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843DB9-9987-4157-AB9C-CEA8D7D910BB}" type="slidenum">
              <a:rPr kumimoji="0" lang="nl-NL" sz="1200" b="1" i="0" u="none" strike="noStrike" kern="1200" cap="none" spc="0" normalizeH="0" baseline="0" noProof="0" smtClean="0">
                <a:ln>
                  <a:noFill/>
                </a:ln>
                <a:solidFill>
                  <a:srgbClr val="BEE2E9"/>
                </a:solidFill>
                <a:effectLst/>
                <a:uLnTx/>
                <a:uFillTx/>
                <a:latin typeface="Corbel"/>
                <a:ea typeface="+mn-ea"/>
                <a:cs typeface="Segoe UI Light" panose="020B0502040204020203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nl-NL" sz="1200" b="1" i="0" u="none" strike="noStrike" kern="1200" cap="none" spc="0" normalizeH="0" baseline="0" noProof="0" dirty="0">
              <a:ln>
                <a:noFill/>
              </a:ln>
              <a:solidFill>
                <a:srgbClr val="BEE2E9"/>
              </a:solidFill>
              <a:effectLst/>
              <a:uLnTx/>
              <a:uFillTx/>
              <a:latin typeface="Corbel"/>
              <a:ea typeface="+mn-ea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5514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19B37A3-82F2-45D5-868F-F00F93F6E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476" y="623174"/>
            <a:ext cx="10972800" cy="46585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nl-NL" noProof="0" dirty="0"/>
              <a:t>Plaats hier je titel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61B9A90-182E-49A3-8BF5-04F322881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1457805"/>
            <a:ext cx="10993775" cy="433567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nl-NL" noProof="0" dirty="0" err="1"/>
              <a:t>Bullet</a:t>
            </a:r>
            <a:endParaRPr lang="nl-NL" noProof="0" dirty="0"/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r>
              <a:rPr lang="nl-NL" noProof="0" dirty="0"/>
              <a:t> #1</a:t>
            </a:r>
          </a:p>
          <a:p>
            <a:pPr lvl="2"/>
            <a:r>
              <a:rPr lang="nl-NL" noProof="0" dirty="0"/>
              <a:t>Sub-</a:t>
            </a:r>
            <a:r>
              <a:rPr lang="nl-NL" noProof="0" dirty="0" err="1"/>
              <a:t>bullet</a:t>
            </a:r>
            <a:r>
              <a:rPr lang="nl-NL" noProof="0" dirty="0"/>
              <a:t> #2</a:t>
            </a:r>
          </a:p>
          <a:p>
            <a:pPr lvl="3"/>
            <a:r>
              <a:rPr lang="nl-NL" noProof="0" dirty="0"/>
              <a:t>Leestekst</a:t>
            </a:r>
          </a:p>
          <a:p>
            <a:pPr lvl="4"/>
            <a:r>
              <a:rPr lang="nl-NL" noProof="0" dirty="0"/>
              <a:t>Subtitel #1</a:t>
            </a:r>
          </a:p>
          <a:p>
            <a:pPr lvl="5"/>
            <a:r>
              <a:rPr lang="nl-NL" noProof="0" dirty="0"/>
              <a:t>Subtitel #2</a:t>
            </a:r>
          </a:p>
          <a:p>
            <a:pPr lvl="6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Alfabetische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8"/>
            <a:r>
              <a:rPr lang="nl-NL" noProof="0" dirty="0"/>
              <a:t>Bronvermelding</a:t>
            </a:r>
          </a:p>
        </p:txBody>
      </p:sp>
      <p:grpSp>
        <p:nvGrpSpPr>
          <p:cNvPr id="15" name="GRID" hidden="1">
            <a:extLst>
              <a:ext uri="{FF2B5EF4-FFF2-40B4-BE49-F238E27FC236}">
                <a16:creationId xmlns:a16="http://schemas.microsoft.com/office/drawing/2014/main" id="{4129D105-9E64-446B-9706-45C80CEFF79A}"/>
              </a:ext>
            </a:extLst>
          </p:cNvPr>
          <p:cNvGrpSpPr/>
          <p:nvPr userDrawn="1"/>
        </p:nvGrpSpPr>
        <p:grpSpPr>
          <a:xfrm>
            <a:off x="-12032" y="0"/>
            <a:ext cx="12204032" cy="6858000"/>
            <a:chOff x="-12032" y="0"/>
            <a:chExt cx="12204032" cy="6858000"/>
          </a:xfrm>
        </p:grpSpPr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7D9988B5-FF41-44BF-9EBA-8ED0383D0B4A}"/>
                </a:ext>
              </a:extLst>
            </p:cNvPr>
            <p:cNvSpPr/>
            <p:nvPr userDrawn="1"/>
          </p:nvSpPr>
          <p:spPr>
            <a:xfrm>
              <a:off x="-12032" y="0"/>
              <a:ext cx="12192000" cy="72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noProof="0" dirty="0"/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23B51F0-7066-4BAC-B391-CBE4243866E1}"/>
                </a:ext>
              </a:extLst>
            </p:cNvPr>
            <p:cNvSpPr/>
            <p:nvPr userDrawn="1"/>
          </p:nvSpPr>
          <p:spPr>
            <a:xfrm>
              <a:off x="0" y="0"/>
              <a:ext cx="720000" cy="685799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noProof="0" dirty="0"/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986314BC-5B6A-423E-A18F-BE67EEBFD0AA}"/>
                </a:ext>
              </a:extLst>
            </p:cNvPr>
            <p:cNvSpPr/>
            <p:nvPr userDrawn="1"/>
          </p:nvSpPr>
          <p:spPr>
            <a:xfrm>
              <a:off x="11472000" y="0"/>
              <a:ext cx="720000" cy="685799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noProof="0" dirty="0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459F3FC6-346A-4720-8A58-EF51F3E955F9}"/>
                </a:ext>
              </a:extLst>
            </p:cNvPr>
            <p:cNvSpPr/>
            <p:nvPr userDrawn="1"/>
          </p:nvSpPr>
          <p:spPr>
            <a:xfrm>
              <a:off x="0" y="1064525"/>
              <a:ext cx="12192000" cy="54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noProof="0" dirty="0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3D4E2D73-574C-4613-A3A4-5612A2E130A4}"/>
                </a:ext>
              </a:extLst>
            </p:cNvPr>
            <p:cNvSpPr/>
            <p:nvPr userDrawn="1"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noProof="0" dirty="0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52775937-D9EA-4974-9459-412AF5D1CBD4}"/>
                </a:ext>
              </a:extLst>
            </p:cNvPr>
            <p:cNvSpPr/>
            <p:nvPr userDrawn="1"/>
          </p:nvSpPr>
          <p:spPr>
            <a:xfrm>
              <a:off x="0" y="5806208"/>
              <a:ext cx="12192000" cy="54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noProof="0" dirty="0"/>
            </a:p>
          </p:txBody>
        </p:sp>
      </p:grpSp>
      <p:sp>
        <p:nvSpPr>
          <p:cNvPr id="20" name="Tekstvak 19">
            <a:extLst>
              <a:ext uri="{FF2B5EF4-FFF2-40B4-BE49-F238E27FC236}">
                <a16:creationId xmlns:a16="http://schemas.microsoft.com/office/drawing/2014/main" id="{88A106C3-3B5C-4817-A9B9-E1AA65368768}"/>
              </a:ext>
            </a:extLst>
          </p:cNvPr>
          <p:cNvSpPr txBox="1"/>
          <p:nvPr userDrawn="1"/>
        </p:nvSpPr>
        <p:spPr>
          <a:xfrm>
            <a:off x="0" y="-621351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l"/>
            <a:r>
              <a:rPr lang="nl-NL" sz="1000" b="0" cap="all" baseline="0" noProof="0" dirty="0">
                <a:solidFill>
                  <a:schemeClr val="accent2"/>
                </a:solidFill>
                <a:latin typeface="+mn-lt"/>
              </a:rPr>
              <a:t>INDELING</a:t>
            </a:r>
          </a:p>
        </p:txBody>
      </p:sp>
      <p:sp>
        <p:nvSpPr>
          <p:cNvPr id="4" name="Tijdelijke aanduiding voor dianummer 5">
            <a:extLst>
              <a:ext uri="{FF2B5EF4-FFF2-40B4-BE49-F238E27FC236}">
                <a16:creationId xmlns:a16="http://schemas.microsoft.com/office/drawing/2014/main" id="{232BF7FD-E945-3387-E4F5-66A4E3AA65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2575" y="6381750"/>
            <a:ext cx="252413" cy="2508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b="1">
                <a:solidFill>
                  <a:schemeClr val="accent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9E843DB9-9987-4157-AB9C-CEA8D7D910BB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30584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SzPct val="110000"/>
        <a:buFontTx/>
        <a:buBlip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</a:buBlip>
        <a:defRPr sz="2400" kern="1200">
          <a:solidFill>
            <a:srgbClr val="211F26"/>
          </a:solidFill>
          <a:latin typeface="+mn-lt"/>
          <a:ea typeface="+mn-ea"/>
          <a:cs typeface="+mn-cs"/>
        </a:defRPr>
      </a:lvl1pPr>
      <a:lvl2pPr marL="536575" indent="-269875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2"/>
        </a:buClr>
        <a:buSzPct val="110000"/>
        <a:buFontTx/>
        <a:buBlip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</a:buBlip>
        <a:tabLst/>
        <a:defRPr sz="2400" kern="1200">
          <a:solidFill>
            <a:srgbClr val="211F26"/>
          </a:solidFill>
          <a:latin typeface="+mn-lt"/>
          <a:ea typeface="+mn-ea"/>
          <a:cs typeface="+mn-cs"/>
        </a:defRPr>
      </a:lvl2pPr>
      <a:lvl3pPr marL="808038" indent="-271463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tx1"/>
        </a:buClr>
        <a:buFont typeface="Segoe UI Light" panose="020B0502040204020203" pitchFamily="34" charset="0"/>
        <a:buChar char="–"/>
        <a:defRPr sz="2400" kern="1200">
          <a:solidFill>
            <a:srgbClr val="211F26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400" kern="1200">
          <a:solidFill>
            <a:srgbClr val="211F26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800" b="1" kern="1200">
          <a:solidFill>
            <a:schemeClr val="tx1"/>
          </a:solidFill>
          <a:latin typeface="+mj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2800" b="0" kern="1200" cap="none" baseline="0">
          <a:solidFill>
            <a:schemeClr val="tx1"/>
          </a:solidFill>
          <a:latin typeface="+mj-lt"/>
          <a:ea typeface="+mn-ea"/>
          <a:cs typeface="+mn-cs"/>
        </a:defRPr>
      </a:lvl6pPr>
      <a:lvl7pPr marL="268288" indent="-268288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tx1"/>
        </a:buClr>
        <a:buFont typeface="+mj-lt"/>
        <a:buAutoNum type="arabicPeriod"/>
        <a:tabLst/>
        <a:defRPr sz="2400" kern="1200">
          <a:solidFill>
            <a:srgbClr val="211F26"/>
          </a:solidFill>
          <a:latin typeface="+mn-lt"/>
          <a:ea typeface="+mn-ea"/>
          <a:cs typeface="+mn-cs"/>
        </a:defRPr>
      </a:lvl7pPr>
      <a:lvl8pPr marL="268288" indent="-268288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tx1"/>
        </a:buClr>
        <a:buFont typeface="+mj-lt"/>
        <a:buAutoNum type="alphaLcPeriod"/>
        <a:defRPr sz="2400" kern="1200">
          <a:solidFill>
            <a:srgbClr val="211F26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2000" i="1" kern="1200">
          <a:solidFill>
            <a:srgbClr val="211F26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02">
          <p15:clr>
            <a:srgbClr val="A4A3A4"/>
          </p15:clr>
        </p15:guide>
        <p15:guide id="3" orient="horz" pos="3861">
          <p15:clr>
            <a:srgbClr val="A4A3A4"/>
          </p15:clr>
        </p15:guide>
        <p15:guide id="6" pos="7378">
          <p15:clr>
            <a:srgbClr val="A4A3A4"/>
          </p15:clr>
        </p15:guide>
        <p15:guide id="9" orient="horz" pos="391">
          <p15:clr>
            <a:srgbClr val="A4A3A4"/>
          </p15:clr>
        </p15:guide>
        <p15:guide id="10" orient="horz" pos="618">
          <p15:clr>
            <a:srgbClr val="A4A3A4"/>
          </p15:clr>
        </p15:guide>
        <p15:guide id="12" orient="horz" pos="4020">
          <p15:clr>
            <a:srgbClr val="A4A3A4"/>
          </p15:clr>
        </p15:guide>
        <p15:guide id="13" pos="7680">
          <p15:clr>
            <a:srgbClr val="F26B43"/>
          </p15:clr>
        </p15:guide>
        <p15:guide id="14" orient="horz" pos="4320">
          <p15:clr>
            <a:srgbClr val="F26B43"/>
          </p15:clr>
        </p15:guide>
        <p15:guide id="15" orient="horz" pos="4178">
          <p15:clr>
            <a:srgbClr val="A4A3A4"/>
          </p15:clr>
        </p15:guide>
        <p15:guide id="16">
          <p15:clr>
            <a:srgbClr val="F26B43"/>
          </p15:clr>
        </p15:guide>
        <p15:guide id="17" orient="horz">
          <p15:clr>
            <a:srgbClr val="F26B43"/>
          </p15:clr>
        </p15:guide>
        <p15:guide id="18" orient="horz" pos="3430">
          <p15:clr>
            <a:srgbClr val="A4A3A4"/>
          </p15:clr>
        </p15:guide>
        <p15:guide id="19" pos="143">
          <p15:clr>
            <a:srgbClr val="A4A3A4"/>
          </p15:clr>
        </p15:guide>
        <p15:guide id="20" pos="7537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A48D06-A37C-6C35-9DBE-9D277AA35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2" y="558801"/>
            <a:ext cx="6407734" cy="1428750"/>
          </a:xfrm>
        </p:spPr>
        <p:txBody>
          <a:bodyPr/>
          <a:lstStyle/>
          <a:p>
            <a:r>
              <a:rPr lang="nl-NL" dirty="0"/>
              <a:t>Introductie presentatie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4D1A657-8CDF-B1A2-E807-200D15714BE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9425" y="3448050"/>
            <a:ext cx="3921125" cy="346075"/>
          </a:xfrm>
        </p:spPr>
        <p:txBody>
          <a:bodyPr/>
          <a:lstStyle/>
          <a:p>
            <a:fld id="{D1CEC04F-9E68-436C-8B27-A5E9885B8E6F}" type="datetime4">
              <a:rPr lang="nl-NL" smtClean="0"/>
              <a:pPr/>
              <a:t>7 september 2026</a:t>
            </a:fld>
            <a:endParaRPr lang="nl-NL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A01DFA9-D878-0677-CA3A-60AEFBCCFA2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9425" y="3825875"/>
            <a:ext cx="3921125" cy="346075"/>
          </a:xfrm>
        </p:spPr>
        <p:txBody>
          <a:bodyPr/>
          <a:lstStyle/>
          <a:p>
            <a:r>
              <a:rPr lang="nl-NL" dirty="0"/>
              <a:t>Utrecht 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E4B4F0F8-2838-4CD2-A555-FA0B0262E1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5" y="4211638"/>
            <a:ext cx="3921125" cy="346075"/>
          </a:xfrm>
        </p:spPr>
        <p:txBody>
          <a:bodyPr/>
          <a:lstStyle/>
          <a:p>
            <a:r>
              <a:rPr lang="nl-NL" dirty="0"/>
              <a:t>Milo Wullink</a:t>
            </a:r>
          </a:p>
        </p:txBody>
      </p:sp>
    </p:spTree>
    <p:extLst>
      <p:ext uri="{BB962C8B-B14F-4D97-AF65-F5344CB8AC3E}">
        <p14:creationId xmlns:p14="http://schemas.microsoft.com/office/powerpoint/2010/main" val="3806238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29F8D3-9A45-87A8-B73E-A02ABC166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476" y="623174"/>
            <a:ext cx="6172878" cy="465851"/>
          </a:xfrm>
        </p:spPr>
        <p:txBody>
          <a:bodyPr/>
          <a:lstStyle/>
          <a:p>
            <a:r>
              <a:rPr lang="nl-NL" dirty="0"/>
              <a:t>Voorstellen 1 persoon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DE19958-2A12-D9E4-7E16-26353CD62E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5714" y="1212850"/>
            <a:ext cx="6172878" cy="305054"/>
          </a:xfrm>
        </p:spPr>
        <p:txBody>
          <a:bodyPr/>
          <a:lstStyle/>
          <a:p>
            <a:r>
              <a:rPr lang="nl-NL" dirty="0"/>
              <a:t>Milo Wullink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75A3D093-B284-DB28-E674-7E324A147D2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5714" y="1584707"/>
            <a:ext cx="6172878" cy="305054"/>
          </a:xfrm>
        </p:spPr>
        <p:txBody>
          <a:bodyPr/>
          <a:lstStyle/>
          <a:p>
            <a:r>
              <a:rPr lang="nl-NL" dirty="0" err="1"/>
              <a:t>Stagair</a:t>
            </a:r>
            <a:r>
              <a:rPr lang="nl-NL" dirty="0"/>
              <a:t> Assetmanagement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155D0929-4D1D-2D50-821A-FFCB0FD292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9425" y="2560320"/>
            <a:ext cx="6199167" cy="2306955"/>
          </a:xfrm>
        </p:spPr>
        <p:txBody>
          <a:bodyPr/>
          <a:lstStyle/>
          <a:p>
            <a:r>
              <a:rPr lang="nl-NL" dirty="0"/>
              <a:t>Leeftijd: 23 jaar</a:t>
            </a:r>
          </a:p>
          <a:p>
            <a:r>
              <a:rPr lang="nl-NL" dirty="0"/>
              <a:t>Studie: Toegepaste wiskunde</a:t>
            </a:r>
          </a:p>
          <a:p>
            <a:r>
              <a:rPr lang="nl-NL" dirty="0"/>
              <a:t>Sport: </a:t>
            </a:r>
            <a:r>
              <a:rPr lang="nl-NL" dirty="0" err="1"/>
              <a:t>Triathlon</a:t>
            </a:r>
            <a:endParaRPr lang="nl-NL" dirty="0"/>
          </a:p>
          <a:p>
            <a:r>
              <a:rPr lang="nl-NL" dirty="0"/>
              <a:t>Interesses: Optimalisatie, treinen en infrastructuur</a:t>
            </a:r>
          </a:p>
        </p:txBody>
      </p:sp>
      <p:pic>
        <p:nvPicPr>
          <p:cNvPr id="8" name="Tijdelijke aanduiding voor afbeelding 7" descr="Afbeelding met persoon, kleding, Menselijk gezicht, buitenshuis&#10;&#10;Automatisch gegenereerde beschrijving">
            <a:extLst>
              <a:ext uri="{FF2B5EF4-FFF2-40B4-BE49-F238E27FC236}">
                <a16:creationId xmlns:a16="http://schemas.microsoft.com/office/drawing/2014/main" id="{0E9D0DED-8D50-AE6A-A5F0-4AC8BFC3322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1" b="361"/>
          <a:stretch/>
        </p:blipFill>
        <p:spPr>
          <a:xfrm>
            <a:off x="7870825" y="1212850"/>
            <a:ext cx="3101975" cy="4022725"/>
          </a:xfrm>
        </p:spPr>
      </p:pic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209DB51-913C-25BF-3947-6FBB745C18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843DB9-9987-4157-AB9C-CEA8D7D910BB}" type="slidenum">
              <a:rPr kumimoji="0" lang="nl-NL" sz="1200" b="1" i="0" u="none" strike="noStrike" kern="1200" cap="none" spc="0" normalizeH="0" baseline="0" noProof="0" smtClean="0">
                <a:ln>
                  <a:noFill/>
                </a:ln>
                <a:solidFill>
                  <a:srgbClr val="BEE2E9"/>
                </a:solidFill>
                <a:effectLst/>
                <a:uLnTx/>
                <a:uFillTx/>
                <a:latin typeface="Corbel"/>
                <a:ea typeface="+mn-ea"/>
                <a:cs typeface="Segoe UI Light" panose="020B0502040204020203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nl-NL" sz="1200" b="1" i="0" u="none" strike="noStrike" kern="1200" cap="none" spc="0" normalizeH="0" baseline="0" noProof="0" dirty="0">
              <a:ln>
                <a:noFill/>
              </a:ln>
              <a:solidFill>
                <a:srgbClr val="BEE2E9"/>
              </a:solidFill>
              <a:effectLst/>
              <a:uLnTx/>
              <a:uFillTx/>
              <a:latin typeface="Corbel"/>
              <a:ea typeface="+mn-ea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7971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c44e48b3bafe6335c8658b98a8833334aa899c4"/>
</p:tagLst>
</file>

<file path=ppt/theme/theme1.xml><?xml version="1.0" encoding="utf-8"?>
<a:theme xmlns:a="http://schemas.openxmlformats.org/drawingml/2006/main" name="Movares template set">
  <a:themeElements>
    <a:clrScheme name="Movares">
      <a:dk1>
        <a:srgbClr val="17443A"/>
      </a:dk1>
      <a:lt1>
        <a:srgbClr val="54554C"/>
      </a:lt1>
      <a:dk2>
        <a:srgbClr val="ED6A53"/>
      </a:dk2>
      <a:lt2>
        <a:srgbClr val="B3C2AF"/>
      </a:lt2>
      <a:accent1>
        <a:srgbClr val="BEE2E9"/>
      </a:accent1>
      <a:accent2>
        <a:srgbClr val="F3DECE"/>
      </a:accent2>
      <a:accent3>
        <a:srgbClr val="17443A"/>
      </a:accent3>
      <a:accent4>
        <a:srgbClr val="54554C"/>
      </a:accent4>
      <a:accent5>
        <a:srgbClr val="B3C2AF"/>
      </a:accent5>
      <a:accent6>
        <a:srgbClr val="ED6A53"/>
      </a:accent6>
      <a:hlink>
        <a:srgbClr val="F3DECE"/>
      </a:hlink>
      <a:folHlink>
        <a:srgbClr val="17443A"/>
      </a:folHlink>
    </a:clrScheme>
    <a:fontScheme name="Movares">
      <a:majorFont>
        <a:latin typeface="Aptos"/>
        <a:ea typeface=""/>
        <a:cs typeface=""/>
      </a:majorFont>
      <a:minorFont>
        <a:latin typeface="Corbe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44000" tIns="144000" rIns="144000" bIns="144000" rtlCol="0" anchor="ctr"/>
      <a:lstStyle>
        <a:defPPr algn="ctr">
          <a:lnSpc>
            <a:spcPct val="90000"/>
          </a:lnSpc>
          <a:spcBef>
            <a:spcPts val="200"/>
          </a:spcBef>
          <a:spcAft>
            <a:spcPts val="200"/>
          </a:spcAft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chemeClr val="accent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90000"/>
          </a:lnSpc>
          <a:spcBef>
            <a:spcPts val="600"/>
          </a:spcBef>
          <a:spcAft>
            <a:spcPts val="600"/>
          </a:spcAft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B190F0B-833F-43B9-8FDD-EFC0F7B49B29}">
  <we:reference id="5b784de7-d1ba-46fc-b40c-e70ff4de9d93" version="1.0.0.3" store="\\PPTDC\Shared Folders\Documenten\Ferry\Opdrachtgevers\Slidebuilder" storeType="Filesystem"/>
  <we:alternateReferences/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</TotalTime>
  <Words>32</Words>
  <Application>Microsoft Office PowerPoint</Application>
  <PresentationFormat>Breedbeeld</PresentationFormat>
  <Paragraphs>12</Paragraphs>
  <Slides>2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</vt:i4>
      </vt:variant>
    </vt:vector>
  </HeadingPairs>
  <TitlesOfParts>
    <vt:vector size="9" baseType="lpstr">
      <vt:lpstr>Aptos</vt:lpstr>
      <vt:lpstr>Arial</vt:lpstr>
      <vt:lpstr>Calibri</vt:lpstr>
      <vt:lpstr>Corbel</vt:lpstr>
      <vt:lpstr>Segoe UI</vt:lpstr>
      <vt:lpstr>Segoe UI Light</vt:lpstr>
      <vt:lpstr>Movares template set</vt:lpstr>
      <vt:lpstr>Introductie presentatie</vt:lpstr>
      <vt:lpstr>Voorstellen 1 persoon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PowerMockup</dc:title>
  <dc:creator>PPT Solutions</dc:creator>
  <cp:lastModifiedBy>Milo Wullink</cp:lastModifiedBy>
  <cp:revision>28</cp:revision>
  <dcterms:created xsi:type="dcterms:W3CDTF">2015-03-11T15:56:36Z</dcterms:created>
  <dcterms:modified xsi:type="dcterms:W3CDTF">2026-09-07T15:10:01Z</dcterms:modified>
</cp:coreProperties>
</file>